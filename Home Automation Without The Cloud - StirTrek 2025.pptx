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7"/>
  </p:notesMasterIdLst>
  <p:sldIdLst>
    <p:sldId id="843" r:id="rId2"/>
    <p:sldId id="559" r:id="rId3"/>
    <p:sldId id="571" r:id="rId4"/>
    <p:sldId id="572" r:id="rId5"/>
    <p:sldId id="573" r:id="rId6"/>
    <p:sldId id="846" r:id="rId7"/>
    <p:sldId id="847" r:id="rId8"/>
    <p:sldId id="848" r:id="rId9"/>
    <p:sldId id="849" r:id="rId10"/>
    <p:sldId id="850" r:id="rId11"/>
    <p:sldId id="851" r:id="rId12"/>
    <p:sldId id="310" r:id="rId13"/>
    <p:sldId id="852" r:id="rId14"/>
    <p:sldId id="416" r:id="rId15"/>
    <p:sldId id="417" r:id="rId16"/>
    <p:sldId id="418" r:id="rId17"/>
    <p:sldId id="457" r:id="rId18"/>
    <p:sldId id="459" r:id="rId19"/>
    <p:sldId id="773" r:id="rId20"/>
    <p:sldId id="424" r:id="rId21"/>
    <p:sldId id="786" r:id="rId22"/>
    <p:sldId id="264" r:id="rId23"/>
    <p:sldId id="594" r:id="rId24"/>
    <p:sldId id="774" r:id="rId25"/>
    <p:sldId id="655" r:id="rId26"/>
    <p:sldId id="656" r:id="rId27"/>
    <p:sldId id="398" r:id="rId28"/>
    <p:sldId id="601" r:id="rId29"/>
    <p:sldId id="605" r:id="rId30"/>
    <p:sldId id="606" r:id="rId31"/>
    <p:sldId id="462" r:id="rId32"/>
    <p:sldId id="309" r:id="rId33"/>
    <p:sldId id="401" r:id="rId34"/>
    <p:sldId id="659" r:id="rId35"/>
    <p:sldId id="660" r:id="rId36"/>
    <p:sldId id="823" r:id="rId37"/>
    <p:sldId id="278" r:id="rId38"/>
    <p:sldId id="661" r:id="rId39"/>
    <p:sldId id="662" r:id="rId40"/>
    <p:sldId id="663" r:id="rId41"/>
    <p:sldId id="664" r:id="rId42"/>
    <p:sldId id="665" r:id="rId43"/>
    <p:sldId id="776" r:id="rId44"/>
    <p:sldId id="782" r:id="rId45"/>
    <p:sldId id="777" r:id="rId46"/>
    <p:sldId id="607" r:id="rId47"/>
    <p:sldId id="643" r:id="rId48"/>
    <p:sldId id="335" r:id="rId49"/>
    <p:sldId id="336" r:id="rId50"/>
    <p:sldId id="337" r:id="rId51"/>
    <p:sldId id="340" r:id="rId52"/>
    <p:sldId id="341" r:id="rId53"/>
    <p:sldId id="816" r:id="rId54"/>
    <p:sldId id="832" r:id="rId55"/>
    <p:sldId id="784" r:id="rId56"/>
    <p:sldId id="785" r:id="rId57"/>
    <p:sldId id="666" r:id="rId58"/>
    <p:sldId id="667" r:id="rId59"/>
    <p:sldId id="672" r:id="rId60"/>
    <p:sldId id="829" r:id="rId61"/>
    <p:sldId id="676" r:id="rId62"/>
    <p:sldId id="677" r:id="rId63"/>
    <p:sldId id="669" r:id="rId64"/>
    <p:sldId id="679" r:id="rId65"/>
    <p:sldId id="690" r:id="rId66"/>
    <p:sldId id="680" r:id="rId67"/>
    <p:sldId id="681" r:id="rId68"/>
    <p:sldId id="787" r:id="rId69"/>
    <p:sldId id="788" r:id="rId70"/>
    <p:sldId id="789" r:id="rId71"/>
    <p:sldId id="790" r:id="rId72"/>
    <p:sldId id="791" r:id="rId73"/>
    <p:sldId id="792" r:id="rId74"/>
    <p:sldId id="793" r:id="rId75"/>
    <p:sldId id="818" r:id="rId76"/>
    <p:sldId id="819" r:id="rId77"/>
    <p:sldId id="820" r:id="rId78"/>
    <p:sldId id="797" r:id="rId79"/>
    <p:sldId id="798" r:id="rId80"/>
    <p:sldId id="800" r:id="rId81"/>
    <p:sldId id="811" r:id="rId82"/>
    <p:sldId id="828" r:id="rId83"/>
    <p:sldId id="812" r:id="rId84"/>
    <p:sldId id="814" r:id="rId85"/>
    <p:sldId id="815" r:id="rId86"/>
    <p:sldId id="696" r:id="rId87"/>
    <p:sldId id="697" r:id="rId88"/>
    <p:sldId id="725" r:id="rId89"/>
    <p:sldId id="698" r:id="rId90"/>
    <p:sldId id="700" r:id="rId91"/>
    <p:sldId id="701" r:id="rId92"/>
    <p:sldId id="702" r:id="rId93"/>
    <p:sldId id="703" r:id="rId94"/>
    <p:sldId id="704" r:id="rId95"/>
    <p:sldId id="705" r:id="rId96"/>
    <p:sldId id="712" r:id="rId97"/>
    <p:sldId id="723" r:id="rId98"/>
    <p:sldId id="722" r:id="rId99"/>
    <p:sldId id="724" r:id="rId100"/>
    <p:sldId id="715" r:id="rId101"/>
    <p:sldId id="716" r:id="rId102"/>
    <p:sldId id="720" r:id="rId103"/>
    <p:sldId id="726" r:id="rId104"/>
    <p:sldId id="748" r:id="rId105"/>
    <p:sldId id="749" r:id="rId106"/>
    <p:sldId id="833" r:id="rId107"/>
    <p:sldId id="752" r:id="rId108"/>
    <p:sldId id="753" r:id="rId109"/>
    <p:sldId id="755" r:id="rId110"/>
    <p:sldId id="754" r:id="rId111"/>
    <p:sldId id="758" r:id="rId112"/>
    <p:sldId id="747" r:id="rId113"/>
    <p:sldId id="729" r:id="rId114"/>
    <p:sldId id="636" r:id="rId115"/>
    <p:sldId id="637" r:id="rId116"/>
    <p:sldId id="638" r:id="rId117"/>
    <p:sldId id="761" r:id="rId118"/>
    <p:sldId id="731" r:id="rId119"/>
    <p:sldId id="762" r:id="rId120"/>
    <p:sldId id="835" r:id="rId121"/>
    <p:sldId id="836" r:id="rId122"/>
    <p:sldId id="837" r:id="rId123"/>
    <p:sldId id="838" r:id="rId124"/>
    <p:sldId id="839" r:id="rId125"/>
    <p:sldId id="871" r:id="rId126"/>
    <p:sldId id="885" r:id="rId127"/>
    <p:sldId id="884" r:id="rId128"/>
    <p:sldId id="740" r:id="rId129"/>
    <p:sldId id="743" r:id="rId130"/>
    <p:sldId id="825" r:id="rId131"/>
    <p:sldId id="824" r:id="rId132"/>
    <p:sldId id="826" r:id="rId133"/>
    <p:sldId id="827" r:id="rId134"/>
    <p:sldId id="883" r:id="rId135"/>
    <p:sldId id="831" r:id="rId136"/>
  </p:sldIdLst>
  <p:sldSz cx="12192000" cy="6858000"/>
  <p:notesSz cx="6858000" cy="9144000"/>
  <p:embeddedFontLst>
    <p:embeddedFont>
      <p:font typeface="Aharoni" panose="02010803020104030203" pitchFamily="2" charset="-79"/>
      <p:bold r:id="rId138"/>
    </p:embeddedFont>
    <p:embeddedFont>
      <p:font typeface="Aptos Black" panose="020B0004020202020204" pitchFamily="34" charset="0"/>
      <p:bold r:id="rId139"/>
      <p:boldItalic r:id="rId140"/>
    </p:embeddedFont>
    <p:embeddedFont>
      <p:font typeface="Candara Light" panose="020E0502030303020204" pitchFamily="34" charset="0"/>
      <p:regular r:id="rId141"/>
      <p:italic r:id="rId142"/>
    </p:embeddedFont>
    <p:embeddedFont>
      <p:font typeface="Roboto" panose="02000000000000000000" pitchFamily="2" charset="0"/>
      <p:regular r:id="rId143"/>
      <p:bold r:id="rId144"/>
      <p:italic r:id="rId145"/>
      <p:boldItalic r:id="rId146"/>
    </p:embeddedFont>
    <p:embeddedFont>
      <p:font typeface="Roboto Black" panose="02000000000000000000" pitchFamily="2" charset="0"/>
      <p:bold r:id="rId147"/>
      <p:boldItalic r:id="rId148"/>
    </p:embeddedFont>
    <p:embeddedFont>
      <p:font typeface="Roboto Light" panose="02000000000000000000" pitchFamily="2" charset="0"/>
      <p:regular r:id="rId149"/>
      <p:italic r:id="rId150"/>
    </p:embeddedFont>
    <p:embeddedFont>
      <p:font typeface="Roboto Thin" panose="02000000000000000000" pitchFamily="2" charset="0"/>
      <p:regular r:id="rId151"/>
      <p:italic r:id="rId152"/>
    </p:embeddedFont>
    <p:embeddedFont>
      <p:font typeface="Segoe Print" panose="02000600000000000000" pitchFamily="2" charset="0"/>
      <p:regular r:id="rId153"/>
      <p:bold r:id="rId154"/>
    </p:embeddedFont>
    <p:embeddedFont>
      <p:font typeface="Showcard Gothic" panose="04020904020102020604" pitchFamily="82" charset="0"/>
      <p:regular r:id="rId15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E50"/>
    <a:srgbClr val="C00000"/>
    <a:srgbClr val="F4B183"/>
    <a:srgbClr val="FAFAFA"/>
    <a:srgbClr val="2F5597"/>
    <a:srgbClr val="F5F5F5"/>
    <a:srgbClr val="4F5D6B"/>
    <a:srgbClr val="F9F9F9"/>
    <a:srgbClr val="2A5BD7"/>
    <a:srgbClr val="BADF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2" autoAdjust="0"/>
    <p:restoredTop sz="72010" autoAdjust="0"/>
  </p:normalViewPr>
  <p:slideViewPr>
    <p:cSldViewPr snapToGrid="0" showGuides="1">
      <p:cViewPr varScale="1">
        <p:scale>
          <a:sx n="114" d="100"/>
          <a:sy n="114" d="100"/>
        </p:scale>
        <p:origin x="642" y="108"/>
      </p:cViewPr>
      <p:guideLst>
        <p:guide orient="horz" pos="2208"/>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1.fntdata"/><Relationship Id="rId159"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12.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font" Target="fonts/font2.fntdata"/><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font" Target="fonts/font13.fntdata"/><Relationship Id="rId155" Type="http://schemas.openxmlformats.org/officeDocument/2006/relationships/font" Target="fonts/font18.fntdata"/><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3.fntdata"/><Relationship Id="rId145"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14.fntdata"/><Relationship Id="rId156"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4.fntdata"/><Relationship Id="rId146" Type="http://schemas.openxmlformats.org/officeDocument/2006/relationships/font" Target="fonts/font9.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10.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5.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notesMaster" Target="notesMasters/notesMaster1.xml"/><Relationship Id="rId158"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6.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6.fntdata"/><Relationship Id="rId148"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7.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7.fntdata"/><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9C97D0-2A9C-4B04-A056-1788DE8BED31}" type="datetimeFigureOut">
              <a:rPr lang="en-US" smtClean="0"/>
              <a:t>4/30/2025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50BB5D-51FC-45DF-BEE4-7B3747DE1EF8}" type="slidenum">
              <a:rPr lang="en-US" smtClean="0"/>
              <a:t>‹#›</a:t>
            </a:fld>
            <a:endParaRPr lang="en-US"/>
          </a:p>
        </p:txBody>
      </p:sp>
    </p:spTree>
    <p:extLst>
      <p:ext uri="{BB962C8B-B14F-4D97-AF65-F5344CB8AC3E}">
        <p14:creationId xmlns:p14="http://schemas.microsoft.com/office/powerpoint/2010/main" val="417288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C883-4A6A-2170-9C53-766E96F7B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930424-6FDE-AD47-24DD-EB9B948C2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ECC56E-CF3E-EA02-BDE9-4C569F82904F}"/>
              </a:ext>
            </a:extLst>
          </p:cNvPr>
          <p:cNvSpPr>
            <a:spLocks noGrp="1"/>
          </p:cNvSpPr>
          <p:nvPr>
            <p:ph type="body" idx="1"/>
          </p:nvPr>
        </p:nvSpPr>
        <p:spPr/>
        <p:txBody>
          <a:bodyPr/>
          <a:lstStyle/>
          <a:p>
            <a:r>
              <a:rPr lang="en-US" b="1" dirty="0"/>
              <a:t>-----------------------------------------------</a:t>
            </a:r>
          </a:p>
          <a:p>
            <a:r>
              <a:rPr lang="en-US" b="1" dirty="0"/>
              <a:t>-------</a:t>
            </a:r>
            <a:r>
              <a:rPr lang="en-US" b="1" dirty="0">
                <a:sym typeface="Wingdings" panose="05000000000000000000" pitchFamily="2" charset="2"/>
              </a:rPr>
              <a:t> </a:t>
            </a:r>
            <a:r>
              <a:rPr lang="en-US" b="1" dirty="0"/>
              <a:t>START THE TIMER </a:t>
            </a:r>
            <a:r>
              <a:rPr lang="en-US" b="1" dirty="0">
                <a:sym typeface="Wingdings" panose="05000000000000000000" pitchFamily="2" charset="2"/>
              </a:rPr>
              <a:t>-------------</a:t>
            </a: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t>
            </a:r>
          </a:p>
          <a:p>
            <a:endParaRPr lang="en-US" dirty="0"/>
          </a:p>
          <a:p>
            <a:r>
              <a:rPr lang="en-US" dirty="0"/>
              <a:t>Welcome to Home Automation Without The Cloud!</a:t>
            </a:r>
          </a:p>
        </p:txBody>
      </p:sp>
      <p:sp>
        <p:nvSpPr>
          <p:cNvPr id="4" name="Slide Number Placeholder 3">
            <a:extLst>
              <a:ext uri="{FF2B5EF4-FFF2-40B4-BE49-F238E27FC236}">
                <a16:creationId xmlns:a16="http://schemas.microsoft.com/office/drawing/2014/main" id="{75F55063-19E5-CDF4-C7F9-D6E9A2324CCC}"/>
              </a:ext>
            </a:extLst>
          </p:cNvPr>
          <p:cNvSpPr>
            <a:spLocks noGrp="1"/>
          </p:cNvSpPr>
          <p:nvPr>
            <p:ph type="sldNum" sz="quarter" idx="5"/>
          </p:nvPr>
        </p:nvSpPr>
        <p:spPr/>
        <p:txBody>
          <a:bodyPr/>
          <a:lstStyle/>
          <a:p>
            <a:fld id="{7C50BB5D-51FC-45DF-BEE4-7B3747DE1EF8}" type="slidenum">
              <a:rPr lang="en-US" smtClean="0"/>
              <a:t>1</a:t>
            </a:fld>
            <a:endParaRPr lang="en-US"/>
          </a:p>
        </p:txBody>
      </p:sp>
    </p:spTree>
    <p:extLst>
      <p:ext uri="{BB962C8B-B14F-4D97-AF65-F5344CB8AC3E}">
        <p14:creationId xmlns:p14="http://schemas.microsoft.com/office/powerpoint/2010/main" val="27958058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me. </a:t>
            </a:r>
          </a:p>
          <a:p>
            <a:endParaRPr lang="en-US" dirty="0"/>
          </a:p>
          <a:p>
            <a:r>
              <a:rPr lang="en-US" dirty="0"/>
              <a:t>For years, I’ve been dreaming about building a truly smart home where everything just sort of does what I want, automatically. </a:t>
            </a:r>
          </a:p>
        </p:txBody>
      </p:sp>
      <p:sp>
        <p:nvSpPr>
          <p:cNvPr id="4" name="Slide Number Placeholder 3"/>
          <p:cNvSpPr>
            <a:spLocks noGrp="1"/>
          </p:cNvSpPr>
          <p:nvPr>
            <p:ph type="sldNum" sz="quarter" idx="5"/>
          </p:nvPr>
        </p:nvSpPr>
        <p:spPr/>
        <p:txBody>
          <a:bodyPr/>
          <a:lstStyle/>
          <a:p>
            <a:fld id="{7C50BB5D-51FC-45DF-BEE4-7B3747DE1EF8}" type="slidenum">
              <a:rPr lang="en-US" smtClean="0"/>
              <a:t>2</a:t>
            </a:fld>
            <a:endParaRPr lang="en-US"/>
          </a:p>
        </p:txBody>
      </p:sp>
    </p:spTree>
    <p:extLst>
      <p:ext uri="{BB962C8B-B14F-4D97-AF65-F5344CB8AC3E}">
        <p14:creationId xmlns:p14="http://schemas.microsoft.com/office/powerpoint/2010/main" val="1277509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Maybe I’m sitting on the couch on a bright Sunday afternoon, my cat is on my lap, and I decide I want to watch a movie.</a:t>
            </a:r>
          </a:p>
          <a:p>
            <a:endParaRPr lang="en-US" dirty="0"/>
          </a:p>
          <a:p>
            <a:r>
              <a:rPr lang="en-US" dirty="0"/>
              <a:t>But I’m already really comfortable and getting up to turn off the lights is a real drag. </a:t>
            </a:r>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3</a:t>
            </a:fld>
            <a:endParaRPr lang="en-US"/>
          </a:p>
        </p:txBody>
      </p:sp>
    </p:spTree>
    <p:extLst>
      <p:ext uri="{BB962C8B-B14F-4D97-AF65-F5344CB8AC3E}">
        <p14:creationId xmlns:p14="http://schemas.microsoft.com/office/powerpoint/2010/main" val="20959440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this dream world of mine, I’d press a single button, or give a single voice command, and the whole environment would shift into a configuration that’s optimized for mid-day movie watching.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lights would turn off…</a:t>
            </a:r>
          </a:p>
        </p:txBody>
      </p:sp>
      <p:sp>
        <p:nvSpPr>
          <p:cNvPr id="4" name="Slide Number Placeholder 3"/>
          <p:cNvSpPr>
            <a:spLocks noGrp="1"/>
          </p:cNvSpPr>
          <p:nvPr>
            <p:ph type="sldNum" sz="quarter" idx="5"/>
          </p:nvPr>
        </p:nvSpPr>
        <p:spPr/>
        <p:txBody>
          <a:bodyPr/>
          <a:lstStyle/>
          <a:p>
            <a:fld id="{7C50BB5D-51FC-45DF-BEE4-7B3747DE1EF8}" type="slidenum">
              <a:rPr lang="en-US" smtClean="0"/>
              <a:t>4</a:t>
            </a:fld>
            <a:endParaRPr lang="en-US"/>
          </a:p>
        </p:txBody>
      </p:sp>
    </p:spTree>
    <p:extLst>
      <p:ext uri="{BB962C8B-B14F-4D97-AF65-F5344CB8AC3E}">
        <p14:creationId xmlns:p14="http://schemas.microsoft.com/office/powerpoint/2010/main" val="1719495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 and the window shades would come down to eliminate glare,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t>(click)</a:t>
            </a:r>
            <a:endParaRPr lang="en-US" b="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dirty="0"/>
              <a:t>… the TV and speakers would shift into theater mode, and then…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t>(click)</a:t>
            </a:r>
            <a:r>
              <a:rPr lang="en-US" b="0" dirty="0"/>
              <a:t> </a:t>
            </a:r>
            <a:endParaRPr lang="en-US"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 a cold beer and a bucket of popcorn would materialize out of nowhere in front of me. </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5</a:t>
            </a:fld>
            <a:endParaRPr lang="en-US"/>
          </a:p>
        </p:txBody>
      </p:sp>
    </p:spTree>
    <p:extLst>
      <p:ext uri="{BB962C8B-B14F-4D97-AF65-F5344CB8AC3E}">
        <p14:creationId xmlns:p14="http://schemas.microsoft.com/office/powerpoint/2010/main" val="3260221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803B3-2873-4664-7878-8607A0A196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E3A227-9AA7-C35E-0462-E81D87BC31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6425C3-1996-1A04-8E71-7FF7DA3172CF}"/>
              </a:ext>
            </a:extLst>
          </p:cNvPr>
          <p:cNvSpPr>
            <a:spLocks noGrp="1"/>
          </p:cNvSpPr>
          <p:nvPr>
            <p:ph type="body" idx="1"/>
          </p:nvPr>
        </p:nvSpPr>
        <p:spPr/>
        <p:txBody>
          <a:bodyPr/>
          <a:lstStyle/>
          <a:p>
            <a:pPr marL="0" indent="0">
              <a:buFont typeface="Arial" panose="020B0604020202020204" pitchFamily="34" charset="0"/>
              <a:buNone/>
            </a:pPr>
            <a:r>
              <a:rPr lang="en-US" dirty="0"/>
              <a:t>And through all of that, the cat never had to get off my lap.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That’s the kind of smart, automated home I see in my dreams.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When COVID hit and I needed a hobby, I decided to see how close I could get to my dream using today's technology.</a:t>
            </a:r>
          </a:p>
        </p:txBody>
      </p:sp>
      <p:sp>
        <p:nvSpPr>
          <p:cNvPr id="4" name="Slide Number Placeholder 3">
            <a:extLst>
              <a:ext uri="{FF2B5EF4-FFF2-40B4-BE49-F238E27FC236}">
                <a16:creationId xmlns:a16="http://schemas.microsoft.com/office/drawing/2014/main" id="{09406777-A7E1-4B40-64A3-E5C88CC0351F}"/>
              </a:ext>
            </a:extLst>
          </p:cNvPr>
          <p:cNvSpPr>
            <a:spLocks noGrp="1"/>
          </p:cNvSpPr>
          <p:nvPr>
            <p:ph type="sldNum" sz="quarter" idx="5"/>
          </p:nvPr>
        </p:nvSpPr>
        <p:spPr/>
        <p:txBody>
          <a:bodyPr/>
          <a:lstStyle/>
          <a:p>
            <a:fld id="{7C50BB5D-51FC-45DF-BEE4-7B3747DE1EF8}" type="slidenum">
              <a:rPr lang="en-US" smtClean="0"/>
              <a:t>6</a:t>
            </a:fld>
            <a:endParaRPr lang="en-US"/>
          </a:p>
        </p:txBody>
      </p:sp>
    </p:spTree>
    <p:extLst>
      <p:ext uri="{BB962C8B-B14F-4D97-AF65-F5344CB8AC3E}">
        <p14:creationId xmlns:p14="http://schemas.microsoft.com/office/powerpoint/2010/main" val="16690309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EE70C-D144-28FB-1963-C8FC0E5DD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1FEB14-377D-0A57-1BBF-0421433F47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0DAFD-D474-A8AB-23AB-0FE9B1101B46}"/>
              </a:ext>
            </a:extLst>
          </p:cNvPr>
          <p:cNvSpPr>
            <a:spLocks noGrp="1"/>
          </p:cNvSpPr>
          <p:nvPr>
            <p:ph type="body" idx="1"/>
          </p:nvPr>
        </p:nvSpPr>
        <p:spPr/>
        <p:txBody>
          <a:bodyPr/>
          <a:lstStyle/>
          <a:p>
            <a:r>
              <a:rPr lang="en-US" dirty="0"/>
              <a:t>Unfortunately, despite all the technology available these days, most people are nowhere close to that level of automation in their homes.</a:t>
            </a:r>
            <a:endParaRPr lang="en-US" i="0" dirty="0"/>
          </a:p>
          <a:p>
            <a:endParaRPr lang="en-US" dirty="0"/>
          </a:p>
          <a:p>
            <a:endParaRPr lang="en-US" i="0" dirty="0"/>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461A349D-3064-1858-F198-DD38B2FF4EA9}"/>
              </a:ext>
            </a:extLst>
          </p:cNvPr>
          <p:cNvSpPr>
            <a:spLocks noGrp="1"/>
          </p:cNvSpPr>
          <p:nvPr>
            <p:ph type="sldNum" sz="quarter" idx="5"/>
          </p:nvPr>
        </p:nvSpPr>
        <p:spPr/>
        <p:txBody>
          <a:bodyPr/>
          <a:lstStyle/>
          <a:p>
            <a:fld id="{7C50BB5D-51FC-45DF-BEE4-7B3747DE1EF8}" type="slidenum">
              <a:rPr lang="en-US" smtClean="0"/>
              <a:t>7</a:t>
            </a:fld>
            <a:endParaRPr lang="en-US"/>
          </a:p>
        </p:txBody>
      </p:sp>
    </p:spTree>
    <p:extLst>
      <p:ext uri="{BB962C8B-B14F-4D97-AF65-F5344CB8AC3E}">
        <p14:creationId xmlns:p14="http://schemas.microsoft.com/office/powerpoint/2010/main" val="27988796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9D3CD-8FD0-26F8-7345-2AC79DC86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550F6E-31E0-98F5-98B4-FD0BACA2E6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7A715-AF86-D656-2145-9B197E15CB9D}"/>
              </a:ext>
            </a:extLst>
          </p:cNvPr>
          <p:cNvSpPr>
            <a:spLocks noGrp="1"/>
          </p:cNvSpPr>
          <p:nvPr>
            <p:ph type="body" idx="1"/>
          </p:nvPr>
        </p:nvSpPr>
        <p:spPr/>
        <p:txBody>
          <a:bodyPr/>
          <a:lstStyle/>
          <a:p>
            <a:r>
              <a:rPr lang="en-US" i="0" dirty="0"/>
              <a:t>We spent almost </a:t>
            </a:r>
            <a:r>
              <a:rPr lang="en-US" b="1" i="0" dirty="0"/>
              <a:t>$75B</a:t>
            </a:r>
            <a:r>
              <a:rPr lang="en-US" b="0" i="0" dirty="0"/>
              <a:t> on home automation in 2021, and yet for </a:t>
            </a:r>
            <a:r>
              <a:rPr lang="en-US" i="0" dirty="0"/>
              <a:t>most people, the </a:t>
            </a:r>
            <a:r>
              <a:rPr lang="en-US" b="1" i="0" dirty="0"/>
              <a:t>pinnacle of their home automation experience</a:t>
            </a:r>
            <a:r>
              <a:rPr lang="en-US" i="0" dirty="0"/>
              <a:t> is turning on lightbulbs from their phone, as long as their internet connection is working and as long as no one turned off the power at the wall switch. </a:t>
            </a:r>
          </a:p>
          <a:p>
            <a:endParaRPr lang="en-US" i="0" dirty="0"/>
          </a:p>
          <a:p>
            <a:r>
              <a:rPr lang="en-US" b="1" i="0" dirty="0"/>
              <a:t>(next)</a:t>
            </a:r>
            <a:r>
              <a:rPr lang="en-US" i="0" dirty="0"/>
              <a:t> I think that’s dumb.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endParaRPr lang="en-US" i="0" dirty="0"/>
          </a:p>
        </p:txBody>
      </p:sp>
      <p:sp>
        <p:nvSpPr>
          <p:cNvPr id="4" name="Slide Number Placeholder 3">
            <a:extLst>
              <a:ext uri="{FF2B5EF4-FFF2-40B4-BE49-F238E27FC236}">
                <a16:creationId xmlns:a16="http://schemas.microsoft.com/office/drawing/2014/main" id="{3833E038-C444-B7B2-8835-EA29E581273F}"/>
              </a:ext>
            </a:extLst>
          </p:cNvPr>
          <p:cNvSpPr>
            <a:spLocks noGrp="1"/>
          </p:cNvSpPr>
          <p:nvPr>
            <p:ph type="sldNum" sz="quarter" idx="5"/>
          </p:nvPr>
        </p:nvSpPr>
        <p:spPr/>
        <p:txBody>
          <a:bodyPr/>
          <a:lstStyle/>
          <a:p>
            <a:fld id="{7C50BB5D-51FC-45DF-BEE4-7B3747DE1EF8}" type="slidenum">
              <a:rPr lang="en-US" smtClean="0"/>
              <a:t>8</a:t>
            </a:fld>
            <a:endParaRPr lang="en-US"/>
          </a:p>
        </p:txBody>
      </p:sp>
    </p:spTree>
    <p:extLst>
      <p:ext uri="{BB962C8B-B14F-4D97-AF65-F5344CB8AC3E}">
        <p14:creationId xmlns:p14="http://schemas.microsoft.com/office/powerpoint/2010/main" val="36080396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ADC18-5484-94FC-DC0E-00C346D740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69D6D6-95E2-ABB3-9DFA-94B8F80CF0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8740B4-10D0-32EB-D747-0CA0864396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 think it's dumb that all that money and tech is focused on basic use cases that don't provide the rich experience that I'm dreaming of.</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Fortunately, though, you CAN do more interesting and useful things, it just requires a little bit of </a:t>
            </a:r>
            <a:r>
              <a:rPr lang="en-US" b="1" i="0" dirty="0"/>
              <a:t>technical skill</a:t>
            </a:r>
            <a:r>
              <a:rPr lang="en-US" i="0" dirty="0"/>
              <a:t>, a little bit of </a:t>
            </a:r>
            <a:r>
              <a:rPr lang="en-US" b="1" i="0" dirty="0"/>
              <a:t>knowledge</a:t>
            </a:r>
            <a:r>
              <a:rPr lang="en-US" i="0" dirty="0"/>
              <a:t>, and a little bit of </a:t>
            </a:r>
            <a:r>
              <a:rPr lang="en-US" b="1" i="0" dirty="0"/>
              <a:t>elbow grease.</a:t>
            </a: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0090B6A1-00B5-3EA8-FB3D-63AAB6900948}"/>
              </a:ext>
            </a:extLst>
          </p:cNvPr>
          <p:cNvSpPr>
            <a:spLocks noGrp="1"/>
          </p:cNvSpPr>
          <p:nvPr>
            <p:ph type="sldNum" sz="quarter" idx="5"/>
          </p:nvPr>
        </p:nvSpPr>
        <p:spPr/>
        <p:txBody>
          <a:bodyPr/>
          <a:lstStyle/>
          <a:p>
            <a:fld id="{7C50BB5D-51FC-45DF-BEE4-7B3747DE1EF8}" type="slidenum">
              <a:rPr lang="en-US" smtClean="0"/>
              <a:t>9</a:t>
            </a:fld>
            <a:endParaRPr lang="en-US"/>
          </a:p>
        </p:txBody>
      </p:sp>
    </p:spTree>
    <p:extLst>
      <p:ext uri="{BB962C8B-B14F-4D97-AF65-F5344CB8AC3E}">
        <p14:creationId xmlns:p14="http://schemas.microsoft.com/office/powerpoint/2010/main" val="1361932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44FD-1BC7-4D0D-251F-E3305C3060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9AB25-58EB-8C1F-D3D4-520598ECDA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ACB6B6-F7F4-CC1A-2AC9-ACB199DE394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That brings us to today.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session is a summary of everything I’ve learned and implemented over the last few years.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I'll show you what’s possible with today’s tech and I'll give you a roadmap to follow if you choose to begin your own home automation journey.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E5E56787-906F-62B4-1869-EC75A17A9756}"/>
              </a:ext>
            </a:extLst>
          </p:cNvPr>
          <p:cNvSpPr>
            <a:spLocks noGrp="1"/>
          </p:cNvSpPr>
          <p:nvPr>
            <p:ph type="sldNum" sz="quarter" idx="5"/>
          </p:nvPr>
        </p:nvSpPr>
        <p:spPr/>
        <p:txBody>
          <a:bodyPr/>
          <a:lstStyle/>
          <a:p>
            <a:fld id="{7C50BB5D-51FC-45DF-BEE4-7B3747DE1EF8}" type="slidenum">
              <a:rPr lang="en-US" smtClean="0"/>
              <a:t>10</a:t>
            </a:fld>
            <a:endParaRPr lang="en-US"/>
          </a:p>
        </p:txBody>
      </p:sp>
    </p:spTree>
    <p:extLst>
      <p:ext uri="{BB962C8B-B14F-4D97-AF65-F5344CB8AC3E}">
        <p14:creationId xmlns:p14="http://schemas.microsoft.com/office/powerpoint/2010/main" val="17745283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008E-EDE9-455F-E17E-E2ACEE6669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336113-1BB9-637A-75CD-3C87D221CD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AC3A7-15FE-08EC-0524-5F38CC70D8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During this session we’re going to talk about why you should care about local control and execution,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r>
              <a:rPr lang="en-US" b="1" dirty="0"/>
              <a:t>(click)</a:t>
            </a:r>
          </a:p>
          <a:p>
            <a:r>
              <a:rPr lang="en-US" b="0" dirty="0"/>
              <a:t>… the different types of devices and protocols that support local control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 and how to use this thing called Home Assistant to manage everything. </a:t>
            </a: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Then I'll show you how I'm using those things to make my home smarter, including adding smarts to my legacy appliances. </a:t>
            </a: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We'll also talk about how you can remotely access your locally-controlled smart home…</a:t>
            </a: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 and how you can use voice control without relying on Alexa or Google.</a:t>
            </a:r>
            <a:endParaRPr lang="en-US" b="1" dirty="0"/>
          </a:p>
          <a:p>
            <a:endParaRPr lang="en-US" b="1" dirty="0"/>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4BFAA547-C4E0-4ECA-D941-A21363475176}"/>
              </a:ext>
            </a:extLst>
          </p:cNvPr>
          <p:cNvSpPr>
            <a:spLocks noGrp="1"/>
          </p:cNvSpPr>
          <p:nvPr>
            <p:ph type="sldNum" sz="quarter" idx="5"/>
          </p:nvPr>
        </p:nvSpPr>
        <p:spPr/>
        <p:txBody>
          <a:bodyPr/>
          <a:lstStyle/>
          <a:p>
            <a:fld id="{7C50BB5D-51FC-45DF-BEE4-7B3747DE1EF8}" type="slidenum">
              <a:rPr lang="en-US" smtClean="0"/>
              <a:t>11</a:t>
            </a:fld>
            <a:endParaRPr lang="en-US"/>
          </a:p>
        </p:txBody>
      </p:sp>
    </p:spTree>
    <p:extLst>
      <p:ext uri="{BB962C8B-B14F-4D97-AF65-F5344CB8AC3E}">
        <p14:creationId xmlns:p14="http://schemas.microsoft.com/office/powerpoint/2010/main" val="18093338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start, lets talk about </a:t>
            </a:r>
            <a:r>
              <a:rPr lang="en-US" i="1" dirty="0"/>
              <a:t>why you should care </a:t>
            </a:r>
            <a:r>
              <a:rPr lang="en-US" i="0" dirty="0"/>
              <a:t>about automating your </a:t>
            </a:r>
            <a:r>
              <a:rPr lang="en-US" i="0" dirty="0" err="1"/>
              <a:t>smarthome</a:t>
            </a:r>
            <a:r>
              <a:rPr lang="en-US" i="0" dirty="0"/>
              <a:t> without the cloud. </a:t>
            </a:r>
          </a:p>
        </p:txBody>
      </p:sp>
      <p:sp>
        <p:nvSpPr>
          <p:cNvPr id="4" name="Slide Number Placeholder 3"/>
          <p:cNvSpPr>
            <a:spLocks noGrp="1"/>
          </p:cNvSpPr>
          <p:nvPr>
            <p:ph type="sldNum" sz="quarter" idx="5"/>
          </p:nvPr>
        </p:nvSpPr>
        <p:spPr/>
        <p:txBody>
          <a:bodyPr/>
          <a:lstStyle/>
          <a:p>
            <a:fld id="{7C50BB5D-51FC-45DF-BEE4-7B3747DE1EF8}" type="slidenum">
              <a:rPr lang="en-US" smtClean="0"/>
              <a:t>12</a:t>
            </a:fld>
            <a:endParaRPr lang="en-US"/>
          </a:p>
        </p:txBody>
      </p:sp>
    </p:spTree>
    <p:extLst>
      <p:ext uri="{BB962C8B-B14F-4D97-AF65-F5344CB8AC3E}">
        <p14:creationId xmlns:p14="http://schemas.microsoft.com/office/powerpoint/2010/main" val="7721426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80D31-9607-A6E0-3CE4-DD2D03C29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C5BFA0-2E75-B9CF-8B41-602EA0F8C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70E528-70E1-817B-7A8B-89473E714A0D}"/>
              </a:ext>
            </a:extLst>
          </p:cNvPr>
          <p:cNvSpPr>
            <a:spLocks noGrp="1"/>
          </p:cNvSpPr>
          <p:nvPr>
            <p:ph type="body" idx="1"/>
          </p:nvPr>
        </p:nvSpPr>
        <p:spPr/>
        <p:txBody>
          <a:bodyPr/>
          <a:lstStyle/>
          <a:p>
            <a:r>
              <a:rPr lang="en-US" dirty="0"/>
              <a:t>First, I think it’s dumb for your smart home to lose functionality because your Internet connection dropped or because some cloud service is having problems.</a:t>
            </a:r>
          </a:p>
          <a:p>
            <a:endParaRPr lang="en-US" dirty="0"/>
          </a:p>
          <a:p>
            <a:r>
              <a:rPr lang="en-US" b="0" dirty="0"/>
              <a:t>A year or two ago the Ring doorbell system went down. Some people had integrated their smart door lock into the Ring app, and they found themselves </a:t>
            </a:r>
            <a:r>
              <a:rPr lang="en-US" b="0" i="1" dirty="0"/>
              <a:t>unable to get into their homes </a:t>
            </a:r>
            <a:r>
              <a:rPr lang="en-US" b="0" i="0" dirty="0"/>
              <a:t>because of an AWS outage.</a:t>
            </a:r>
          </a:p>
          <a:p>
            <a:endParaRPr lang="en-US" b="0" i="0" dirty="0"/>
          </a:p>
          <a:p>
            <a:r>
              <a:rPr lang="en-US" b="0" i="0" dirty="0"/>
              <a:t>There was a similar issue when a Google outage took down the Nest ecosystem, and people with Nest thermostats were unable to locally control their A/C until it came back up.</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those were just temporary outages; what happens if the provider of your cloud services goes out of business? There are thousands and thousands of old smart devices in landfills because the manufacturer went bankrupt, or just decided to stop supporting the necessary cloud services to save money.</a:t>
            </a:r>
          </a:p>
          <a:p>
            <a:endParaRPr lang="en-US" b="0" dirty="0"/>
          </a:p>
          <a:p>
            <a:endParaRPr lang="en-US" i="0" dirty="0"/>
          </a:p>
        </p:txBody>
      </p:sp>
      <p:sp>
        <p:nvSpPr>
          <p:cNvPr id="4" name="Slide Number Placeholder 3">
            <a:extLst>
              <a:ext uri="{FF2B5EF4-FFF2-40B4-BE49-F238E27FC236}">
                <a16:creationId xmlns:a16="http://schemas.microsoft.com/office/drawing/2014/main" id="{AA4B1717-92AF-CAF5-3701-B510D92D7CAA}"/>
              </a:ext>
            </a:extLst>
          </p:cNvPr>
          <p:cNvSpPr>
            <a:spLocks noGrp="1"/>
          </p:cNvSpPr>
          <p:nvPr>
            <p:ph type="sldNum" sz="quarter" idx="5"/>
          </p:nvPr>
        </p:nvSpPr>
        <p:spPr/>
        <p:txBody>
          <a:bodyPr/>
          <a:lstStyle/>
          <a:p>
            <a:fld id="{7C50BB5D-51FC-45DF-BEE4-7B3747DE1EF8}" type="slidenum">
              <a:rPr lang="en-US" smtClean="0"/>
              <a:t>13</a:t>
            </a:fld>
            <a:endParaRPr lang="en-US"/>
          </a:p>
        </p:txBody>
      </p:sp>
    </p:spTree>
    <p:extLst>
      <p:ext uri="{BB962C8B-B14F-4D97-AF65-F5344CB8AC3E}">
        <p14:creationId xmlns:p14="http://schemas.microsoft.com/office/powerpoint/2010/main" val="19015167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reason I’m anti-cloud is that IoT devices are notorious for having poor, or even nonexistent, security.  </a:t>
            </a:r>
          </a:p>
          <a:p>
            <a:endParaRPr lang="en-US" dirty="0"/>
          </a:p>
          <a:p>
            <a:r>
              <a:rPr lang="en-US" dirty="0"/>
              <a:t>You may not care if a Chinese hacker can change the color of your smart lightbulb, but it's a different story when we're talking about cameras and door locks.</a:t>
            </a:r>
          </a:p>
          <a:p>
            <a:endParaRPr lang="en-US" dirty="0"/>
          </a:p>
          <a:p>
            <a:r>
              <a:rPr lang="en-US" dirty="0"/>
              <a:t>And remember that security isn't just about your devices; cloud services require you to log into them, and they collect information about you. </a:t>
            </a:r>
          </a:p>
          <a:p>
            <a:endParaRPr lang="en-US" dirty="0"/>
          </a:p>
          <a:p>
            <a:r>
              <a:rPr lang="en-US" dirty="0"/>
              <a:t>That information has to be stored somewhere, which means it can be stolen.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The fewer cloud services you rely on, the fewer vulnerabilities you’ll have.</a:t>
            </a:r>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14</a:t>
            </a:fld>
            <a:endParaRPr lang="en-US"/>
          </a:p>
        </p:txBody>
      </p:sp>
    </p:spTree>
    <p:extLst>
      <p:ext uri="{BB962C8B-B14F-4D97-AF65-F5344CB8AC3E}">
        <p14:creationId xmlns:p14="http://schemas.microsoft.com/office/powerpoint/2010/main" val="35978204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cloud services tend to focus on </a:t>
            </a:r>
            <a:r>
              <a:rPr lang="en-US" i="1" dirty="0"/>
              <a:t>basic </a:t>
            </a:r>
            <a:r>
              <a:rPr lang="en-US" i="0" dirty="0"/>
              <a:t>use cases, like turning on a light from your phone. </a:t>
            </a:r>
          </a:p>
          <a:p>
            <a:endParaRPr lang="en-US" i="0" dirty="0"/>
          </a:p>
          <a:p>
            <a:r>
              <a:rPr lang="en-US" i="0" dirty="0"/>
              <a:t>They don’t typically support more advanced use cases that involve different types and brands of devices working together. </a:t>
            </a:r>
          </a:p>
          <a:p>
            <a:endParaRPr lang="en-US" i="0" dirty="0"/>
          </a:p>
        </p:txBody>
      </p:sp>
      <p:sp>
        <p:nvSpPr>
          <p:cNvPr id="4" name="Slide Number Placeholder 3"/>
          <p:cNvSpPr>
            <a:spLocks noGrp="1"/>
          </p:cNvSpPr>
          <p:nvPr>
            <p:ph type="sldNum" sz="quarter" idx="5"/>
          </p:nvPr>
        </p:nvSpPr>
        <p:spPr/>
        <p:txBody>
          <a:bodyPr/>
          <a:lstStyle/>
          <a:p>
            <a:fld id="{7C50BB5D-51FC-45DF-BEE4-7B3747DE1EF8}" type="slidenum">
              <a:rPr lang="en-US" smtClean="0"/>
              <a:t>15</a:t>
            </a:fld>
            <a:endParaRPr lang="en-US"/>
          </a:p>
        </p:txBody>
      </p:sp>
    </p:spTree>
    <p:extLst>
      <p:ext uri="{BB962C8B-B14F-4D97-AF65-F5344CB8AC3E}">
        <p14:creationId xmlns:p14="http://schemas.microsoft.com/office/powerpoint/2010/main" val="31687955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Lastly, I’m anti-cloud because the user experience sucks.</a:t>
            </a:r>
          </a:p>
          <a:p>
            <a:endParaRPr lang="en-US" dirty="0"/>
          </a:p>
          <a:p>
            <a:r>
              <a:rPr lang="en-US" dirty="0"/>
              <a:t>One of the first things I tried on this journey of mine was SmartThings.</a:t>
            </a:r>
          </a:p>
          <a:p>
            <a:endParaRPr lang="en-US" dirty="0"/>
          </a:p>
          <a:p>
            <a:r>
              <a:rPr lang="en-US" dirty="0"/>
              <a:t>I had just created a “movie time” automation to dim all the lights, and as my wife and I were getting ready for a Friday night movie I decided to show off.</a:t>
            </a:r>
          </a:p>
          <a:p>
            <a:endParaRPr lang="en-US" dirty="0"/>
          </a:p>
          <a:p>
            <a:r>
              <a:rPr lang="en-US" b="1" dirty="0"/>
              <a:t>(click)</a:t>
            </a:r>
          </a:p>
          <a:p>
            <a:r>
              <a:rPr lang="en-US" b="0" dirty="0"/>
              <a:t>She was reaching for the lights and </a:t>
            </a:r>
            <a:r>
              <a:rPr lang="en-US" dirty="0"/>
              <a:t>I said “</a:t>
            </a:r>
            <a:r>
              <a:rPr lang="en-US" dirty="0" err="1"/>
              <a:t>yo</a:t>
            </a:r>
            <a:r>
              <a:rPr lang="en-US" dirty="0"/>
              <a:t>, check this. Alexa, it’s movie time”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I got the syntax wrong, so Alexa responds with “I don’t know what you mean”</a:t>
            </a:r>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16</a:t>
            </a:fld>
            <a:endParaRPr lang="en-US"/>
          </a:p>
        </p:txBody>
      </p:sp>
    </p:spTree>
    <p:extLst>
      <p:ext uri="{BB962C8B-B14F-4D97-AF65-F5344CB8AC3E}">
        <p14:creationId xmlns:p14="http://schemas.microsoft.com/office/powerpoint/2010/main" val="357233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I’m like “oops, I mean, Alexa, start the movie time scene”. </a:t>
            </a:r>
          </a:p>
          <a:p>
            <a:endParaRPr lang="en-US" dirty="0"/>
          </a:p>
          <a:p>
            <a:r>
              <a:rPr lang="en-US" b="1" dirty="0"/>
              <a:t>(click)</a:t>
            </a: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there must have been some sort of hiccup between my Echo, the AWS network, and the SmartThings network, because nothing happened immediately. We’re just standing there waiting for something to happen. </a:t>
            </a:r>
          </a:p>
          <a:p>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17</a:t>
            </a:fld>
            <a:endParaRPr lang="en-US"/>
          </a:p>
        </p:txBody>
      </p:sp>
    </p:spTree>
    <p:extLst>
      <p:ext uri="{BB962C8B-B14F-4D97-AF65-F5344CB8AC3E}">
        <p14:creationId xmlns:p14="http://schemas.microsoft.com/office/powerpoint/2010/main" val="22575274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wife rolls her eyes, turns off the wall switch with a single finger, and sits down on the couch.</a:t>
            </a:r>
          </a:p>
        </p:txBody>
      </p:sp>
      <p:sp>
        <p:nvSpPr>
          <p:cNvPr id="4" name="Slide Number Placeholder 3"/>
          <p:cNvSpPr>
            <a:spLocks noGrp="1"/>
          </p:cNvSpPr>
          <p:nvPr>
            <p:ph type="sldNum" sz="quarter" idx="5"/>
          </p:nvPr>
        </p:nvSpPr>
        <p:spPr/>
        <p:txBody>
          <a:bodyPr/>
          <a:lstStyle/>
          <a:p>
            <a:fld id="{7C50BB5D-51FC-45DF-BEE4-7B3747DE1EF8}" type="slidenum">
              <a:rPr lang="en-US" smtClean="0"/>
              <a:t>18</a:t>
            </a:fld>
            <a:endParaRPr lang="en-US"/>
          </a:p>
        </p:txBody>
      </p:sp>
    </p:spTree>
    <p:extLst>
      <p:ext uri="{BB962C8B-B14F-4D97-AF65-F5344CB8AC3E}">
        <p14:creationId xmlns:p14="http://schemas.microsoft.com/office/powerpoint/2010/main" val="19632591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moment later I get a notification on my phone from SmartThings saying it can’t reach my light. </a:t>
            </a:r>
          </a:p>
          <a:p>
            <a:endParaRPr lang="en-US" dirty="0"/>
          </a:p>
          <a:p>
            <a:r>
              <a:rPr lang="en-US" dirty="0"/>
              <a:t>Turning off the switch killed the power to the smart bulb, knocking it off the network and making it unavailable by the time SmartThings finally got around to processing the event. </a:t>
            </a:r>
          </a:p>
        </p:txBody>
      </p:sp>
      <p:sp>
        <p:nvSpPr>
          <p:cNvPr id="4" name="Slide Number Placeholder 3"/>
          <p:cNvSpPr>
            <a:spLocks noGrp="1"/>
          </p:cNvSpPr>
          <p:nvPr>
            <p:ph type="sldNum" sz="quarter" idx="5"/>
          </p:nvPr>
        </p:nvSpPr>
        <p:spPr/>
        <p:txBody>
          <a:bodyPr/>
          <a:lstStyle/>
          <a:p>
            <a:fld id="{7C50BB5D-51FC-45DF-BEE4-7B3747DE1EF8}" type="slidenum">
              <a:rPr lang="en-US" smtClean="0"/>
              <a:t>19</a:t>
            </a:fld>
            <a:endParaRPr lang="en-US"/>
          </a:p>
        </p:txBody>
      </p:sp>
    </p:spTree>
    <p:extLst>
      <p:ext uri="{BB962C8B-B14F-4D97-AF65-F5344CB8AC3E}">
        <p14:creationId xmlns:p14="http://schemas.microsoft.com/office/powerpoint/2010/main" val="22242506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so enough ranting from my soapbox. </a:t>
            </a:r>
          </a:p>
          <a:p>
            <a:endParaRPr lang="en-US" dirty="0"/>
          </a:p>
          <a:p>
            <a:r>
              <a:rPr lang="en-US" dirty="0"/>
              <a:t>The point is, running your </a:t>
            </a:r>
            <a:r>
              <a:rPr lang="en-US" dirty="0" err="1"/>
              <a:t>smarthome</a:t>
            </a:r>
            <a:r>
              <a:rPr lang="en-US" dirty="0"/>
              <a:t> locally is a key element of that smart home nirvana that I’m dreaming about.</a:t>
            </a:r>
          </a:p>
        </p:txBody>
      </p:sp>
      <p:sp>
        <p:nvSpPr>
          <p:cNvPr id="4" name="Slide Number Placeholder 3"/>
          <p:cNvSpPr>
            <a:spLocks noGrp="1"/>
          </p:cNvSpPr>
          <p:nvPr>
            <p:ph type="sldNum" sz="quarter" idx="5"/>
          </p:nvPr>
        </p:nvSpPr>
        <p:spPr/>
        <p:txBody>
          <a:bodyPr/>
          <a:lstStyle/>
          <a:p>
            <a:fld id="{7C50BB5D-51FC-45DF-BEE4-7B3747DE1EF8}" type="slidenum">
              <a:rPr lang="en-US" smtClean="0"/>
              <a:t>20</a:t>
            </a:fld>
            <a:endParaRPr lang="en-US"/>
          </a:p>
        </p:txBody>
      </p:sp>
    </p:spTree>
    <p:extLst>
      <p:ext uri="{BB962C8B-B14F-4D97-AF65-F5344CB8AC3E}">
        <p14:creationId xmlns:p14="http://schemas.microsoft.com/office/powerpoint/2010/main" val="17089718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speaking of that smart home nirvana, let’s take a minute to identify what a truly “smart” home looks like, at least to me.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the things that local control will help us achieve. </a:t>
            </a:r>
          </a:p>
          <a:p>
            <a:endParaRPr lang="en-US" dirty="0"/>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21</a:t>
            </a:fld>
            <a:endParaRPr lang="en-US"/>
          </a:p>
        </p:txBody>
      </p:sp>
    </p:spTree>
    <p:extLst>
      <p:ext uri="{BB962C8B-B14F-4D97-AF65-F5344CB8AC3E}">
        <p14:creationId xmlns:p14="http://schemas.microsoft.com/office/powerpoint/2010/main" val="10866040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I think that automation is better than control.</a:t>
            </a:r>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22</a:t>
            </a:fld>
            <a:endParaRPr lang="en-US"/>
          </a:p>
        </p:txBody>
      </p:sp>
    </p:spTree>
    <p:extLst>
      <p:ext uri="{BB962C8B-B14F-4D97-AF65-F5344CB8AC3E}">
        <p14:creationId xmlns:p14="http://schemas.microsoft.com/office/powerpoint/2010/main" val="32934907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example, consider the laundry room in my basement.</a:t>
            </a:r>
          </a:p>
        </p:txBody>
      </p:sp>
      <p:sp>
        <p:nvSpPr>
          <p:cNvPr id="4" name="Slide Number Placeholder 3"/>
          <p:cNvSpPr>
            <a:spLocks noGrp="1"/>
          </p:cNvSpPr>
          <p:nvPr>
            <p:ph type="sldNum" sz="quarter" idx="5"/>
          </p:nvPr>
        </p:nvSpPr>
        <p:spPr/>
        <p:txBody>
          <a:bodyPr/>
          <a:lstStyle/>
          <a:p>
            <a:fld id="{7C50BB5D-51FC-45DF-BEE4-7B3747DE1EF8}" type="slidenum">
              <a:rPr lang="en-US" smtClean="0"/>
              <a:t>23</a:t>
            </a:fld>
            <a:endParaRPr lang="en-US"/>
          </a:p>
        </p:txBody>
      </p:sp>
    </p:spTree>
    <p:extLst>
      <p:ext uri="{BB962C8B-B14F-4D97-AF65-F5344CB8AC3E}">
        <p14:creationId xmlns:p14="http://schemas.microsoft.com/office/powerpoint/2010/main" val="12819089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get there, I pass through three distinct areas, each with their own lighting controls.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Controlling those lights from my phone is a neat trick, but it's not very helpful when my hands are full of laundry baskets. </a:t>
            </a:r>
          </a:p>
          <a:p>
            <a:endParaRPr lang="en-US" dirty="0"/>
          </a:p>
          <a:p>
            <a:r>
              <a:rPr lang="en-US" dirty="0"/>
              <a:t>Using my voice is a pain because there are three distinct areas, and giving separate audio commands for each area gets really old </a:t>
            </a:r>
            <a:r>
              <a:rPr lang="en-US" i="1" dirty="0"/>
              <a:t>really </a:t>
            </a:r>
            <a:r>
              <a:rPr lang="en-US" i="0" dirty="0"/>
              <a:t>quick.</a:t>
            </a:r>
          </a:p>
          <a:p>
            <a:endParaRPr lang="en-US" i="0" dirty="0"/>
          </a:p>
          <a:p>
            <a:r>
              <a:rPr lang="en-US" i="0" dirty="0"/>
              <a:t>I could group the lights into a scene, and then use my voice to active the scene, but that only works if a smart speaker can hear me, and it requires training my wife and kids to turn the scene on and off as needed.</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really, I don’t want to </a:t>
            </a:r>
            <a:r>
              <a:rPr lang="en-US" i="1" dirty="0"/>
              <a:t>control </a:t>
            </a:r>
            <a:r>
              <a:rPr lang="en-US" i="0" dirty="0"/>
              <a:t>the lights, I want them to be </a:t>
            </a:r>
            <a:r>
              <a:rPr lang="en-US" i="1" dirty="0"/>
              <a:t>automated</a:t>
            </a:r>
            <a:r>
              <a:rPr lang="en-US" i="0" dirty="0"/>
              <a:t>. </a:t>
            </a:r>
          </a:p>
        </p:txBody>
      </p:sp>
      <p:sp>
        <p:nvSpPr>
          <p:cNvPr id="4" name="Slide Number Placeholder 3"/>
          <p:cNvSpPr>
            <a:spLocks noGrp="1"/>
          </p:cNvSpPr>
          <p:nvPr>
            <p:ph type="sldNum" sz="quarter" idx="5"/>
          </p:nvPr>
        </p:nvSpPr>
        <p:spPr/>
        <p:txBody>
          <a:bodyPr/>
          <a:lstStyle/>
          <a:p>
            <a:fld id="{7C50BB5D-51FC-45DF-BEE4-7B3747DE1EF8}" type="slidenum">
              <a:rPr lang="en-US" smtClean="0"/>
              <a:t>24</a:t>
            </a:fld>
            <a:endParaRPr lang="en-US"/>
          </a:p>
        </p:txBody>
      </p:sp>
    </p:spTree>
    <p:extLst>
      <p:ext uri="{BB962C8B-B14F-4D97-AF65-F5344CB8AC3E}">
        <p14:creationId xmlns:p14="http://schemas.microsoft.com/office/powerpoint/2010/main" val="32030755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do that, </a:t>
            </a:r>
            <a:r>
              <a:rPr lang="en-US" b="0" dirty="0"/>
              <a:t>I put motion sensors in each area so that the lights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br>
              <a:rPr lang="en-US" b="1" dirty="0"/>
            </a:br>
            <a:r>
              <a:rPr lang="en-US" b="0" dirty="0"/>
              <a:t>automatically turn on when I enter the room, and</a:t>
            </a:r>
            <a:br>
              <a:rPr lang="en-US" b="0" dirty="0"/>
            </a:b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br>
              <a:rPr lang="en-US" b="1" dirty="0"/>
            </a:br>
            <a:r>
              <a:rPr lang="en-US" b="0" dirty="0"/>
              <a:t>automatically turns off after I leave. </a:t>
            </a:r>
            <a:endParaRPr lang="en-US" i="0" dirty="0"/>
          </a:p>
        </p:txBody>
      </p:sp>
      <p:sp>
        <p:nvSpPr>
          <p:cNvPr id="4" name="Slide Number Placeholder 3"/>
          <p:cNvSpPr>
            <a:spLocks noGrp="1"/>
          </p:cNvSpPr>
          <p:nvPr>
            <p:ph type="sldNum" sz="quarter" idx="5"/>
          </p:nvPr>
        </p:nvSpPr>
        <p:spPr/>
        <p:txBody>
          <a:bodyPr/>
          <a:lstStyle/>
          <a:p>
            <a:fld id="{7C50BB5D-51FC-45DF-BEE4-7B3747DE1EF8}" type="slidenum">
              <a:rPr lang="en-US" smtClean="0"/>
              <a:t>25</a:t>
            </a:fld>
            <a:endParaRPr lang="en-US"/>
          </a:p>
        </p:txBody>
      </p:sp>
    </p:spTree>
    <p:extLst>
      <p:ext uri="{BB962C8B-B14F-4D97-AF65-F5344CB8AC3E}">
        <p14:creationId xmlns:p14="http://schemas.microsoft.com/office/powerpoint/2010/main" val="41870799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Of course, motion controlled lights aren’t really a big deal.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could have bought some cheap, dumb, motion-activated light switches from Walmart and done the same basic thing.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fld id="{7C50BB5D-51FC-45DF-BEE4-7B3747DE1EF8}" type="slidenum">
              <a:rPr lang="en-US" smtClean="0"/>
              <a:t>26</a:t>
            </a:fld>
            <a:endParaRPr lang="en-US"/>
          </a:p>
        </p:txBody>
      </p:sp>
    </p:spTree>
    <p:extLst>
      <p:ext uri="{BB962C8B-B14F-4D97-AF65-F5344CB8AC3E}">
        <p14:creationId xmlns:p14="http://schemas.microsoft.com/office/powerpoint/2010/main" val="6112575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those cheap Walmart switches are examples of </a:t>
            </a:r>
            <a:r>
              <a:rPr lang="en-US" b="1" i="1" dirty="0"/>
              <a:t>dumb automations</a:t>
            </a:r>
            <a:r>
              <a:rPr lang="en-US" i="0" dirty="0"/>
              <a:t>. Each switch only knows about whether or not it senses motion. It doesn't know if any </a:t>
            </a:r>
            <a:r>
              <a:rPr lang="en-US" i="1" dirty="0"/>
              <a:t>other </a:t>
            </a:r>
            <a:r>
              <a:rPr lang="en-US" i="0" dirty="0"/>
              <a:t>switches are sensing motion, it doesn't know what time of day it is, it doesn't know if you </a:t>
            </a:r>
            <a:r>
              <a:rPr lang="en-US" i="1" dirty="0"/>
              <a:t>want </a:t>
            </a:r>
            <a:r>
              <a:rPr lang="en-US" i="0" dirty="0"/>
              <a:t>it to control the lights at that given moment. That lack of knowledge really limits their usefulness.</a:t>
            </a:r>
          </a:p>
          <a:p>
            <a:endParaRPr lang="en-US" i="0" dirty="0"/>
          </a:p>
          <a:p>
            <a:r>
              <a:rPr lang="en-US" i="0" dirty="0"/>
              <a:t>For example, after I automated my laundry lights, I decided to add motion based lighting to my living room as well. </a:t>
            </a:r>
          </a:p>
        </p:txBody>
      </p:sp>
      <p:sp>
        <p:nvSpPr>
          <p:cNvPr id="4" name="Slide Number Placeholder 3"/>
          <p:cNvSpPr>
            <a:spLocks noGrp="1"/>
          </p:cNvSpPr>
          <p:nvPr>
            <p:ph type="sldNum" sz="quarter" idx="5"/>
          </p:nvPr>
        </p:nvSpPr>
        <p:spPr/>
        <p:txBody>
          <a:bodyPr/>
          <a:lstStyle/>
          <a:p>
            <a:fld id="{7C50BB5D-51FC-45DF-BEE4-7B3747DE1EF8}" type="slidenum">
              <a:rPr lang="en-US" smtClean="0"/>
              <a:t>27</a:t>
            </a:fld>
            <a:endParaRPr lang="en-US"/>
          </a:p>
        </p:txBody>
      </p:sp>
    </p:spTree>
    <p:extLst>
      <p:ext uri="{BB962C8B-B14F-4D97-AF65-F5344CB8AC3E}">
        <p14:creationId xmlns:p14="http://schemas.microsoft.com/office/powerpoint/2010/main" val="310965822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0" dirty="0"/>
              <a:t>But then my daughter complained that if she was sitting still on the couch watching TV, the motion sensor would think the room was empty and would turn the lights off. </a:t>
            </a:r>
          </a:p>
          <a:p>
            <a:endParaRPr lang="en-US" i="0" dirty="0"/>
          </a:p>
          <a:p>
            <a:r>
              <a:rPr lang="en-US" b="1" i="0" dirty="0"/>
              <a:t>(click)</a:t>
            </a:r>
            <a:br>
              <a:rPr lang="en-US" b="1" i="0" dirty="0"/>
            </a:br>
            <a:r>
              <a:rPr lang="en-US" i="0" dirty="0"/>
              <a:t>She’d have to wave her arms in the air every 10 minutes to turn them back on.</a:t>
            </a:r>
          </a:p>
          <a:p>
            <a:endParaRPr lang="en-US" b="1" i="0" dirty="0"/>
          </a:p>
          <a:p>
            <a:r>
              <a:rPr lang="en-US" b="1" i="0" dirty="0"/>
              <a:t>(click)</a:t>
            </a:r>
            <a:br>
              <a:rPr lang="en-US" b="1" i="0" dirty="0"/>
            </a:br>
            <a:r>
              <a:rPr lang="en-US" i="0" dirty="0"/>
              <a:t>By itself that wasn’t a </a:t>
            </a:r>
            <a:r>
              <a:rPr lang="en-US" i="1" dirty="0"/>
              <a:t>super </a:t>
            </a:r>
            <a:r>
              <a:rPr lang="en-US" i="0" dirty="0"/>
              <a:t>compelling argument, because in my opinion making kids move their bodies to watch TV is a feature, not a bug.</a:t>
            </a:r>
          </a:p>
          <a:p>
            <a:endParaRPr lang="en-US" b="1" i="0" dirty="0"/>
          </a:p>
          <a:p>
            <a:r>
              <a:rPr lang="en-US" b="1" i="0" dirty="0"/>
              <a:t>(click)</a:t>
            </a:r>
            <a:br>
              <a:rPr lang="en-US" b="1" i="0" dirty="0"/>
            </a:br>
            <a:r>
              <a:rPr lang="en-US" i="0" dirty="0"/>
              <a:t>But I’m really picky about my </a:t>
            </a:r>
            <a:r>
              <a:rPr lang="en-US" i="1" dirty="0"/>
              <a:t>own </a:t>
            </a:r>
            <a:r>
              <a:rPr lang="en-US" i="0" dirty="0"/>
              <a:t>TV watching experience… </a:t>
            </a:r>
          </a:p>
          <a:p>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28</a:t>
            </a:fld>
            <a:endParaRPr lang="en-US"/>
          </a:p>
        </p:txBody>
      </p:sp>
    </p:spTree>
    <p:extLst>
      <p:ext uri="{BB962C8B-B14F-4D97-AF65-F5344CB8AC3E}">
        <p14:creationId xmlns:p14="http://schemas.microsoft.com/office/powerpoint/2010/main" val="4286824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0" dirty="0"/>
              <a:t>But I’m really picky about my </a:t>
            </a:r>
            <a:r>
              <a:rPr lang="en-US" i="1" dirty="0"/>
              <a:t>own </a:t>
            </a:r>
            <a:r>
              <a:rPr lang="en-US" i="0" dirty="0"/>
              <a:t>TV watching experience… </a:t>
            </a:r>
          </a:p>
          <a:p>
            <a:endParaRPr lang="en-US" i="0" dirty="0"/>
          </a:p>
          <a:p>
            <a:r>
              <a:rPr lang="en-US" i="0" dirty="0"/>
              <a:t>… and we sit down one night for a family movie, and I dim all the lights for the </a:t>
            </a:r>
            <a:r>
              <a:rPr lang="en-US" b="1" i="0" dirty="0"/>
              <a:t>perfect theatrical experience</a:t>
            </a:r>
            <a:r>
              <a:rPr lang="en-US" i="0" dirty="0"/>
              <a:t>, and then the moment someone reaches forward to grab their popcorn it triggers the motion sensor, which shoots the lights up to max brightness and ruins it. </a:t>
            </a:r>
          </a:p>
          <a:p>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29</a:t>
            </a:fld>
            <a:endParaRPr lang="en-US"/>
          </a:p>
        </p:txBody>
      </p:sp>
    </p:spTree>
    <p:extLst>
      <p:ext uri="{BB962C8B-B14F-4D97-AF65-F5344CB8AC3E}">
        <p14:creationId xmlns:p14="http://schemas.microsoft.com/office/powerpoint/2010/main" val="39886378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It’s one thing to disrupt my daughter’s TV time, but I draw the line at things screwing up my movie night.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Dumb automations are </a:t>
            </a:r>
            <a:r>
              <a:rPr lang="en-US" i="1" dirty="0"/>
              <a:t>sometimes </a:t>
            </a:r>
            <a:r>
              <a:rPr lang="en-US" i="0" dirty="0"/>
              <a:t>useful, but other times they just get in the way.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i="0" dirty="0"/>
              <a:t>(next)</a:t>
            </a:r>
            <a:r>
              <a:rPr lang="en-US" b="0" i="0" dirty="0"/>
              <a:t> </a:t>
            </a:r>
            <a:r>
              <a:rPr lang="en-US" i="0" dirty="0"/>
              <a:t>I’m far more interested in making </a:t>
            </a:r>
            <a:r>
              <a:rPr lang="en-US" i="1" dirty="0"/>
              <a:t>smart </a:t>
            </a:r>
            <a:r>
              <a:rPr lang="en-US" i="0" dirty="0"/>
              <a:t>automations that are context-aware…</a:t>
            </a:r>
          </a:p>
        </p:txBody>
      </p:sp>
      <p:sp>
        <p:nvSpPr>
          <p:cNvPr id="4" name="Slide Number Placeholder 3"/>
          <p:cNvSpPr>
            <a:spLocks noGrp="1"/>
          </p:cNvSpPr>
          <p:nvPr>
            <p:ph type="sldNum" sz="quarter" idx="5"/>
          </p:nvPr>
        </p:nvSpPr>
        <p:spPr/>
        <p:txBody>
          <a:bodyPr/>
          <a:lstStyle/>
          <a:p>
            <a:fld id="{7C50BB5D-51FC-45DF-BEE4-7B3747DE1EF8}" type="slidenum">
              <a:rPr lang="en-US" smtClean="0"/>
              <a:t>30</a:t>
            </a:fld>
            <a:endParaRPr lang="en-US"/>
          </a:p>
        </p:txBody>
      </p:sp>
    </p:spTree>
    <p:extLst>
      <p:ext uri="{BB962C8B-B14F-4D97-AF65-F5344CB8AC3E}">
        <p14:creationId xmlns:p14="http://schemas.microsoft.com/office/powerpoint/2010/main" val="19993415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0" dirty="0"/>
              <a:t>…I’m far more interested in making </a:t>
            </a:r>
            <a:r>
              <a:rPr lang="en-US" i="1" dirty="0"/>
              <a:t>smart </a:t>
            </a:r>
            <a:r>
              <a:rPr lang="en-US" i="0" dirty="0"/>
              <a:t>automations that are context-aware.</a:t>
            </a:r>
          </a:p>
          <a:p>
            <a:endParaRPr lang="en-US" i="0" dirty="0"/>
          </a:p>
          <a:p>
            <a:r>
              <a:rPr lang="en-US" i="0" dirty="0"/>
              <a:t>My daughter wants the lights to stay on when she's watching TV during the day, even if she's still.</a:t>
            </a:r>
          </a:p>
          <a:p>
            <a:endParaRPr lang="en-US" i="0" dirty="0"/>
          </a:p>
          <a:p>
            <a:r>
              <a:rPr lang="en-US" i="0" dirty="0"/>
              <a:t>I want the lights to stay </a:t>
            </a:r>
            <a:r>
              <a:rPr lang="en-US" i="1" dirty="0"/>
              <a:t>off </a:t>
            </a:r>
            <a:r>
              <a:rPr lang="en-US" i="0" dirty="0"/>
              <a:t>if I'm watching a movie at night, even if motion is</a:t>
            </a:r>
            <a:r>
              <a:rPr lang="en-US" i="1" dirty="0"/>
              <a:t> </a:t>
            </a:r>
            <a:r>
              <a:rPr lang="en-US" i="0" dirty="0"/>
              <a:t>detected. </a:t>
            </a:r>
          </a:p>
          <a:p>
            <a:endParaRPr lang="en-US" i="0" dirty="0"/>
          </a:p>
          <a:p>
            <a:r>
              <a:rPr lang="en-US" i="0" dirty="0"/>
              <a:t>Both of us want the lights to turn off automatically </a:t>
            </a:r>
            <a:r>
              <a:rPr lang="en-US" i="1" dirty="0"/>
              <a:t>when we're done in the room</a:t>
            </a:r>
            <a:r>
              <a:rPr lang="en-US" i="0" dirty="0"/>
              <a:t>.</a:t>
            </a:r>
          </a:p>
          <a:p>
            <a:endParaRPr lang="en-US" i="0" dirty="0"/>
          </a:p>
          <a:p>
            <a:r>
              <a:rPr lang="en-US" i="0" dirty="0"/>
              <a:t>We’ll talk more about this in a little bit.</a:t>
            </a:r>
          </a:p>
        </p:txBody>
      </p:sp>
      <p:sp>
        <p:nvSpPr>
          <p:cNvPr id="4" name="Slide Number Placeholder 3"/>
          <p:cNvSpPr>
            <a:spLocks noGrp="1"/>
          </p:cNvSpPr>
          <p:nvPr>
            <p:ph type="sldNum" sz="quarter" idx="5"/>
          </p:nvPr>
        </p:nvSpPr>
        <p:spPr/>
        <p:txBody>
          <a:bodyPr/>
          <a:lstStyle/>
          <a:p>
            <a:fld id="{7C50BB5D-51FC-45DF-BEE4-7B3747DE1EF8}" type="slidenum">
              <a:rPr lang="en-US" smtClean="0"/>
              <a:t>31</a:t>
            </a:fld>
            <a:endParaRPr lang="en-US"/>
          </a:p>
        </p:txBody>
      </p:sp>
    </p:spTree>
    <p:extLst>
      <p:ext uri="{BB962C8B-B14F-4D97-AF65-F5344CB8AC3E}">
        <p14:creationId xmlns:p14="http://schemas.microsoft.com/office/powerpoint/2010/main" val="42750177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Third, I don’t care what happens to my internet connection or to anything else on the Internet. </a:t>
            </a:r>
          </a:p>
          <a:p>
            <a:endParaRPr lang="en-US" b="0" i="0" dirty="0"/>
          </a:p>
          <a:p>
            <a:r>
              <a:rPr lang="en-US" b="0" i="0" dirty="0"/>
              <a:t>If my electricity is working, I want my lights to be automated. </a:t>
            </a:r>
          </a:p>
        </p:txBody>
      </p:sp>
      <p:sp>
        <p:nvSpPr>
          <p:cNvPr id="4" name="Slide Number Placeholder 3"/>
          <p:cNvSpPr>
            <a:spLocks noGrp="1"/>
          </p:cNvSpPr>
          <p:nvPr>
            <p:ph type="sldNum" sz="quarter" idx="5"/>
          </p:nvPr>
        </p:nvSpPr>
        <p:spPr/>
        <p:txBody>
          <a:bodyPr/>
          <a:lstStyle/>
          <a:p>
            <a:fld id="{7C50BB5D-51FC-45DF-BEE4-7B3747DE1EF8}" type="slidenum">
              <a:rPr lang="en-US" smtClean="0"/>
              <a:t>32</a:t>
            </a:fld>
            <a:endParaRPr lang="en-US"/>
          </a:p>
        </p:txBody>
      </p:sp>
    </p:spTree>
    <p:extLst>
      <p:ext uri="{BB962C8B-B14F-4D97-AF65-F5344CB8AC3E}">
        <p14:creationId xmlns:p14="http://schemas.microsoft.com/office/powerpoint/2010/main" val="22477981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Lastly, not everyone in my house is as enthusiastic about this as I am. </a:t>
            </a:r>
          </a:p>
          <a:p>
            <a:endParaRPr lang="en-US" dirty="0"/>
          </a:p>
          <a:p>
            <a:r>
              <a:rPr lang="en-US" dirty="0"/>
              <a:t>My last rule is that other people shouldn’t need a training manual or a fancy phone to navigate my house. Lights and switches should work the way they would expect, and the automations don't get in their way.</a:t>
            </a:r>
          </a:p>
          <a:p>
            <a:endParaRPr lang="en-US" dirty="0"/>
          </a:p>
          <a:p>
            <a:r>
              <a:rPr lang="en-US" b="1" dirty="0"/>
              <a:t>(click)</a:t>
            </a:r>
          </a:p>
          <a:p>
            <a:r>
              <a:rPr lang="en-US" b="0" dirty="0"/>
              <a:t>Ok, t</a:t>
            </a:r>
            <a:r>
              <a:rPr lang="en-US" dirty="0"/>
              <a:t>hat’s my vision of a truly smart home, and running everything locally makes these things possible. </a:t>
            </a:r>
          </a:p>
          <a:p>
            <a:endParaRPr lang="en-US" i="0" dirty="0"/>
          </a:p>
          <a:p>
            <a:r>
              <a:rPr lang="en-US" i="0" dirty="0"/>
              <a:t>But how do we get there? </a:t>
            </a:r>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33</a:t>
            </a:fld>
            <a:endParaRPr lang="en-US"/>
          </a:p>
        </p:txBody>
      </p:sp>
    </p:spTree>
    <p:extLst>
      <p:ext uri="{BB962C8B-B14F-4D97-AF65-F5344CB8AC3E}">
        <p14:creationId xmlns:p14="http://schemas.microsoft.com/office/powerpoint/2010/main" val="16197613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These are the three ingredients that you need for a basic, locally controlled smart home. </a:t>
            </a:r>
          </a:p>
          <a:p>
            <a:endParaRPr lang="en-US" b="0" dirty="0"/>
          </a:p>
          <a:p>
            <a:r>
              <a:rPr lang="en-US" b="1" dirty="0"/>
              <a:t>(click)</a:t>
            </a:r>
            <a:endParaRPr lang="en-US" b="0" dirty="0"/>
          </a:p>
          <a:p>
            <a:r>
              <a:rPr lang="en-US" b="0" dirty="0"/>
              <a:t>You need a hub to control everything,</a:t>
            </a:r>
          </a:p>
          <a:p>
            <a:endParaRPr lang="en-US" b="0" dirty="0"/>
          </a:p>
          <a:p>
            <a:r>
              <a:rPr lang="en-US" b="1" dirty="0"/>
              <a:t>(click)</a:t>
            </a:r>
            <a:endParaRPr lang="en-US" b="0" dirty="0"/>
          </a:p>
          <a:p>
            <a:r>
              <a:rPr lang="en-US" b="0" dirty="0"/>
              <a:t>… you need to choose a protocol that your hub and devices will use to communicate, </a:t>
            </a:r>
          </a:p>
          <a:p>
            <a:endParaRPr lang="en-US" b="0" dirty="0"/>
          </a:p>
          <a:p>
            <a:r>
              <a:rPr lang="en-US" b="1" dirty="0"/>
              <a:t>(click)</a:t>
            </a:r>
            <a:endParaRPr lang="en-US" b="0" dirty="0"/>
          </a:p>
          <a:p>
            <a:r>
              <a:rPr lang="en-US" b="0" dirty="0"/>
              <a:t>… and you will need at least one device that supports that protocol, such as a bulb or switch or whatever.</a:t>
            </a:r>
          </a:p>
          <a:p>
            <a:endParaRPr lang="en-US" b="0" dirty="0"/>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34</a:t>
            </a:fld>
            <a:endParaRPr lang="en-US"/>
          </a:p>
        </p:txBody>
      </p:sp>
    </p:spTree>
    <p:extLst>
      <p:ext uri="{BB962C8B-B14F-4D97-AF65-F5344CB8AC3E}">
        <p14:creationId xmlns:p14="http://schemas.microsoft.com/office/powerpoint/2010/main" val="403080397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about hubs first.</a:t>
            </a:r>
          </a:p>
          <a:p>
            <a:endParaRPr lang="en-US" dirty="0"/>
          </a:p>
          <a:p>
            <a:r>
              <a:rPr lang="en-US" dirty="0"/>
              <a:t>The hub is the "brain" of your </a:t>
            </a:r>
            <a:r>
              <a:rPr lang="en-US" dirty="0" err="1"/>
              <a:t>smarthome</a:t>
            </a:r>
            <a:r>
              <a:rPr lang="en-US" dirty="0"/>
              <a:t>. It listens for events and then responds to those events by sending out commands. </a:t>
            </a:r>
          </a:p>
          <a:p>
            <a:endParaRPr lang="en-US" dirty="0"/>
          </a:p>
          <a:p>
            <a:r>
              <a:rPr lang="en-US" b="0" dirty="0"/>
              <a:t>When you open a door to your room, the brain tells your light to turn on. Pretty simple.</a:t>
            </a:r>
          </a:p>
          <a:p>
            <a:endParaRPr lang="en-US" b="0" dirty="0"/>
          </a:p>
          <a:p>
            <a:r>
              <a:rPr lang="en-US" b="0" dirty="0"/>
              <a:t>If this brain lives in the cloud, then you have all of those connectivity and latency issues I want to avoid.</a:t>
            </a:r>
            <a:endParaRPr lang="en-US" b="1" dirty="0"/>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35</a:t>
            </a:fld>
            <a:endParaRPr lang="en-US"/>
          </a:p>
        </p:txBody>
      </p:sp>
    </p:spTree>
    <p:extLst>
      <p:ext uri="{BB962C8B-B14F-4D97-AF65-F5344CB8AC3E}">
        <p14:creationId xmlns:p14="http://schemas.microsoft.com/office/powerpoint/2010/main" val="40148755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To run things locally, that brain needs to live in your house and on your local network.</a:t>
            </a:r>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36</a:t>
            </a:fld>
            <a:endParaRPr lang="en-US"/>
          </a:p>
        </p:txBody>
      </p:sp>
    </p:spTree>
    <p:extLst>
      <p:ext uri="{BB962C8B-B14F-4D97-AF65-F5344CB8AC3E}">
        <p14:creationId xmlns:p14="http://schemas.microsoft.com/office/powerpoint/2010/main" val="345753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my journey, I evaluated 5 different hubs. </a:t>
            </a:r>
          </a:p>
          <a:p>
            <a:endParaRPr lang="en-US" dirty="0"/>
          </a:p>
          <a:p>
            <a:r>
              <a:rPr lang="en-US" dirty="0"/>
              <a:t>Each of these things is capable of acting as that "brain" in your </a:t>
            </a:r>
            <a:r>
              <a:rPr lang="en-US" dirty="0" err="1"/>
              <a:t>smarthome</a:t>
            </a:r>
            <a:r>
              <a:rPr lang="en-US" dirty="0"/>
              <a:t>, but in the end I found one clear winner.</a:t>
            </a:r>
          </a:p>
        </p:txBody>
      </p:sp>
      <p:sp>
        <p:nvSpPr>
          <p:cNvPr id="4" name="Slide Number Placeholder 3"/>
          <p:cNvSpPr>
            <a:spLocks noGrp="1"/>
          </p:cNvSpPr>
          <p:nvPr>
            <p:ph type="sldNum" sz="quarter" idx="5"/>
          </p:nvPr>
        </p:nvSpPr>
        <p:spPr/>
        <p:txBody>
          <a:bodyPr/>
          <a:lstStyle/>
          <a:p>
            <a:fld id="{7C50BB5D-51FC-45DF-BEE4-7B3747DE1EF8}" type="slidenum">
              <a:rPr lang="en-US" smtClean="0"/>
              <a:t>37</a:t>
            </a:fld>
            <a:endParaRPr lang="en-US"/>
          </a:p>
        </p:txBody>
      </p:sp>
    </p:spTree>
    <p:extLst>
      <p:ext uri="{BB962C8B-B14F-4D97-AF65-F5344CB8AC3E}">
        <p14:creationId xmlns:p14="http://schemas.microsoft.com/office/powerpoint/2010/main" val="302081372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ruled out SmartThings because it was too cloud centric… </a:t>
            </a:r>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38</a:t>
            </a:fld>
            <a:endParaRPr lang="en-US"/>
          </a:p>
        </p:txBody>
      </p:sp>
    </p:spTree>
    <p:extLst>
      <p:ext uri="{BB962C8B-B14F-4D97-AF65-F5344CB8AC3E}">
        <p14:creationId xmlns:p14="http://schemas.microsoft.com/office/powerpoint/2010/main" val="33714948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and I ruled out HomeKit because it's too Apple centric. </a:t>
            </a:r>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39</a:t>
            </a:fld>
            <a:endParaRPr lang="en-US"/>
          </a:p>
        </p:txBody>
      </p:sp>
    </p:spTree>
    <p:extLst>
      <p:ext uri="{BB962C8B-B14F-4D97-AF65-F5344CB8AC3E}">
        <p14:creationId xmlns:p14="http://schemas.microsoft.com/office/powerpoint/2010/main" val="156613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Hubitat</a:t>
            </a:r>
            <a:r>
              <a:rPr lang="en-US" dirty="0"/>
              <a:t> is ugly and hard to use….</a:t>
            </a:r>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40</a:t>
            </a:fld>
            <a:endParaRPr lang="en-US"/>
          </a:p>
        </p:txBody>
      </p:sp>
    </p:spTree>
    <p:extLst>
      <p:ext uri="{BB962C8B-B14F-4D97-AF65-F5344CB8AC3E}">
        <p14:creationId xmlns:p14="http://schemas.microsoft.com/office/powerpoint/2010/main" val="27114812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and while </a:t>
            </a:r>
            <a:r>
              <a:rPr lang="en-US" dirty="0" err="1"/>
              <a:t>HomeSeer</a:t>
            </a:r>
            <a:r>
              <a:rPr lang="en-US" dirty="0"/>
              <a:t> looks like a really nice product, it's a commercial offering and cost more than I wanted to pay.</a:t>
            </a:r>
          </a:p>
          <a:p>
            <a:endParaRPr lang="en-US" dirty="0"/>
          </a:p>
          <a:p>
            <a:r>
              <a:rPr lang="en-US" dirty="0"/>
              <a:t>Home Assistant, however, was just right for my needs. </a:t>
            </a:r>
          </a:p>
        </p:txBody>
      </p:sp>
      <p:sp>
        <p:nvSpPr>
          <p:cNvPr id="4" name="Slide Number Placeholder 3"/>
          <p:cNvSpPr>
            <a:spLocks noGrp="1"/>
          </p:cNvSpPr>
          <p:nvPr>
            <p:ph type="sldNum" sz="quarter" idx="5"/>
          </p:nvPr>
        </p:nvSpPr>
        <p:spPr/>
        <p:txBody>
          <a:bodyPr/>
          <a:lstStyle/>
          <a:p>
            <a:fld id="{7C50BB5D-51FC-45DF-BEE4-7B3747DE1EF8}" type="slidenum">
              <a:rPr lang="en-US" smtClean="0"/>
              <a:t>41</a:t>
            </a:fld>
            <a:endParaRPr lang="en-US"/>
          </a:p>
        </p:txBody>
      </p:sp>
    </p:spTree>
    <p:extLst>
      <p:ext uri="{BB962C8B-B14F-4D97-AF65-F5344CB8AC3E}">
        <p14:creationId xmlns:p14="http://schemas.microsoft.com/office/powerpoint/2010/main" val="395405673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Home Assistant is a free, open source home automation hub with a very active community.</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The screenshots and examples in this session are all from Home Assistant, but many of the concepts I'll talk about can be applied to the other hubs too.</a:t>
            </a:r>
          </a:p>
          <a:p>
            <a:endParaRPr lang="en-US" b="0" dirty="0"/>
          </a:p>
          <a:p>
            <a:r>
              <a:rPr lang="en-US" b="0" dirty="0"/>
              <a:t>Home Assistant is free software, but you have to run that software on some sort of computer in your home. </a:t>
            </a:r>
          </a:p>
          <a:p>
            <a:endParaRPr lang="en-US" b="0" dirty="0"/>
          </a:p>
          <a:p>
            <a:r>
              <a:rPr lang="en-US" b="0" dirty="0"/>
              <a:t>There are many ways to do that.</a:t>
            </a:r>
          </a:p>
        </p:txBody>
      </p:sp>
      <p:sp>
        <p:nvSpPr>
          <p:cNvPr id="4" name="Slide Number Placeholder 3"/>
          <p:cNvSpPr>
            <a:spLocks noGrp="1"/>
          </p:cNvSpPr>
          <p:nvPr>
            <p:ph type="sldNum" sz="quarter" idx="5"/>
          </p:nvPr>
        </p:nvSpPr>
        <p:spPr/>
        <p:txBody>
          <a:bodyPr/>
          <a:lstStyle/>
          <a:p>
            <a:fld id="{7C50BB5D-51FC-45DF-BEE4-7B3747DE1EF8}" type="slidenum">
              <a:rPr lang="en-US" smtClean="0"/>
              <a:t>42</a:t>
            </a:fld>
            <a:endParaRPr lang="en-US"/>
          </a:p>
        </p:txBody>
      </p:sp>
    </p:spTree>
    <p:extLst>
      <p:ext uri="{BB962C8B-B14F-4D97-AF65-F5344CB8AC3E}">
        <p14:creationId xmlns:p14="http://schemas.microsoft.com/office/powerpoint/2010/main" val="29013514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If you want a plug-and-play, turnkey option then you can buy a product called Home Assistant Green. </a:t>
            </a:r>
          </a:p>
          <a:p>
            <a:endParaRPr lang="en-US" b="0" dirty="0"/>
          </a:p>
          <a:p>
            <a:r>
              <a:rPr lang="en-US" b="0" dirty="0"/>
              <a:t>This device is designed specifically to run Home Assistant and it comes with everything pre-installed and ready to go. </a:t>
            </a:r>
          </a:p>
        </p:txBody>
      </p:sp>
      <p:sp>
        <p:nvSpPr>
          <p:cNvPr id="4" name="Slide Number Placeholder 3"/>
          <p:cNvSpPr>
            <a:spLocks noGrp="1"/>
          </p:cNvSpPr>
          <p:nvPr>
            <p:ph type="sldNum" sz="quarter" idx="5"/>
          </p:nvPr>
        </p:nvSpPr>
        <p:spPr/>
        <p:txBody>
          <a:bodyPr/>
          <a:lstStyle/>
          <a:p>
            <a:fld id="{7C50BB5D-51FC-45DF-BEE4-7B3747DE1EF8}" type="slidenum">
              <a:rPr lang="en-US" smtClean="0"/>
              <a:t>43</a:t>
            </a:fld>
            <a:endParaRPr lang="en-US"/>
          </a:p>
        </p:txBody>
      </p:sp>
    </p:spTree>
    <p:extLst>
      <p:ext uri="{BB962C8B-B14F-4D97-AF65-F5344CB8AC3E}">
        <p14:creationId xmlns:p14="http://schemas.microsoft.com/office/powerpoint/2010/main" val="1141059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But you don't </a:t>
            </a:r>
            <a:r>
              <a:rPr lang="en-US" b="0" i="1" dirty="0"/>
              <a:t>have</a:t>
            </a:r>
            <a:r>
              <a:rPr lang="en-US" b="0" dirty="0"/>
              <a:t> to buy new hardware, because Home Assistant can be installed on existing hardware you already have.</a:t>
            </a:r>
          </a:p>
          <a:p>
            <a:endParaRPr lang="en-US" b="0" dirty="0"/>
          </a:p>
          <a:p>
            <a:r>
              <a:rPr lang="en-US" b="0" dirty="0"/>
              <a:t>It can run on a Raspberry Pi or a thin client PC…</a:t>
            </a:r>
          </a:p>
        </p:txBody>
      </p:sp>
      <p:sp>
        <p:nvSpPr>
          <p:cNvPr id="4" name="Slide Number Placeholder 3"/>
          <p:cNvSpPr>
            <a:spLocks noGrp="1"/>
          </p:cNvSpPr>
          <p:nvPr>
            <p:ph type="sldNum" sz="quarter" idx="5"/>
          </p:nvPr>
        </p:nvSpPr>
        <p:spPr/>
        <p:txBody>
          <a:bodyPr/>
          <a:lstStyle/>
          <a:p>
            <a:fld id="{7C50BB5D-51FC-45DF-BEE4-7B3747DE1EF8}" type="slidenum">
              <a:rPr lang="en-US" smtClean="0"/>
              <a:t>44</a:t>
            </a:fld>
            <a:endParaRPr lang="en-US"/>
          </a:p>
        </p:txBody>
      </p:sp>
    </p:spTree>
    <p:extLst>
      <p:ext uri="{BB962C8B-B14F-4D97-AF65-F5344CB8AC3E}">
        <p14:creationId xmlns:p14="http://schemas.microsoft.com/office/powerpoint/2010/main" val="15561804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 and you can also download a free Virtual Machine to run on an existing Linux, Mac, or Windows computer.</a:t>
            </a:r>
          </a:p>
          <a:p>
            <a:endParaRPr lang="en-US" b="0" dirty="0"/>
          </a:p>
          <a:p>
            <a:r>
              <a:rPr lang="en-US" b="1" dirty="0"/>
              <a:t>(click)</a:t>
            </a:r>
          </a:p>
          <a:p>
            <a:r>
              <a:rPr lang="en-US" b="0" dirty="0"/>
              <a:t>Lastly, you can also run it as a Docker container. </a:t>
            </a:r>
          </a:p>
          <a:p>
            <a:endParaRPr lang="en-US" b="0" dirty="0"/>
          </a:p>
          <a:p>
            <a:r>
              <a:rPr lang="en-US" b="0" dirty="0"/>
              <a:t>Bottom line, everyone in this room should be able to run Home Assistant for free, if they wanted to.</a:t>
            </a:r>
          </a:p>
        </p:txBody>
      </p:sp>
      <p:sp>
        <p:nvSpPr>
          <p:cNvPr id="4" name="Slide Number Placeholder 3"/>
          <p:cNvSpPr>
            <a:spLocks noGrp="1"/>
          </p:cNvSpPr>
          <p:nvPr>
            <p:ph type="sldNum" sz="quarter" idx="5"/>
          </p:nvPr>
        </p:nvSpPr>
        <p:spPr/>
        <p:txBody>
          <a:bodyPr/>
          <a:lstStyle/>
          <a:p>
            <a:fld id="{7C50BB5D-51FC-45DF-BEE4-7B3747DE1EF8}" type="slidenum">
              <a:rPr lang="en-US" smtClean="0"/>
              <a:t>45</a:t>
            </a:fld>
            <a:endParaRPr lang="en-US"/>
          </a:p>
        </p:txBody>
      </p:sp>
    </p:spTree>
    <p:extLst>
      <p:ext uri="{BB962C8B-B14F-4D97-AF65-F5344CB8AC3E}">
        <p14:creationId xmlns:p14="http://schemas.microsoft.com/office/powerpoint/2010/main" val="325945840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for that hub to be useful, it has to be able to communicate with your devices.</a:t>
            </a:r>
          </a:p>
          <a:p>
            <a:endParaRPr lang="en-US" dirty="0"/>
          </a:p>
          <a:p>
            <a:r>
              <a:rPr lang="en-US" dirty="0"/>
              <a:t>Generally speaking, home automation devices communicate over one of 4 different protocols: Zigbee, Z-Wave, Matter, and the ubiquitous Wi-Fi.</a:t>
            </a:r>
          </a:p>
        </p:txBody>
      </p:sp>
      <p:sp>
        <p:nvSpPr>
          <p:cNvPr id="4" name="Slide Number Placeholder 3"/>
          <p:cNvSpPr>
            <a:spLocks noGrp="1"/>
          </p:cNvSpPr>
          <p:nvPr>
            <p:ph type="sldNum" sz="quarter" idx="5"/>
          </p:nvPr>
        </p:nvSpPr>
        <p:spPr/>
        <p:txBody>
          <a:bodyPr/>
          <a:lstStyle/>
          <a:p>
            <a:fld id="{7C50BB5D-51FC-45DF-BEE4-7B3747DE1EF8}" type="slidenum">
              <a:rPr lang="en-US" smtClean="0"/>
              <a:t>46</a:t>
            </a:fld>
            <a:endParaRPr lang="en-US"/>
          </a:p>
        </p:txBody>
      </p:sp>
    </p:spTree>
    <p:extLst>
      <p:ext uri="{BB962C8B-B14F-4D97-AF65-F5344CB8AC3E}">
        <p14:creationId xmlns:p14="http://schemas.microsoft.com/office/powerpoint/2010/main" val="32078327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Unfortunately, even though it's so widely available, </a:t>
            </a:r>
            <a:r>
              <a:rPr lang="en-US" dirty="0" err="1"/>
              <a:t>wifi</a:t>
            </a:r>
            <a:r>
              <a:rPr lang="en-US" dirty="0"/>
              <a:t> isn’t really a good choice for a locally-controlled </a:t>
            </a:r>
            <a:r>
              <a:rPr lang="en-US" dirty="0" err="1"/>
              <a:t>smarthome</a:t>
            </a:r>
            <a:r>
              <a:rPr lang="en-US" dirty="0"/>
              <a:t>.</a:t>
            </a:r>
          </a:p>
        </p:txBody>
      </p:sp>
      <p:sp>
        <p:nvSpPr>
          <p:cNvPr id="4" name="Slide Number Placeholder 3"/>
          <p:cNvSpPr>
            <a:spLocks noGrp="1"/>
          </p:cNvSpPr>
          <p:nvPr>
            <p:ph type="sldNum" sz="quarter" idx="5"/>
          </p:nvPr>
        </p:nvSpPr>
        <p:spPr/>
        <p:txBody>
          <a:bodyPr/>
          <a:lstStyle/>
          <a:p>
            <a:fld id="{7C50BB5D-51FC-45DF-BEE4-7B3747DE1EF8}" type="slidenum">
              <a:rPr lang="en-US" smtClean="0"/>
              <a:t>47</a:t>
            </a:fld>
            <a:endParaRPr lang="en-US"/>
          </a:p>
        </p:txBody>
      </p:sp>
    </p:spTree>
    <p:extLst>
      <p:ext uri="{BB962C8B-B14F-4D97-AF65-F5344CB8AC3E}">
        <p14:creationId xmlns:p14="http://schemas.microsoft.com/office/powerpoint/2010/main" val="1612265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there’s no standard that specifies how local control should work on a </a:t>
            </a:r>
            <a:r>
              <a:rPr lang="en-US" dirty="0" err="1"/>
              <a:t>wifi</a:t>
            </a:r>
            <a:r>
              <a:rPr lang="en-US" dirty="0"/>
              <a:t> device. </a:t>
            </a:r>
          </a:p>
          <a:p>
            <a:endParaRPr lang="en-US" dirty="0"/>
          </a:p>
          <a:p>
            <a:r>
              <a:rPr lang="en-US" dirty="0"/>
              <a:t>Some devices expose APIs that you can access over the local network, these APIs are rarely documented. </a:t>
            </a:r>
          </a:p>
          <a:p>
            <a:endParaRPr lang="en-US" dirty="0"/>
          </a:p>
          <a:p>
            <a:r>
              <a:rPr lang="en-US" dirty="0"/>
              <a:t>Typically, those APIs are designed to support the </a:t>
            </a:r>
            <a:r>
              <a:rPr lang="en-US" i="1" dirty="0"/>
              <a:t>vendor’s</a:t>
            </a:r>
            <a:r>
              <a:rPr lang="en-US" dirty="0"/>
              <a:t> app, and the vendor doesn’t </a:t>
            </a:r>
            <a:r>
              <a:rPr lang="en-US" i="1" dirty="0"/>
              <a:t>want </a:t>
            </a:r>
            <a:r>
              <a:rPr lang="en-US" i="0" dirty="0"/>
              <a:t>them being called directly by 3</a:t>
            </a:r>
            <a:r>
              <a:rPr lang="en-US" i="0" baseline="30000" dirty="0"/>
              <a:t>rd</a:t>
            </a:r>
            <a:r>
              <a:rPr lang="en-US" i="0" dirty="0"/>
              <a:t> party integrations. </a:t>
            </a:r>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48</a:t>
            </a:fld>
            <a:endParaRPr lang="en-US"/>
          </a:p>
        </p:txBody>
      </p:sp>
    </p:spTree>
    <p:extLst>
      <p:ext uri="{BB962C8B-B14F-4D97-AF65-F5344CB8AC3E}">
        <p14:creationId xmlns:p14="http://schemas.microsoft.com/office/powerpoint/2010/main" val="11535105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vendor’s perspective, the need for a device-specific app is the whole point.</a:t>
            </a:r>
          </a:p>
          <a:p>
            <a:endParaRPr lang="en-US" dirty="0"/>
          </a:p>
          <a:p>
            <a:r>
              <a:rPr lang="en-US" dirty="0"/>
              <a:t>They </a:t>
            </a:r>
            <a:r>
              <a:rPr lang="en-US" i="1" dirty="0"/>
              <a:t>want </a:t>
            </a:r>
            <a:r>
              <a:rPr lang="en-US" i="0" dirty="0"/>
              <a:t>you to use their app because they want you to register your contact info with them, and they want to collect data on you, and they want to monetize your engagement with that device in any way that they can.</a:t>
            </a:r>
          </a:p>
          <a:p>
            <a:endParaRPr lang="en-US" i="0" dirty="0"/>
          </a:p>
          <a:p>
            <a:r>
              <a:rPr lang="en-US" i="0" dirty="0"/>
              <a:t>And since every device has its own app, it's hard to integrate different brands and types of </a:t>
            </a:r>
            <a:r>
              <a:rPr lang="en-US" i="0" dirty="0" err="1"/>
              <a:t>Wifi</a:t>
            </a:r>
            <a:r>
              <a:rPr lang="en-US" i="0" dirty="0"/>
              <a:t> devices together.</a:t>
            </a:r>
          </a:p>
          <a:p>
            <a:endParaRPr lang="en-US" i="0" dirty="0"/>
          </a:p>
          <a:p>
            <a:endParaRPr lang="en-US" i="0" dirty="0"/>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49</a:t>
            </a:fld>
            <a:endParaRPr lang="en-US"/>
          </a:p>
        </p:txBody>
      </p:sp>
    </p:spTree>
    <p:extLst>
      <p:ext uri="{BB962C8B-B14F-4D97-AF65-F5344CB8AC3E}">
        <p14:creationId xmlns:p14="http://schemas.microsoft.com/office/powerpoint/2010/main" val="181802478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Lastly, those apps are often poorly implemented and insecure because security just isn't one of the vendor's top priorities.</a:t>
            </a:r>
          </a:p>
        </p:txBody>
      </p:sp>
      <p:sp>
        <p:nvSpPr>
          <p:cNvPr id="4" name="Slide Number Placeholder 3"/>
          <p:cNvSpPr>
            <a:spLocks noGrp="1"/>
          </p:cNvSpPr>
          <p:nvPr>
            <p:ph type="sldNum" sz="quarter" idx="5"/>
          </p:nvPr>
        </p:nvSpPr>
        <p:spPr/>
        <p:txBody>
          <a:bodyPr/>
          <a:lstStyle/>
          <a:p>
            <a:fld id="{7C50BB5D-51FC-45DF-BEE4-7B3747DE1EF8}" type="slidenum">
              <a:rPr lang="en-US" smtClean="0"/>
              <a:t>50</a:t>
            </a:fld>
            <a:endParaRPr lang="en-US"/>
          </a:p>
        </p:txBody>
      </p:sp>
    </p:spTree>
    <p:extLst>
      <p:ext uri="{BB962C8B-B14F-4D97-AF65-F5344CB8AC3E}">
        <p14:creationId xmlns:p14="http://schemas.microsoft.com/office/powerpoint/2010/main" val="34530590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not saying you can </a:t>
            </a:r>
            <a:r>
              <a:rPr lang="en-US" i="1" dirty="0"/>
              <a:t>never </a:t>
            </a:r>
            <a:r>
              <a:rPr lang="en-US" i="0" dirty="0"/>
              <a:t>use wi-fi devices, and I have a couple in my own home. </a:t>
            </a:r>
          </a:p>
          <a:p>
            <a:endParaRPr lang="en-US" i="0" dirty="0"/>
          </a:p>
          <a:p>
            <a:r>
              <a:rPr lang="en-US" i="0" dirty="0"/>
              <a:t>My point is that you should learn about the other protocols and choose </a:t>
            </a:r>
            <a:r>
              <a:rPr lang="en-US" i="0" dirty="0" err="1"/>
              <a:t>wifi</a:t>
            </a:r>
            <a:r>
              <a:rPr lang="en-US" i="0" dirty="0"/>
              <a:t> devices only as a last resort.</a:t>
            </a:r>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51</a:t>
            </a:fld>
            <a:endParaRPr lang="en-US"/>
          </a:p>
        </p:txBody>
      </p:sp>
    </p:spTree>
    <p:extLst>
      <p:ext uri="{BB962C8B-B14F-4D97-AF65-F5344CB8AC3E}">
        <p14:creationId xmlns:p14="http://schemas.microsoft.com/office/powerpoint/2010/main" val="28241632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Excluding </a:t>
            </a:r>
            <a:r>
              <a:rPr lang="en-US" dirty="0" err="1"/>
              <a:t>wifi</a:t>
            </a:r>
            <a:r>
              <a:rPr lang="en-US" dirty="0"/>
              <a:t>, there are three viable protocols that you should know about.</a:t>
            </a:r>
          </a:p>
          <a:p>
            <a:endParaRPr lang="en-US" dirty="0"/>
          </a:p>
          <a:p>
            <a:r>
              <a:rPr lang="en-US" dirty="0"/>
              <a:t>Two of these, Zigbee and Z-Wave, have been around for a long time and are very widely supported.</a:t>
            </a:r>
          </a:p>
          <a:p>
            <a:endParaRPr lang="en-US" dirty="0"/>
          </a:p>
          <a:p>
            <a:r>
              <a:rPr lang="en-US" dirty="0"/>
              <a:t>The third, Matter, is very new.</a:t>
            </a:r>
          </a:p>
          <a:p>
            <a:endParaRPr lang="en-US" dirty="0"/>
          </a:p>
          <a:p>
            <a:r>
              <a:rPr lang="en-US" dirty="0"/>
              <a:t>I'll skip an overly detailed review of each protocol and instead I'll give you this </a:t>
            </a:r>
            <a:r>
              <a:rPr lang="en-US" b="1" dirty="0"/>
              <a:t>grossly oversimplified summary</a:t>
            </a:r>
            <a:r>
              <a:rPr lang="en-US" dirty="0"/>
              <a:t>.</a:t>
            </a:r>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52</a:t>
            </a:fld>
            <a:endParaRPr lang="en-US"/>
          </a:p>
        </p:txBody>
      </p:sp>
    </p:spTree>
    <p:extLst>
      <p:ext uri="{BB962C8B-B14F-4D97-AF65-F5344CB8AC3E}">
        <p14:creationId xmlns:p14="http://schemas.microsoft.com/office/powerpoint/2010/main" val="126628443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Zigbee devices are fairly inexpensive, but they share the same wireless frequency as </a:t>
            </a:r>
            <a:r>
              <a:rPr lang="en-US" dirty="0" err="1"/>
              <a:t>wifi</a:t>
            </a:r>
            <a:r>
              <a:rPr lang="en-US" dirty="0"/>
              <a:t>. A busy Zigbee mesh can disrupt </a:t>
            </a:r>
            <a:r>
              <a:rPr lang="en-US" dirty="0" err="1"/>
              <a:t>wifi</a:t>
            </a:r>
            <a:r>
              <a:rPr lang="en-US" dirty="0"/>
              <a:t> signals and vice versa, and this can reduce reliability of the system.</a:t>
            </a:r>
          </a:p>
          <a:p>
            <a:endParaRPr lang="en-US" dirty="0"/>
          </a:p>
          <a:p>
            <a:r>
              <a:rPr lang="en-US" b="1" dirty="0"/>
              <a:t>(click)</a:t>
            </a:r>
            <a:endParaRPr lang="en-US" dirty="0"/>
          </a:p>
          <a:p>
            <a:r>
              <a:rPr lang="en-US" dirty="0"/>
              <a:t>Z-wave devices tend to cost a little more, but in my experience are very reliable and feature rich.</a:t>
            </a:r>
          </a:p>
          <a:p>
            <a:endParaRPr lang="en-US" dirty="0"/>
          </a:p>
          <a:p>
            <a:r>
              <a:rPr lang="en-US" b="1" dirty="0"/>
              <a:t>(click)</a:t>
            </a:r>
          </a:p>
          <a:p>
            <a:r>
              <a:rPr lang="en-US" dirty="0"/>
              <a:t>And while Matter has some really laudable goals, it's not quite ready for prime time. It might be the future of the interconnected smart home, but for present day I still recommend Zigbee or </a:t>
            </a:r>
            <a:r>
              <a:rPr lang="en-US" dirty="0" err="1"/>
              <a:t>Zwave</a:t>
            </a:r>
            <a:r>
              <a:rPr lang="en-US" dirty="0"/>
              <a:t>.</a:t>
            </a:r>
          </a:p>
        </p:txBody>
      </p:sp>
      <p:sp>
        <p:nvSpPr>
          <p:cNvPr id="4" name="Slide Number Placeholder 3"/>
          <p:cNvSpPr>
            <a:spLocks noGrp="1"/>
          </p:cNvSpPr>
          <p:nvPr>
            <p:ph type="sldNum" sz="quarter" idx="5"/>
          </p:nvPr>
        </p:nvSpPr>
        <p:spPr/>
        <p:txBody>
          <a:bodyPr/>
          <a:lstStyle/>
          <a:p>
            <a:fld id="{7C50BB5D-51FC-45DF-BEE4-7B3747DE1EF8}" type="slidenum">
              <a:rPr lang="en-US" smtClean="0"/>
              <a:t>53</a:t>
            </a:fld>
            <a:endParaRPr lang="en-US"/>
          </a:p>
        </p:txBody>
      </p:sp>
    </p:spTree>
    <p:extLst>
      <p:ext uri="{BB962C8B-B14F-4D97-AF65-F5344CB8AC3E}">
        <p14:creationId xmlns:p14="http://schemas.microsoft.com/office/powerpoint/2010/main" val="198584921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Again, this is an extreme oversimplification, and any one of these protocols can handle your basic use cases of turning lights on and off. You can even mix and match devices if you want; I personally have a large Z-wave mesh, but I also have a handful of Zigbee devices. Everything is controlled through Home Assistant and for the most part I don't have to think about which device uses which protocol.</a:t>
            </a:r>
          </a:p>
          <a:p>
            <a:endParaRPr lang="en-US" b="0" dirty="0"/>
          </a:p>
          <a:p>
            <a:r>
              <a:rPr lang="en-US" b="0" dirty="0"/>
              <a:t>However, there IS one technical detail that you should consider.</a:t>
            </a:r>
            <a:endParaRPr lang="en-US" b="1" dirty="0"/>
          </a:p>
          <a:p>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54</a:t>
            </a:fld>
            <a:endParaRPr lang="en-US"/>
          </a:p>
        </p:txBody>
      </p:sp>
    </p:spTree>
    <p:extLst>
      <p:ext uri="{BB962C8B-B14F-4D97-AF65-F5344CB8AC3E}">
        <p14:creationId xmlns:p14="http://schemas.microsoft.com/office/powerpoint/2010/main" val="144990825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protocols are all wireless, so to use them you need some way for your Home Assistant box to receive and transmit those wireless signals.</a:t>
            </a:r>
          </a:p>
          <a:p>
            <a:endParaRPr lang="en-US" dirty="0"/>
          </a:p>
          <a:p>
            <a:r>
              <a:rPr lang="en-US" dirty="0"/>
              <a:t>For Z-wave and </a:t>
            </a:r>
            <a:r>
              <a:rPr lang="en-US" dirty="0" err="1"/>
              <a:t>Zigee</a:t>
            </a:r>
            <a:r>
              <a:rPr lang="en-US" dirty="0"/>
              <a:t>, you'll need to get an inexpensive USB dongle that contains the necessary radio. These are plug-and-play and generally integrate very easily into Home Assistant.</a:t>
            </a:r>
          </a:p>
        </p:txBody>
      </p:sp>
      <p:sp>
        <p:nvSpPr>
          <p:cNvPr id="4" name="Slide Number Placeholder 3"/>
          <p:cNvSpPr>
            <a:spLocks noGrp="1"/>
          </p:cNvSpPr>
          <p:nvPr>
            <p:ph type="sldNum" sz="quarter" idx="5"/>
          </p:nvPr>
        </p:nvSpPr>
        <p:spPr/>
        <p:txBody>
          <a:bodyPr/>
          <a:lstStyle/>
          <a:p>
            <a:fld id="{7C50BB5D-51FC-45DF-BEE4-7B3747DE1EF8}" type="slidenum">
              <a:rPr lang="en-US" smtClean="0"/>
              <a:t>55</a:t>
            </a:fld>
            <a:endParaRPr lang="en-US"/>
          </a:p>
        </p:txBody>
      </p:sp>
    </p:spTree>
    <p:extLst>
      <p:ext uri="{BB962C8B-B14F-4D97-AF65-F5344CB8AC3E}">
        <p14:creationId xmlns:p14="http://schemas.microsoft.com/office/powerpoint/2010/main" val="19248091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Matter is a little big different. It uses a protocol called Thread, and Thread requires a dedicated device to act as a "border router". The border router is the thing that bridges those wireless signals onto your local network. </a:t>
            </a:r>
          </a:p>
          <a:p>
            <a:endParaRPr lang="en-US" dirty="0"/>
          </a:p>
          <a:p>
            <a:r>
              <a:rPr lang="en-US" dirty="0"/>
              <a:t>The good news is that various Apple, Amazon, and Google devices have Thread built in and can act as that border router, so if you already have one of those devices then theoretically you should be able to run Matter. </a:t>
            </a:r>
          </a:p>
          <a:p>
            <a:endParaRPr lang="en-US" dirty="0"/>
          </a:p>
          <a:p>
            <a:r>
              <a:rPr lang="en-US" dirty="0"/>
              <a:t>If you don't already have one of those devices, however, then you should probably stick with Zigbee or </a:t>
            </a:r>
            <a:r>
              <a:rPr lang="en-US" dirty="0" err="1"/>
              <a:t>Zwave</a:t>
            </a:r>
            <a:r>
              <a:rPr lang="en-US" dirty="0"/>
              <a:t>.</a:t>
            </a:r>
          </a:p>
        </p:txBody>
      </p:sp>
      <p:sp>
        <p:nvSpPr>
          <p:cNvPr id="4" name="Slide Number Placeholder 3"/>
          <p:cNvSpPr>
            <a:spLocks noGrp="1"/>
          </p:cNvSpPr>
          <p:nvPr>
            <p:ph type="sldNum" sz="quarter" idx="5"/>
          </p:nvPr>
        </p:nvSpPr>
        <p:spPr/>
        <p:txBody>
          <a:bodyPr/>
          <a:lstStyle/>
          <a:p>
            <a:fld id="{7C50BB5D-51FC-45DF-BEE4-7B3747DE1EF8}" type="slidenum">
              <a:rPr lang="en-US" smtClean="0"/>
              <a:t>56</a:t>
            </a:fld>
            <a:endParaRPr lang="en-US"/>
          </a:p>
        </p:txBody>
      </p:sp>
    </p:spTree>
    <p:extLst>
      <p:ext uri="{BB962C8B-B14F-4D97-AF65-F5344CB8AC3E}">
        <p14:creationId xmlns:p14="http://schemas.microsoft.com/office/powerpoint/2010/main" val="34024667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That covers two of the three basic ingredients of a locally controlled smart home.</a:t>
            </a:r>
          </a:p>
          <a:p>
            <a:endParaRPr lang="en-US" b="0" dirty="0"/>
          </a:p>
          <a:p>
            <a:r>
              <a:rPr lang="en-US" b="1" dirty="0"/>
              <a:t>(click)</a:t>
            </a:r>
            <a:endParaRPr lang="en-US" b="0" dirty="0"/>
          </a:p>
          <a:p>
            <a:r>
              <a:rPr lang="en-US" b="0" dirty="0"/>
              <a:t>But to make anything interesting, we need to add some devices into the mix. </a:t>
            </a:r>
          </a:p>
          <a:p>
            <a:endParaRPr lang="en-US" b="0" dirty="0"/>
          </a:p>
          <a:p>
            <a:r>
              <a:rPr lang="en-US" b="0" dirty="0"/>
              <a:t>Let's start with the simplest thing to use: a lightbulb.</a:t>
            </a:r>
          </a:p>
          <a:p>
            <a:endParaRPr lang="en-US" b="0" dirty="0"/>
          </a:p>
          <a:p>
            <a:endParaRPr lang="en-US" b="0" dirty="0"/>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57</a:t>
            </a:fld>
            <a:endParaRPr lang="en-US"/>
          </a:p>
        </p:txBody>
      </p:sp>
    </p:spTree>
    <p:extLst>
      <p:ext uri="{BB962C8B-B14F-4D97-AF65-F5344CB8AC3E}">
        <p14:creationId xmlns:p14="http://schemas.microsoft.com/office/powerpoint/2010/main" val="32182234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Z-wave, RGB lightbulb being controlled through a Home Assistant dashboard.</a:t>
            </a:r>
          </a:p>
          <a:p>
            <a:endParaRPr lang="en-US" b="0" dirty="0"/>
          </a:p>
          <a:p>
            <a:r>
              <a:rPr lang="en-US" b="0" dirty="0"/>
              <a:t>I can turn it on and off, change the brightness,</a:t>
            </a:r>
            <a:br>
              <a:rPr lang="en-US" b="0" dirty="0"/>
            </a:br>
            <a:br>
              <a:rPr lang="en-US" b="0" dirty="0"/>
            </a:br>
            <a:r>
              <a:rPr lang="en-US" b="1" dirty="0"/>
              <a:t>(click)</a:t>
            </a:r>
          </a:p>
          <a:p>
            <a:r>
              <a:rPr lang="en-US" b="0" dirty="0"/>
              <a:t>and change the color of the LED. I can do this from my computer as well as from my phone.</a:t>
            </a:r>
          </a:p>
          <a:p>
            <a:endParaRPr lang="en-US" b="0" dirty="0"/>
          </a:p>
          <a:p>
            <a:r>
              <a:rPr lang="en-US" b="1" dirty="0"/>
              <a:t>(click)</a:t>
            </a:r>
            <a:endParaRPr lang="en-US" b="0" dirty="0"/>
          </a:p>
          <a:p>
            <a:r>
              <a:rPr lang="en-US" b="0" dirty="0"/>
              <a:t>Not very exciting yet, so let's add another bulb to the mix.</a:t>
            </a:r>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58</a:t>
            </a:fld>
            <a:endParaRPr lang="en-US"/>
          </a:p>
        </p:txBody>
      </p:sp>
    </p:spTree>
    <p:extLst>
      <p:ext uri="{BB962C8B-B14F-4D97-AF65-F5344CB8AC3E}">
        <p14:creationId xmlns:p14="http://schemas.microsoft.com/office/powerpoint/2010/main" val="363152910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This is interesting because the Living Room bulb uses Z-Wave, but my nightstand bulb is controlled over </a:t>
            </a:r>
            <a:r>
              <a:rPr lang="en-US" b="0" dirty="0" err="1"/>
              <a:t>wifi</a:t>
            </a:r>
            <a:r>
              <a:rPr lang="en-US" b="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Earlier I said that you should avoid </a:t>
            </a:r>
            <a:r>
              <a:rPr lang="en-US" b="0" dirty="0" err="1"/>
              <a:t>wifi</a:t>
            </a:r>
            <a:r>
              <a:rPr lang="en-US" b="0" dirty="0"/>
              <a:t> devices when possible, and that's true. But it doesn't mean you can </a:t>
            </a:r>
            <a:r>
              <a:rPr lang="en-US" b="0" i="1" dirty="0"/>
              <a:t>never </a:t>
            </a:r>
            <a:r>
              <a:rPr lang="en-US" b="0" i="0" dirty="0"/>
              <a:t>use them. In this case, someone in the Home Assistant community </a:t>
            </a:r>
            <a:r>
              <a:rPr lang="en-US" b="0" dirty="0"/>
              <a:t>figured out that this brand of bulb exposes a simple API that can be accessed over the local network. They published an integration for this bulb that allows Home Assistant to show me the exact same user interface as the Z-wave bulb, so as a user of the system I can't really tell a difference.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The problem is that the local API wasn't really designed for 3</a:t>
            </a:r>
            <a:r>
              <a:rPr lang="en-US" b="0" baseline="30000" dirty="0"/>
              <a:t>rd</a:t>
            </a:r>
            <a:r>
              <a:rPr lang="en-US" b="0" dirty="0"/>
              <a:t> party usage, so this integration could break in the future if the vendor pushes out a firmware update that changes how that API works.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 don't have to worry about that with </a:t>
            </a:r>
            <a:r>
              <a:rPr lang="en-US" b="0" dirty="0" err="1"/>
              <a:t>Zwave</a:t>
            </a:r>
            <a:r>
              <a:rPr lang="en-US" b="0" dirty="0"/>
              <a:t>.</a:t>
            </a:r>
          </a:p>
        </p:txBody>
      </p:sp>
      <p:sp>
        <p:nvSpPr>
          <p:cNvPr id="4" name="Slide Number Placeholder 3"/>
          <p:cNvSpPr>
            <a:spLocks noGrp="1"/>
          </p:cNvSpPr>
          <p:nvPr>
            <p:ph type="sldNum" sz="quarter" idx="5"/>
          </p:nvPr>
        </p:nvSpPr>
        <p:spPr/>
        <p:txBody>
          <a:bodyPr/>
          <a:lstStyle/>
          <a:p>
            <a:fld id="{7C50BB5D-51FC-45DF-BEE4-7B3747DE1EF8}" type="slidenum">
              <a:rPr lang="en-US" smtClean="0"/>
              <a:t>59</a:t>
            </a:fld>
            <a:endParaRPr lang="en-US"/>
          </a:p>
        </p:txBody>
      </p:sp>
    </p:spTree>
    <p:extLst>
      <p:ext uri="{BB962C8B-B14F-4D97-AF65-F5344CB8AC3E}">
        <p14:creationId xmlns:p14="http://schemas.microsoft.com/office/powerpoint/2010/main" val="350851008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Another benefit of </a:t>
            </a:r>
            <a:r>
              <a:rPr lang="en-US" b="0" dirty="0" err="1"/>
              <a:t>Zwave</a:t>
            </a:r>
            <a:r>
              <a:rPr lang="en-US" b="0" dirty="0"/>
              <a:t> or Zigbee is that Home Assistant can display a centralized management console for those devices.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Not only can I see everything listed in one place, but I can also edit their configuration settings such as how quickly my lights turn on or off, and what they should do after a power outage.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Since </a:t>
            </a:r>
            <a:r>
              <a:rPr lang="en-US" b="0" dirty="0" err="1"/>
              <a:t>wifi</a:t>
            </a:r>
            <a:r>
              <a:rPr lang="en-US" b="0" dirty="0"/>
              <a:t> devices have no standard management protocol, you generally won't find a centralized list of them like this.</a:t>
            </a:r>
          </a:p>
        </p:txBody>
      </p:sp>
      <p:sp>
        <p:nvSpPr>
          <p:cNvPr id="4" name="Slide Number Placeholder 3"/>
          <p:cNvSpPr>
            <a:spLocks noGrp="1"/>
          </p:cNvSpPr>
          <p:nvPr>
            <p:ph type="sldNum" sz="quarter" idx="5"/>
          </p:nvPr>
        </p:nvSpPr>
        <p:spPr/>
        <p:txBody>
          <a:bodyPr/>
          <a:lstStyle/>
          <a:p>
            <a:fld id="{7C50BB5D-51FC-45DF-BEE4-7B3747DE1EF8}" type="slidenum">
              <a:rPr lang="en-US" smtClean="0"/>
              <a:t>60</a:t>
            </a:fld>
            <a:endParaRPr lang="en-US"/>
          </a:p>
        </p:txBody>
      </p:sp>
    </p:spTree>
    <p:extLst>
      <p:ext uri="{BB962C8B-B14F-4D97-AF65-F5344CB8AC3E}">
        <p14:creationId xmlns:p14="http://schemas.microsoft.com/office/powerpoint/2010/main" val="300367032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Z-wave and Zigbee give you more than just lightbulbs.</a:t>
            </a:r>
          </a:p>
          <a:p>
            <a:endParaRPr lang="en-US" b="0" dirty="0"/>
          </a:p>
          <a:p>
            <a:r>
              <a:rPr lang="en-US" b="0" dirty="0"/>
              <a:t>I have a thermostat and temperature sensors so I can track and manage climate controls…</a:t>
            </a:r>
          </a:p>
        </p:txBody>
      </p:sp>
      <p:sp>
        <p:nvSpPr>
          <p:cNvPr id="4" name="Slide Number Placeholder 3"/>
          <p:cNvSpPr>
            <a:spLocks noGrp="1"/>
          </p:cNvSpPr>
          <p:nvPr>
            <p:ph type="sldNum" sz="quarter" idx="5"/>
          </p:nvPr>
        </p:nvSpPr>
        <p:spPr/>
        <p:txBody>
          <a:bodyPr/>
          <a:lstStyle/>
          <a:p>
            <a:fld id="{7C50BB5D-51FC-45DF-BEE4-7B3747DE1EF8}" type="slidenum">
              <a:rPr lang="en-US" smtClean="0"/>
              <a:t>61</a:t>
            </a:fld>
            <a:endParaRPr lang="en-US"/>
          </a:p>
        </p:txBody>
      </p:sp>
    </p:spTree>
    <p:extLst>
      <p:ext uri="{BB962C8B-B14F-4D97-AF65-F5344CB8AC3E}">
        <p14:creationId xmlns:p14="http://schemas.microsoft.com/office/powerpoint/2010/main" val="163740312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 and I also have a Z-wave door lock that lets me program different pin codes that it accepts.</a:t>
            </a:r>
          </a:p>
          <a:p>
            <a:endParaRPr lang="en-US" b="0" dirty="0"/>
          </a:p>
          <a:p>
            <a:r>
              <a:rPr lang="en-US" b="0" dirty="0"/>
              <a:t>We were out of town recently when a package was delivered. It just took a few seconds to open my phone and remotely program a temporary pin code that allowed a neighbor to move the package inside.</a:t>
            </a:r>
          </a:p>
          <a:p>
            <a:endParaRPr lang="en-US" b="0" dirty="0"/>
          </a:p>
          <a:p>
            <a:r>
              <a:rPr lang="en-US" b="0" dirty="0"/>
              <a:t>This is the same functionality that you get from a cloud-based smart lock, but without the subscription fee. </a:t>
            </a:r>
          </a:p>
        </p:txBody>
      </p:sp>
      <p:sp>
        <p:nvSpPr>
          <p:cNvPr id="4" name="Slide Number Placeholder 3"/>
          <p:cNvSpPr>
            <a:spLocks noGrp="1"/>
          </p:cNvSpPr>
          <p:nvPr>
            <p:ph type="sldNum" sz="quarter" idx="5"/>
          </p:nvPr>
        </p:nvSpPr>
        <p:spPr/>
        <p:txBody>
          <a:bodyPr/>
          <a:lstStyle/>
          <a:p>
            <a:fld id="{7C50BB5D-51FC-45DF-BEE4-7B3747DE1EF8}" type="slidenum">
              <a:rPr lang="en-US" smtClean="0"/>
              <a:t>62</a:t>
            </a:fld>
            <a:endParaRPr lang="en-US"/>
          </a:p>
        </p:txBody>
      </p:sp>
    </p:spTree>
    <p:extLst>
      <p:ext uri="{BB962C8B-B14F-4D97-AF65-F5344CB8AC3E}">
        <p14:creationId xmlns:p14="http://schemas.microsoft.com/office/powerpoint/2010/main" val="224244926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Three years into this, I now have over </a:t>
            </a:r>
            <a:r>
              <a:rPr lang="en-US" b="1" dirty="0"/>
              <a:t>150</a:t>
            </a:r>
            <a:r>
              <a:rPr lang="en-US" b="0" dirty="0"/>
              <a:t> different devices registered in Home Assistant between bulbs, switches, sensors, TVs, speakers, cameras, phones, etc.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 don't really care about flashy interfaces, so my primary dashboard is very barebones, mostly just a list of toggles and settings.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But these dashboards are totally configurable, so you </a:t>
            </a:r>
            <a:r>
              <a:rPr lang="en-US" b="0" i="1" dirty="0"/>
              <a:t>can</a:t>
            </a:r>
            <a:r>
              <a:rPr lang="en-US" b="0" dirty="0"/>
              <a:t> make them look really nice if you want. I'll show you an example of a better looking dashboard in a bit.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p>
          <a:p>
            <a:r>
              <a:rPr lang="en-US" b="0" dirty="0"/>
              <a:t>So, earlier I said that "automation is better than control", but so far I've only shown you ways of manually controlling devices. </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Let's move on and talk about </a:t>
            </a:r>
            <a:r>
              <a:rPr lang="en-US" b="0" i="1" dirty="0"/>
              <a:t>automating </a:t>
            </a:r>
            <a:r>
              <a:rPr lang="en-US" b="0" i="0" dirty="0"/>
              <a:t>some of these things.</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63</a:t>
            </a:fld>
            <a:endParaRPr lang="en-US"/>
          </a:p>
        </p:txBody>
      </p:sp>
    </p:spTree>
    <p:extLst>
      <p:ext uri="{BB962C8B-B14F-4D97-AF65-F5344CB8AC3E}">
        <p14:creationId xmlns:p14="http://schemas.microsoft.com/office/powerpoint/2010/main" val="4078606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For context, let's go back to my living room: </a:t>
            </a:r>
          </a:p>
          <a:p>
            <a:endParaRPr lang="en-US" b="0" i="0" dirty="0"/>
          </a:p>
          <a:p>
            <a:r>
              <a:rPr lang="en-US" b="1" i="0" dirty="0"/>
              <a:t>(click)</a:t>
            </a:r>
            <a:r>
              <a:rPr lang="en-US" b="0" i="0" dirty="0"/>
              <a:t> I want the lights to turn on automatically when we first enter the room, </a:t>
            </a:r>
          </a:p>
          <a:p>
            <a:r>
              <a:rPr lang="en-US" b="1" i="0" dirty="0"/>
              <a:t>(click) </a:t>
            </a:r>
            <a:r>
              <a:rPr lang="en-US" b="0" i="0" dirty="0"/>
              <a:t>my daughter wants the lights to stay on while she watches TV without waving her arms in the air, and </a:t>
            </a:r>
          </a:p>
          <a:p>
            <a:r>
              <a:rPr lang="en-US" b="1" i="0" dirty="0"/>
              <a:t>(click) </a:t>
            </a:r>
            <a:r>
              <a:rPr lang="en-US" b="0" i="0" dirty="0"/>
              <a:t>we both want to the lights to stay off during evening movies. </a:t>
            </a:r>
          </a:p>
          <a:p>
            <a:r>
              <a:rPr lang="en-US" b="1" i="0" dirty="0"/>
              <a:t>(click) </a:t>
            </a:r>
            <a:r>
              <a:rPr lang="en-US" b="0" i="0" dirty="0"/>
              <a:t>And finally, I want the lights to turn off automatically when the room is empty.</a:t>
            </a:r>
          </a:p>
          <a:p>
            <a:endParaRPr lang="en-US" b="0" i="0" dirty="0"/>
          </a:p>
          <a:p>
            <a:r>
              <a:rPr lang="en-US" b="1" i="0" dirty="0"/>
              <a:t>(click)</a:t>
            </a:r>
            <a:endParaRPr lang="en-US" b="0" i="0" dirty="0"/>
          </a:p>
          <a:p>
            <a:r>
              <a:rPr lang="en-US" b="0" i="0" dirty="0"/>
              <a:t>Those requirements are a little bit tricky, but if we can pull it off then we'll both be happy.</a:t>
            </a:r>
          </a:p>
          <a:p>
            <a:endParaRPr lang="en-US" b="0" i="0" dirty="0"/>
          </a:p>
          <a:p>
            <a:r>
              <a:rPr lang="en-US" b="0" i="0" dirty="0"/>
              <a:t>That's great for me and my daughter, but it turns out that my wife has bad mojo when it comes to technology, and stuff often misbehaves for her in strange ways. </a:t>
            </a:r>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64</a:t>
            </a:fld>
            <a:endParaRPr lang="en-US"/>
          </a:p>
        </p:txBody>
      </p:sp>
    </p:spTree>
    <p:extLst>
      <p:ext uri="{BB962C8B-B14F-4D97-AF65-F5344CB8AC3E}">
        <p14:creationId xmlns:p14="http://schemas.microsoft.com/office/powerpoint/2010/main" val="294797707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She gets irritated if weird things happen with the lights and I'm not around to fix it. </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So to make </a:t>
            </a:r>
            <a:r>
              <a:rPr lang="en-US" b="0" i="1" dirty="0"/>
              <a:t>everyone </a:t>
            </a:r>
            <a:r>
              <a:rPr lang="en-US" b="0" i="0" dirty="0"/>
              <a:t>happy, let's add one more requirement…</a:t>
            </a:r>
          </a:p>
        </p:txBody>
      </p:sp>
      <p:sp>
        <p:nvSpPr>
          <p:cNvPr id="4" name="Slide Number Placeholder 3"/>
          <p:cNvSpPr>
            <a:spLocks noGrp="1"/>
          </p:cNvSpPr>
          <p:nvPr>
            <p:ph type="sldNum" sz="quarter" idx="5"/>
          </p:nvPr>
        </p:nvSpPr>
        <p:spPr/>
        <p:txBody>
          <a:bodyPr/>
          <a:lstStyle/>
          <a:p>
            <a:fld id="{7C50BB5D-51FC-45DF-BEE4-7B3747DE1EF8}" type="slidenum">
              <a:rPr lang="en-US" smtClean="0"/>
              <a:t>65</a:t>
            </a:fld>
            <a:endParaRPr lang="en-US"/>
          </a:p>
        </p:txBody>
      </p:sp>
    </p:spTree>
    <p:extLst>
      <p:ext uri="{BB962C8B-B14F-4D97-AF65-F5344CB8AC3E}">
        <p14:creationId xmlns:p14="http://schemas.microsoft.com/office/powerpoint/2010/main" val="199924605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 that gives her a way of disabling the automations if they are getting on her nerves.</a:t>
            </a:r>
          </a:p>
          <a:p>
            <a:endParaRPr lang="en-US" b="0" dirty="0"/>
          </a:p>
          <a:p>
            <a:r>
              <a:rPr lang="en-US" b="0" dirty="0"/>
              <a:t>If we break these requirements down a little bit, we end up with 4 different things to figure out:</a:t>
            </a:r>
          </a:p>
        </p:txBody>
      </p:sp>
      <p:sp>
        <p:nvSpPr>
          <p:cNvPr id="4" name="Slide Number Placeholder 3"/>
          <p:cNvSpPr>
            <a:spLocks noGrp="1"/>
          </p:cNvSpPr>
          <p:nvPr>
            <p:ph type="sldNum" sz="quarter" idx="5"/>
          </p:nvPr>
        </p:nvSpPr>
        <p:spPr/>
        <p:txBody>
          <a:bodyPr/>
          <a:lstStyle/>
          <a:p>
            <a:fld id="{7C50BB5D-51FC-45DF-BEE4-7B3747DE1EF8}" type="slidenum">
              <a:rPr lang="en-US" smtClean="0"/>
              <a:t>66</a:t>
            </a:fld>
            <a:endParaRPr lang="en-US"/>
          </a:p>
        </p:txBody>
      </p:sp>
    </p:spTree>
    <p:extLst>
      <p:ext uri="{BB962C8B-B14F-4D97-AF65-F5344CB8AC3E}">
        <p14:creationId xmlns:p14="http://schemas.microsoft.com/office/powerpoint/2010/main" val="160513756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We need a way of detecting if people are in the room or not</a:t>
            </a:r>
          </a:p>
          <a:p>
            <a:endParaRPr lang="en-US" b="0" dirty="0"/>
          </a:p>
          <a:p>
            <a:r>
              <a:rPr lang="en-US" b="1" dirty="0"/>
              <a:t>(click)</a:t>
            </a:r>
          </a:p>
          <a:p>
            <a:r>
              <a:rPr lang="en-US" b="0" dirty="0"/>
              <a:t>We need a way of detecting what people are </a:t>
            </a:r>
            <a:r>
              <a:rPr lang="en-US" b="0" i="1" dirty="0"/>
              <a:t>doing </a:t>
            </a:r>
            <a:r>
              <a:rPr lang="en-US" b="0" i="0" dirty="0"/>
              <a:t>in the room.</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p>
          <a:p>
            <a:r>
              <a:rPr lang="en-US" b="0" i="0" dirty="0"/>
              <a:t>We need a way of controlling the lights based on those details, and</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(click)</a:t>
            </a:r>
          </a:p>
          <a:p>
            <a:r>
              <a:rPr lang="en-US" b="0" i="0" dirty="0"/>
              <a:t>We need a kill switch or some other way for my wife to make it all stop.</a:t>
            </a:r>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67</a:t>
            </a:fld>
            <a:endParaRPr lang="en-US"/>
          </a:p>
        </p:txBody>
      </p:sp>
    </p:spTree>
    <p:extLst>
      <p:ext uri="{BB962C8B-B14F-4D97-AF65-F5344CB8AC3E}">
        <p14:creationId xmlns:p14="http://schemas.microsoft.com/office/powerpoint/2010/main" val="31688373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Motion detection is easy.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There are battery-powered Z-wave, Zigbee, and Matter-based motion sensors that stick on your walls with adhesive and report their status into Home Assistant.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The batteries in these sensors can last for months, so it's simple to tell which rooms are occupied.</a:t>
            </a:r>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68</a:t>
            </a:fld>
            <a:endParaRPr lang="en-US"/>
          </a:p>
        </p:txBody>
      </p:sp>
    </p:spTree>
    <p:extLst>
      <p:ext uri="{BB962C8B-B14F-4D97-AF65-F5344CB8AC3E}">
        <p14:creationId xmlns:p14="http://schemas.microsoft.com/office/powerpoint/2010/main" val="26321275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Activity recognition is more complicated.</a:t>
            </a:r>
          </a:p>
          <a:p>
            <a:endParaRPr lang="en-US" b="0" dirty="0"/>
          </a:p>
          <a:p>
            <a:r>
              <a:rPr lang="en-US" b="0" dirty="0"/>
              <a:t>The motion sensor tells us if someone is </a:t>
            </a:r>
            <a:r>
              <a:rPr lang="en-US" b="0" i="1" dirty="0"/>
              <a:t>moving </a:t>
            </a:r>
            <a:r>
              <a:rPr lang="en-US" b="0" i="0" dirty="0"/>
              <a:t>within the room, but that's it. It doesn't tell us if we're watching TV during the day, having a family movie night, or doing a puzzle.</a:t>
            </a:r>
            <a:endParaRPr lang="en-US" b="0" dirty="0"/>
          </a:p>
          <a:p>
            <a:endParaRPr lang="en-US" b="0" dirty="0"/>
          </a:p>
          <a:p>
            <a:r>
              <a:rPr lang="en-US" b="0" dirty="0"/>
              <a:t>In my case, the TV in our living room uses a Roku as its streaming device. There is a Roku integration for Home Assistant that not only lets me control playback, but it also provides…</a:t>
            </a:r>
            <a:br>
              <a:rPr lang="en-US" b="0" dirty="0"/>
            </a:br>
            <a:br>
              <a:rPr lang="en-US" b="0" dirty="0"/>
            </a:br>
            <a:r>
              <a:rPr lang="en-US" b="1" dirty="0"/>
              <a:t>(click)</a:t>
            </a:r>
          </a:p>
          <a:p>
            <a:r>
              <a:rPr lang="en-US" b="0" dirty="0"/>
              <a:t>… diagnostic information, such as which app is currently active. </a:t>
            </a:r>
          </a:p>
          <a:p>
            <a:endParaRPr lang="en-US" b="0" dirty="0"/>
          </a:p>
          <a:p>
            <a:r>
              <a:rPr lang="en-US" b="0" dirty="0"/>
              <a:t>If the TV is off, then the active app is just "Roku", which tells me it's idle. But if the active app is something else, such as Netflix, that's a pretty clear sign that the TV is being watched.</a:t>
            </a:r>
          </a:p>
        </p:txBody>
      </p:sp>
      <p:sp>
        <p:nvSpPr>
          <p:cNvPr id="4" name="Slide Number Placeholder 3"/>
          <p:cNvSpPr>
            <a:spLocks noGrp="1"/>
          </p:cNvSpPr>
          <p:nvPr>
            <p:ph type="sldNum" sz="quarter" idx="5"/>
          </p:nvPr>
        </p:nvSpPr>
        <p:spPr/>
        <p:txBody>
          <a:bodyPr/>
          <a:lstStyle/>
          <a:p>
            <a:fld id="{7C50BB5D-51FC-45DF-BEE4-7B3747DE1EF8}" type="slidenum">
              <a:rPr lang="en-US" smtClean="0"/>
              <a:t>69</a:t>
            </a:fld>
            <a:endParaRPr lang="en-US"/>
          </a:p>
        </p:txBody>
      </p:sp>
    </p:spTree>
    <p:extLst>
      <p:ext uri="{BB962C8B-B14F-4D97-AF65-F5344CB8AC3E}">
        <p14:creationId xmlns:p14="http://schemas.microsoft.com/office/powerpoint/2010/main" val="212561727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The third component to this solution is an ability to turn lights on or off as needed.</a:t>
            </a:r>
          </a:p>
          <a:p>
            <a:endParaRPr lang="en-US" b="0" dirty="0"/>
          </a:p>
          <a:p>
            <a:r>
              <a:rPr lang="en-US" b="0" dirty="0"/>
              <a:t>The simplest possible thing you can do is buy some Z-wave or Zigbee bulbs for your existing lamps. They are easy to control and can display all sorts of pretty colors, and it requires no specialized skill to install a lightbulb. </a:t>
            </a:r>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70</a:t>
            </a:fld>
            <a:endParaRPr lang="en-US"/>
          </a:p>
        </p:txBody>
      </p:sp>
    </p:spTree>
    <p:extLst>
      <p:ext uri="{BB962C8B-B14F-4D97-AF65-F5344CB8AC3E}">
        <p14:creationId xmlns:p14="http://schemas.microsoft.com/office/powerpoint/2010/main" val="110020237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However, I recommend you put in smart switches instead of smart bulbs.</a:t>
            </a:r>
          </a:p>
          <a:p>
            <a:endParaRPr lang="en-US" b="0" dirty="0"/>
          </a:p>
          <a:p>
            <a:r>
              <a:rPr lang="en-US" b="0" dirty="0"/>
              <a:t>The main problem with smart bulbs is that they need to remain powered at all times. When you turn off a smart bulb, it just turns off the LEDs, but the device itself remains powered and on the network, so that it can receive the commands to turn back on.</a:t>
            </a:r>
          </a:p>
          <a:p>
            <a:endParaRPr lang="en-US" b="0" dirty="0"/>
          </a:p>
          <a:p>
            <a:r>
              <a:rPr lang="en-US" b="0" dirty="0"/>
              <a:t>If you put one of these bulbs into a lamp or ceiling fixture that's controlled by a switch, and someone in your house flips that switch, then no amount of screaming at Alexa is going to do anything until the switch is flipped back on.</a:t>
            </a:r>
          </a:p>
          <a:p>
            <a:endParaRPr lang="en-US" b="0" dirty="0"/>
          </a:p>
          <a:p>
            <a:r>
              <a:rPr lang="en-US" b="0" dirty="0"/>
              <a:t>If you replace the </a:t>
            </a:r>
            <a:r>
              <a:rPr lang="en-US" b="0" i="1" dirty="0"/>
              <a:t>switch </a:t>
            </a:r>
            <a:r>
              <a:rPr lang="en-US" b="0" i="0" dirty="0"/>
              <a:t>itself, however, this is a non-issue. Your spouse or your kids or your guests can continue to use the wall switch, like the cave people they are, without affecting your automations.</a:t>
            </a:r>
          </a:p>
          <a:p>
            <a:endParaRPr lang="en-US" b="0" i="0" dirty="0"/>
          </a:p>
          <a:p>
            <a:r>
              <a:rPr lang="en-US" b="0" i="0" dirty="0"/>
              <a:t>Additionally, some switches have extra features that can be really useful, which I'll talk about in a minute.</a:t>
            </a:r>
            <a:endParaRPr lang="en-US" b="0" dirty="0"/>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71</a:t>
            </a:fld>
            <a:endParaRPr lang="en-US"/>
          </a:p>
        </p:txBody>
      </p:sp>
    </p:spTree>
    <p:extLst>
      <p:ext uri="{BB962C8B-B14F-4D97-AF65-F5344CB8AC3E}">
        <p14:creationId xmlns:p14="http://schemas.microsoft.com/office/powerpoint/2010/main" val="279890342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Finally, let's talk about the kill switch. This could also be called the "saved Seth's marriage" switch, because it allows my wife and I to peacefully coexist in my evolving house of wonders.</a:t>
            </a:r>
          </a:p>
          <a:p>
            <a:endParaRPr lang="en-US" b="0" dirty="0"/>
          </a:p>
          <a:p>
            <a:r>
              <a:rPr lang="en-US" b="1" dirty="0"/>
              <a:t>(click)</a:t>
            </a:r>
          </a:p>
          <a:p>
            <a:r>
              <a:rPr lang="en-US" b="0" dirty="0"/>
              <a:t>In Home Assistant, you can create custom toggle switches, and you can then use those toggles in templates and automations.</a:t>
            </a:r>
          </a:p>
          <a:p>
            <a:endParaRPr lang="en-US" b="0" dirty="0"/>
          </a:p>
          <a:p>
            <a:r>
              <a:rPr lang="en-US" b="0" dirty="0"/>
              <a:t>For instance, I generally set up two control toggles for each room: one controls whether lights turn on automatically, the other controls whether lights turn off automatically. </a:t>
            </a:r>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72</a:t>
            </a:fld>
            <a:endParaRPr lang="en-US"/>
          </a:p>
        </p:txBody>
      </p:sp>
    </p:spTree>
    <p:extLst>
      <p:ext uri="{BB962C8B-B14F-4D97-AF65-F5344CB8AC3E}">
        <p14:creationId xmlns:p14="http://schemas.microsoft.com/office/powerpoint/2010/main" val="328395487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Once all 4 of those elements are in place, we can finally create an Automation in Home Assistant to manage the lights.</a:t>
            </a:r>
          </a:p>
          <a:p>
            <a:endParaRPr lang="en-US" b="0" dirty="0"/>
          </a:p>
          <a:p>
            <a:r>
              <a:rPr lang="en-US" b="1" dirty="0"/>
              <a:t>(click)</a:t>
            </a:r>
            <a:endParaRPr lang="en-US" b="0" dirty="0"/>
          </a:p>
          <a:p>
            <a:r>
              <a:rPr lang="en-US" b="0" dirty="0"/>
              <a:t>Automations start with one or more Triggers. There are many different types of triggers, but in this case I begin the Automation when the motion sensor starts detecting motion.</a:t>
            </a:r>
            <a:endParaRPr lang="en-US" b="1" dirty="0"/>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73</a:t>
            </a:fld>
            <a:endParaRPr lang="en-US"/>
          </a:p>
        </p:txBody>
      </p:sp>
    </p:spTree>
    <p:extLst>
      <p:ext uri="{BB962C8B-B14F-4D97-AF65-F5344CB8AC3E}">
        <p14:creationId xmlns:p14="http://schemas.microsoft.com/office/powerpoint/2010/main" val="327795536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Automations can have one or more optional Conditions, which are things that must be true in order for the automation to </a:t>
            </a:r>
            <a:r>
              <a:rPr lang="en-US" b="0" i="1" dirty="0"/>
              <a:t>continue </a:t>
            </a:r>
            <a:r>
              <a:rPr lang="en-US" b="0" i="0" dirty="0"/>
              <a:t>processing.</a:t>
            </a:r>
          </a:p>
          <a:p>
            <a:endParaRPr lang="en-US" b="0" i="0" dirty="0"/>
          </a:p>
          <a:p>
            <a:r>
              <a:rPr lang="en-US" b="0" i="0" dirty="0"/>
              <a:t>First, I make sure that the auto-on toggle is enabled. If my wife has turned that flag off, then the automation won't process. </a:t>
            </a:r>
          </a:p>
        </p:txBody>
      </p:sp>
      <p:sp>
        <p:nvSpPr>
          <p:cNvPr id="4" name="Slide Number Placeholder 3"/>
          <p:cNvSpPr>
            <a:spLocks noGrp="1"/>
          </p:cNvSpPr>
          <p:nvPr>
            <p:ph type="sldNum" sz="quarter" idx="5"/>
          </p:nvPr>
        </p:nvSpPr>
        <p:spPr/>
        <p:txBody>
          <a:bodyPr/>
          <a:lstStyle/>
          <a:p>
            <a:fld id="{7C50BB5D-51FC-45DF-BEE4-7B3747DE1EF8}" type="slidenum">
              <a:rPr lang="en-US" smtClean="0"/>
              <a:t>74</a:t>
            </a:fld>
            <a:endParaRPr lang="en-US"/>
          </a:p>
        </p:txBody>
      </p:sp>
    </p:spTree>
    <p:extLst>
      <p:ext uri="{BB962C8B-B14F-4D97-AF65-F5344CB8AC3E}">
        <p14:creationId xmlns:p14="http://schemas.microsoft.com/office/powerpoint/2010/main" val="391096070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Next, I check the status of the TV. </a:t>
            </a:r>
          </a:p>
          <a:p>
            <a:endParaRPr lang="en-US" b="0" dirty="0"/>
          </a:p>
          <a:p>
            <a:r>
              <a:rPr lang="en-US" b="0" dirty="0"/>
              <a:t>If the TV is in use, then I assume that the lights are already set the way the room's occupants want them, and automation exits. </a:t>
            </a:r>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75</a:t>
            </a:fld>
            <a:endParaRPr lang="en-US"/>
          </a:p>
        </p:txBody>
      </p:sp>
    </p:spTree>
    <p:extLst>
      <p:ext uri="{BB962C8B-B14F-4D97-AF65-F5344CB8AC3E}">
        <p14:creationId xmlns:p14="http://schemas.microsoft.com/office/powerpoint/2010/main" val="426058972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Lastly, the automation only fires during certain hours of the day.</a:t>
            </a:r>
          </a:p>
          <a:p>
            <a:endParaRPr lang="en-US" b="0" dirty="0"/>
          </a:p>
          <a:p>
            <a:r>
              <a:rPr lang="en-US" b="0" dirty="0"/>
              <a:t>Sometimes, like when a poorly tested automation incurs the wrath of my wife, I end up sleeping on the couch in this living room. I don't want the cats triggering the motion lights at 3am, so I limit the automation to the primary hours of the day.</a:t>
            </a:r>
          </a:p>
        </p:txBody>
      </p:sp>
      <p:sp>
        <p:nvSpPr>
          <p:cNvPr id="4" name="Slide Number Placeholder 3"/>
          <p:cNvSpPr>
            <a:spLocks noGrp="1"/>
          </p:cNvSpPr>
          <p:nvPr>
            <p:ph type="sldNum" sz="quarter" idx="5"/>
          </p:nvPr>
        </p:nvSpPr>
        <p:spPr/>
        <p:txBody>
          <a:bodyPr/>
          <a:lstStyle/>
          <a:p>
            <a:fld id="{7C50BB5D-51FC-45DF-BEE4-7B3747DE1EF8}" type="slidenum">
              <a:rPr lang="en-US" smtClean="0"/>
              <a:t>76</a:t>
            </a:fld>
            <a:endParaRPr lang="en-US"/>
          </a:p>
        </p:txBody>
      </p:sp>
    </p:spTree>
    <p:extLst>
      <p:ext uri="{BB962C8B-B14F-4D97-AF65-F5344CB8AC3E}">
        <p14:creationId xmlns:p14="http://schemas.microsoft.com/office/powerpoint/2010/main" val="387168302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So when motion is detected, and the kill switch hasn't been activated, and the TV is not currently in use, and it's during the normal waking hours, then the Automation turns on my lamp. </a:t>
            </a:r>
          </a:p>
          <a:p>
            <a:endParaRPr lang="en-US" b="0" i="0" dirty="0"/>
          </a:p>
          <a:p>
            <a:r>
              <a:rPr lang="en-US" b="1" i="0" dirty="0"/>
              <a:t>(click)</a:t>
            </a:r>
          </a:p>
          <a:p>
            <a:r>
              <a:rPr lang="en-US" b="0" i="0" dirty="0"/>
              <a:t>At this point, I have an automation that keeps my daughter and I happy, and there's a kill switch for my wife to use if things go haywire.</a:t>
            </a:r>
          </a:p>
          <a:p>
            <a:endParaRPr lang="en-US" b="0" i="0" dirty="0"/>
          </a:p>
          <a:p>
            <a:r>
              <a:rPr lang="en-US" b="1" i="0" dirty="0"/>
              <a:t>(click)</a:t>
            </a:r>
            <a:endParaRPr lang="en-US" b="0" i="0" dirty="0"/>
          </a:p>
          <a:p>
            <a:r>
              <a:rPr lang="en-US" b="0" i="0" dirty="0"/>
              <a:t>However, it's still not perfect. My wife is </a:t>
            </a:r>
            <a:r>
              <a:rPr lang="en-US" b="0" i="1" dirty="0"/>
              <a:t>capable </a:t>
            </a:r>
            <a:r>
              <a:rPr lang="en-US" b="0" i="0" dirty="0"/>
              <a:t>of opening Home Assistant on her phone to disable automations that are bothering her, but she doesn't </a:t>
            </a:r>
            <a:r>
              <a:rPr lang="en-US" b="0" i="1" dirty="0"/>
              <a:t>like </a:t>
            </a:r>
            <a:r>
              <a:rPr lang="en-US" b="0" i="0" dirty="0"/>
              <a:t>doing it. </a:t>
            </a:r>
          </a:p>
          <a:p>
            <a:endParaRPr lang="en-US" b="0" i="0" dirty="0"/>
          </a:p>
          <a:p>
            <a:r>
              <a:rPr lang="en-US" b="0" i="0" dirty="0"/>
              <a:t>What I really want is some way to enable the kill switch </a:t>
            </a:r>
            <a:r>
              <a:rPr lang="en-US" b="0" i="1" dirty="0"/>
              <a:t>without </a:t>
            </a:r>
            <a:r>
              <a:rPr lang="en-US" b="0" i="0" dirty="0"/>
              <a:t>using a phone app.</a:t>
            </a:r>
          </a:p>
          <a:p>
            <a:endParaRPr lang="en-US" b="0" i="0" dirty="0"/>
          </a:p>
          <a:p>
            <a:endParaRPr lang="en-US" b="0" dirty="0"/>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77</a:t>
            </a:fld>
            <a:endParaRPr lang="en-US"/>
          </a:p>
        </p:txBody>
      </p:sp>
    </p:spTree>
    <p:extLst>
      <p:ext uri="{BB962C8B-B14F-4D97-AF65-F5344CB8AC3E}">
        <p14:creationId xmlns:p14="http://schemas.microsoft.com/office/powerpoint/2010/main" val="304579162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I mentioned earlier that Z-wave and Zigbee light switches often have extra features, and one of those features is support for double tap operations.</a:t>
            </a:r>
          </a:p>
          <a:p>
            <a:endParaRPr lang="en-US" b="0" i="0" dirty="0"/>
          </a:p>
          <a:p>
            <a:r>
              <a:rPr lang="en-US" b="0" i="0" dirty="0"/>
              <a:t>In my living room, if you single tap the switch it will turn the light on or off, like a normal cave person would expect.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78</a:t>
            </a:fld>
            <a:endParaRPr lang="en-US"/>
          </a:p>
        </p:txBody>
      </p:sp>
    </p:spTree>
    <p:extLst>
      <p:ext uri="{BB962C8B-B14F-4D97-AF65-F5344CB8AC3E}">
        <p14:creationId xmlns:p14="http://schemas.microsoft.com/office/powerpoint/2010/main" val="267170519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But if you double-tap the "on" switch, it turns the lights on AND </a:t>
            </a:r>
            <a:r>
              <a:rPr lang="en-US" b="1" i="0" dirty="0"/>
              <a:t>keeps them on</a:t>
            </a:r>
            <a:r>
              <a:rPr lang="en-US" b="0" i="0" dirty="0"/>
              <a:t>, by disabling the auto-off automations.</a:t>
            </a:r>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79</a:t>
            </a:fld>
            <a:endParaRPr lang="en-US"/>
          </a:p>
        </p:txBody>
      </p:sp>
    </p:spTree>
    <p:extLst>
      <p:ext uri="{BB962C8B-B14F-4D97-AF65-F5344CB8AC3E}">
        <p14:creationId xmlns:p14="http://schemas.microsoft.com/office/powerpoint/2010/main" val="159067668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Likewise, double-tapping the "off" switch turns the lights off and keeps them off, by disabling the auto-on automations.</a:t>
            </a:r>
          </a:p>
        </p:txBody>
      </p:sp>
      <p:sp>
        <p:nvSpPr>
          <p:cNvPr id="4" name="Slide Number Placeholder 3"/>
          <p:cNvSpPr>
            <a:spLocks noGrp="1"/>
          </p:cNvSpPr>
          <p:nvPr>
            <p:ph type="sldNum" sz="quarter" idx="5"/>
          </p:nvPr>
        </p:nvSpPr>
        <p:spPr/>
        <p:txBody>
          <a:bodyPr/>
          <a:lstStyle/>
          <a:p>
            <a:fld id="{7C50BB5D-51FC-45DF-BEE4-7B3747DE1EF8}" type="slidenum">
              <a:rPr lang="en-US" smtClean="0"/>
              <a:t>80</a:t>
            </a:fld>
            <a:endParaRPr lang="en-US"/>
          </a:p>
        </p:txBody>
      </p:sp>
    </p:spTree>
    <p:extLst>
      <p:ext uri="{BB962C8B-B14F-4D97-AF65-F5344CB8AC3E}">
        <p14:creationId xmlns:p14="http://schemas.microsoft.com/office/powerpoint/2010/main" val="80926791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The final touch is that I have an automation that re-enables these toggles after a few hours. My wife can double-tap the switch when she enters a room, she can do whatever she wants to do, and then she can leave. She doesn't have to remember to re-enable the automations, because they turn back on automatically. </a:t>
            </a:r>
          </a:p>
          <a:p>
            <a:endParaRPr lang="en-US" b="0" i="0" dirty="0"/>
          </a:p>
          <a:p>
            <a:r>
              <a:rPr lang="en-US" b="1" i="0" dirty="0"/>
              <a:t>(click)</a:t>
            </a:r>
            <a:endParaRPr lang="en-US" b="0" i="0" dirty="0"/>
          </a:p>
          <a:p>
            <a:r>
              <a:rPr lang="en-US" b="0" i="0" dirty="0"/>
              <a:t>Sometimes, when I explain this setup to people, they think its overkill. </a:t>
            </a:r>
          </a:p>
          <a:p>
            <a:endParaRPr lang="en-US" b="0" i="0" dirty="0"/>
          </a:p>
          <a:p>
            <a:r>
              <a:rPr lang="en-US" b="0" i="0" dirty="0"/>
              <a:t>But to me, this an example of a near-perfect smart automation. It's context-aware enough to do the right thing at the right time, it doesn't cost me any money or leak any of my information, and it reduces the amount of time I spend sleeping on the couch. Win-win-win.</a:t>
            </a:r>
          </a:p>
        </p:txBody>
      </p:sp>
      <p:sp>
        <p:nvSpPr>
          <p:cNvPr id="4" name="Slide Number Placeholder 3"/>
          <p:cNvSpPr>
            <a:spLocks noGrp="1"/>
          </p:cNvSpPr>
          <p:nvPr>
            <p:ph type="sldNum" sz="quarter" idx="5"/>
          </p:nvPr>
        </p:nvSpPr>
        <p:spPr/>
        <p:txBody>
          <a:bodyPr/>
          <a:lstStyle/>
          <a:p>
            <a:fld id="{7C50BB5D-51FC-45DF-BEE4-7B3747DE1EF8}" type="slidenum">
              <a:rPr lang="en-US" smtClean="0"/>
              <a:t>81</a:t>
            </a:fld>
            <a:endParaRPr lang="en-US"/>
          </a:p>
        </p:txBody>
      </p:sp>
    </p:spTree>
    <p:extLst>
      <p:ext uri="{BB962C8B-B14F-4D97-AF65-F5344CB8AC3E}">
        <p14:creationId xmlns:p14="http://schemas.microsoft.com/office/powerpoint/2010/main" val="315137220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The final touch is that I have an automation that re-enables these toggles after a few hours. My wife can kill the automations while she performs some task, and she doesn't have to remember to re-enable them when she's done; it happens automatically.</a:t>
            </a:r>
          </a:p>
          <a:p>
            <a:endParaRPr lang="en-US" b="0" i="0" dirty="0"/>
          </a:p>
          <a:p>
            <a:r>
              <a:rPr lang="en-US" b="1" i="0" dirty="0"/>
              <a:t>(click)</a:t>
            </a:r>
            <a:endParaRPr lang="en-US" b="0" i="0" dirty="0"/>
          </a:p>
          <a:p>
            <a:r>
              <a:rPr lang="en-US" b="0" i="0" dirty="0"/>
              <a:t>This works great when there's a smart light switch or some other physical control that's in a convenient place to act as that kill switch.</a:t>
            </a:r>
          </a:p>
          <a:p>
            <a:endParaRPr lang="en-US" b="0" i="0" dirty="0"/>
          </a:p>
          <a:p>
            <a:r>
              <a:rPr lang="en-US" b="0" i="0" dirty="0"/>
              <a:t>But what if you don't have smart switches in convenient places?</a:t>
            </a:r>
          </a:p>
        </p:txBody>
      </p:sp>
      <p:sp>
        <p:nvSpPr>
          <p:cNvPr id="4" name="Slide Number Placeholder 3"/>
          <p:cNvSpPr>
            <a:spLocks noGrp="1"/>
          </p:cNvSpPr>
          <p:nvPr>
            <p:ph type="sldNum" sz="quarter" idx="5"/>
          </p:nvPr>
        </p:nvSpPr>
        <p:spPr/>
        <p:txBody>
          <a:bodyPr/>
          <a:lstStyle/>
          <a:p>
            <a:fld id="{7C50BB5D-51FC-45DF-BEE4-7B3747DE1EF8}" type="slidenum">
              <a:rPr lang="en-US" smtClean="0"/>
              <a:t>82</a:t>
            </a:fld>
            <a:endParaRPr lang="en-US"/>
          </a:p>
        </p:txBody>
      </p:sp>
    </p:spTree>
    <p:extLst>
      <p:ext uri="{BB962C8B-B14F-4D97-AF65-F5344CB8AC3E}">
        <p14:creationId xmlns:p14="http://schemas.microsoft.com/office/powerpoint/2010/main" val="70825939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A neat solution is to use NFC tags.</a:t>
            </a:r>
          </a:p>
          <a:p>
            <a:endParaRPr lang="en-US" b="0" i="0" dirty="0"/>
          </a:p>
          <a:p>
            <a:r>
              <a:rPr lang="en-US" b="0" i="0" dirty="0"/>
              <a:t>You can get a 20 pack of these for $6, and they make it super easy to trigger automations from wherever you want.</a:t>
            </a:r>
          </a:p>
          <a:p>
            <a:endParaRPr lang="en-US" b="0" i="0" dirty="0"/>
          </a:p>
          <a:p>
            <a:r>
              <a:rPr lang="en-US" b="0" i="0" dirty="0"/>
              <a:t>The tags are writeable, and you can… </a:t>
            </a:r>
          </a:p>
          <a:p>
            <a:endParaRPr lang="en-US" b="0" i="0" dirty="0"/>
          </a:p>
          <a:p>
            <a:r>
              <a:rPr lang="en-US" b="1" i="0" dirty="0"/>
              <a:t>(click)</a:t>
            </a:r>
          </a:p>
          <a:p>
            <a:r>
              <a:rPr lang="en-US" b="0" i="0" dirty="0"/>
              <a:t>… write a value to them using the Home Assistant mobile app. It just uses your phone's NFC chip to write the value, instead of reading it.</a:t>
            </a:r>
          </a:p>
        </p:txBody>
      </p:sp>
      <p:sp>
        <p:nvSpPr>
          <p:cNvPr id="4" name="Slide Number Placeholder 3"/>
          <p:cNvSpPr>
            <a:spLocks noGrp="1"/>
          </p:cNvSpPr>
          <p:nvPr>
            <p:ph type="sldNum" sz="quarter" idx="5"/>
          </p:nvPr>
        </p:nvSpPr>
        <p:spPr/>
        <p:txBody>
          <a:bodyPr/>
          <a:lstStyle/>
          <a:p>
            <a:fld id="{7C50BB5D-51FC-45DF-BEE4-7B3747DE1EF8}" type="slidenum">
              <a:rPr lang="en-US" smtClean="0"/>
              <a:t>83</a:t>
            </a:fld>
            <a:endParaRPr lang="en-US"/>
          </a:p>
        </p:txBody>
      </p:sp>
    </p:spTree>
    <p:extLst>
      <p:ext uri="{BB962C8B-B14F-4D97-AF65-F5344CB8AC3E}">
        <p14:creationId xmlns:p14="http://schemas.microsoft.com/office/powerpoint/2010/main" val="250135495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You can also create Automations that are triggered by that tag being read or scanned by a phone with Home Assistant installed.</a:t>
            </a:r>
          </a:p>
          <a:p>
            <a:endParaRPr lang="en-US" b="0" i="0" dirty="0"/>
          </a:p>
          <a:p>
            <a:r>
              <a:rPr lang="en-US" b="0" i="0" dirty="0"/>
              <a:t>So, all my wife has to do is tap her phone against one of those tags, and that can turn off automations in the room she's in. </a:t>
            </a:r>
          </a:p>
          <a:p>
            <a:endParaRPr lang="en-US" b="0" i="0" dirty="0"/>
          </a:p>
          <a:p>
            <a:r>
              <a:rPr lang="en-US" b="0" i="0" dirty="0"/>
              <a:t>You can even trigger different actions based on </a:t>
            </a:r>
            <a:r>
              <a:rPr lang="en-US" b="0" i="1" dirty="0"/>
              <a:t>which phone scanned the tag</a:t>
            </a:r>
            <a:r>
              <a:rPr lang="en-US" b="0" i="0" dirty="0"/>
              <a:t>, so my wife can tap a tag to </a:t>
            </a:r>
            <a:r>
              <a:rPr lang="en-US" b="0" i="1" dirty="0"/>
              <a:t>disable </a:t>
            </a:r>
            <a:r>
              <a:rPr lang="en-US" b="0" i="0" dirty="0"/>
              <a:t>automations, and I can tap that very same tag to re-</a:t>
            </a:r>
            <a:r>
              <a:rPr lang="en-US" b="0" i="1" dirty="0"/>
              <a:t>enable </a:t>
            </a:r>
            <a:r>
              <a:rPr lang="en-US" b="0" i="0" dirty="0"/>
              <a:t>them.</a:t>
            </a:r>
          </a:p>
          <a:p>
            <a:endParaRPr lang="en-US" b="0" i="0" dirty="0"/>
          </a:p>
          <a:p>
            <a:r>
              <a:rPr lang="en-US" b="0" i="0" dirty="0"/>
              <a:t>Finally, these tags </a:t>
            </a:r>
            <a:r>
              <a:rPr lang="en-US" b="0" i="1" dirty="0"/>
              <a:t>do not require a power source</a:t>
            </a:r>
            <a:r>
              <a:rPr lang="en-US" b="0" i="0" dirty="0"/>
              <a:t>. There's no battery to change, there's no cable running down the wall, the NFC chips obtain the power they need from the phone that scans them. All you need is a tiny piece of adhesive to affix the tags where you want them and you're done.</a:t>
            </a:r>
          </a:p>
        </p:txBody>
      </p:sp>
      <p:sp>
        <p:nvSpPr>
          <p:cNvPr id="4" name="Slide Number Placeholder 3"/>
          <p:cNvSpPr>
            <a:spLocks noGrp="1"/>
          </p:cNvSpPr>
          <p:nvPr>
            <p:ph type="sldNum" sz="quarter" idx="5"/>
          </p:nvPr>
        </p:nvSpPr>
        <p:spPr/>
        <p:txBody>
          <a:bodyPr/>
          <a:lstStyle/>
          <a:p>
            <a:fld id="{7C50BB5D-51FC-45DF-BEE4-7B3747DE1EF8}" type="slidenum">
              <a:rPr lang="en-US" smtClean="0"/>
              <a:t>84</a:t>
            </a:fld>
            <a:endParaRPr lang="en-US"/>
          </a:p>
        </p:txBody>
      </p:sp>
    </p:spTree>
    <p:extLst>
      <p:ext uri="{BB962C8B-B14F-4D97-AF65-F5344CB8AC3E}">
        <p14:creationId xmlns:p14="http://schemas.microsoft.com/office/powerpoint/2010/main" val="352862581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This is a great example of why it's easier to implement smart, context-aware automations with a platform like Home Assistant instead of a cloud-based platform like Google Home or SmartThings. </a:t>
            </a:r>
          </a:p>
          <a:p>
            <a:endParaRPr lang="en-US" b="0" i="0" dirty="0"/>
          </a:p>
          <a:p>
            <a:r>
              <a:rPr lang="en-US" b="0" i="0" dirty="0"/>
              <a:t>Getting all of these devices to work together, combined with the logic that's very specific to my own home, would be difficult if not impossible. And even if you could make it would, you'd probably have at </a:t>
            </a:r>
            <a:r>
              <a:rPr lang="en-US" b="0" i="1" dirty="0"/>
              <a:t>least </a:t>
            </a:r>
            <a:r>
              <a:rPr lang="en-US" b="0" i="0" dirty="0"/>
              <a:t>one subscription fee in there somewhere. </a:t>
            </a:r>
          </a:p>
          <a:p>
            <a:endParaRPr lang="en-US" b="0" i="0" dirty="0"/>
          </a:p>
          <a:p>
            <a:r>
              <a:rPr lang="en-US" b="0" i="0" dirty="0"/>
              <a:t>I not only keep my marriage healthy, but I do it without a monthly fee.</a:t>
            </a:r>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85</a:t>
            </a:fld>
            <a:endParaRPr lang="en-US"/>
          </a:p>
        </p:txBody>
      </p:sp>
    </p:spTree>
    <p:extLst>
      <p:ext uri="{BB962C8B-B14F-4D97-AF65-F5344CB8AC3E}">
        <p14:creationId xmlns:p14="http://schemas.microsoft.com/office/powerpoint/2010/main" val="261119472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That covers lights and switches and motion sensors, so let's move on to another interesting use case.</a:t>
            </a:r>
          </a:p>
          <a:p>
            <a:endParaRPr lang="en-US" b="0" i="0" dirty="0"/>
          </a:p>
          <a:p>
            <a:r>
              <a:rPr lang="en-US" b="1" i="0" dirty="0"/>
              <a:t>(click)</a:t>
            </a:r>
          </a:p>
          <a:p>
            <a:r>
              <a:rPr lang="en-US" b="0" i="0" dirty="0"/>
              <a:t>I have a standard old dumb washing machine. It has no internet connectivity of any kind.</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Our laundry room is located in the basement, which 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i="0" dirty="0"/>
              <a:t>(click) </a:t>
            </a:r>
            <a:r>
              <a:rPr lang="en-US" b="0" i="0" dirty="0" err="1"/>
              <a:t>waaaaaay</a:t>
            </a:r>
            <a:r>
              <a:rPr lang="en-US" b="0" i="0" dirty="0"/>
              <a:t> far</a:t>
            </a:r>
          </a:p>
        </p:txBody>
      </p:sp>
      <p:sp>
        <p:nvSpPr>
          <p:cNvPr id="4" name="Slide Number Placeholder 3"/>
          <p:cNvSpPr>
            <a:spLocks noGrp="1"/>
          </p:cNvSpPr>
          <p:nvPr>
            <p:ph type="sldNum" sz="quarter" idx="5"/>
          </p:nvPr>
        </p:nvSpPr>
        <p:spPr/>
        <p:txBody>
          <a:bodyPr/>
          <a:lstStyle/>
          <a:p>
            <a:fld id="{7C50BB5D-51FC-45DF-BEE4-7B3747DE1EF8}" type="slidenum">
              <a:rPr lang="en-US" smtClean="0"/>
              <a:t>86</a:t>
            </a:fld>
            <a:endParaRPr lang="en-US"/>
          </a:p>
        </p:txBody>
      </p:sp>
    </p:spTree>
    <p:extLst>
      <p:ext uri="{BB962C8B-B14F-4D97-AF65-F5344CB8AC3E}">
        <p14:creationId xmlns:p14="http://schemas.microsoft.com/office/powerpoint/2010/main" val="1084399595"/>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 . </a:t>
            </a:r>
            <a:r>
              <a:rPr lang="en-US" b="0" i="0" dirty="0" err="1"/>
              <a:t>waaaaaay</a:t>
            </a:r>
            <a:r>
              <a:rPr lang="en-US" b="0" i="0" dirty="0"/>
              <a:t> far away from our general living area.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On occasion we'll run a load of clothes…</a:t>
            </a:r>
          </a:p>
        </p:txBody>
      </p:sp>
      <p:sp>
        <p:nvSpPr>
          <p:cNvPr id="4" name="Slide Number Placeholder 3"/>
          <p:cNvSpPr>
            <a:spLocks noGrp="1"/>
          </p:cNvSpPr>
          <p:nvPr>
            <p:ph type="sldNum" sz="quarter" idx="5"/>
          </p:nvPr>
        </p:nvSpPr>
        <p:spPr/>
        <p:txBody>
          <a:bodyPr/>
          <a:lstStyle/>
          <a:p>
            <a:fld id="{7C50BB5D-51FC-45DF-BEE4-7B3747DE1EF8}" type="slidenum">
              <a:rPr lang="en-US" smtClean="0"/>
              <a:t>87</a:t>
            </a:fld>
            <a:endParaRPr lang="en-US"/>
          </a:p>
        </p:txBody>
      </p:sp>
    </p:spTree>
    <p:extLst>
      <p:ext uri="{BB962C8B-B14F-4D97-AF65-F5344CB8AC3E}">
        <p14:creationId xmlns:p14="http://schemas.microsoft.com/office/powerpoint/2010/main" val="175480204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 and then find ourselves wondering if it's time to move them to the dryer yet.</a:t>
            </a:r>
          </a:p>
          <a:p>
            <a:endParaRPr lang="en-US" b="0" i="0" dirty="0"/>
          </a:p>
          <a:p>
            <a:r>
              <a:rPr lang="en-US" b="0" i="0" dirty="0"/>
              <a:t>Now, we </a:t>
            </a:r>
            <a:r>
              <a:rPr lang="en-US" b="0" i="1" dirty="0"/>
              <a:t>could </a:t>
            </a:r>
            <a:r>
              <a:rPr lang="en-US" b="0" i="0" dirty="0"/>
              <a:t>walk all the way downstairs to take a look, but as you've probably guessed by now, that's not my style.</a:t>
            </a:r>
          </a:p>
          <a:p>
            <a:endParaRPr lang="en-US" b="0" i="0" dirty="0"/>
          </a:p>
          <a:p>
            <a:r>
              <a:rPr lang="en-US" b="1" i="0" dirty="0"/>
              <a:t>(click)</a:t>
            </a:r>
            <a:endParaRPr lang="en-US" b="0" i="0" dirty="0"/>
          </a:p>
          <a:p>
            <a:r>
              <a:rPr lang="en-US" b="0" i="0" dirty="0"/>
              <a:t>What </a:t>
            </a:r>
            <a:r>
              <a:rPr lang="en-US" b="0" i="1" dirty="0"/>
              <a:t>is </a:t>
            </a:r>
            <a:r>
              <a:rPr lang="en-US" b="0" i="0" dirty="0"/>
              <a:t>my style is buying a Z-wave enabled power plug, like this one. </a:t>
            </a:r>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88</a:t>
            </a:fld>
            <a:endParaRPr lang="en-US"/>
          </a:p>
        </p:txBody>
      </p:sp>
    </p:spTree>
    <p:extLst>
      <p:ext uri="{BB962C8B-B14F-4D97-AF65-F5344CB8AC3E}">
        <p14:creationId xmlns:p14="http://schemas.microsoft.com/office/powerpoint/2010/main" val="41892964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This plug reports the amount of power being used into Home Assistant, and I can use that to determine if the washer is running or not.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That's neat, but instead of constantly checking my dashboard, I'd rather be notified when it's time for me to take action.</a:t>
            </a:r>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89</a:t>
            </a:fld>
            <a:endParaRPr lang="en-US"/>
          </a:p>
        </p:txBody>
      </p:sp>
    </p:spTree>
    <p:extLst>
      <p:ext uri="{BB962C8B-B14F-4D97-AF65-F5344CB8AC3E}">
        <p14:creationId xmlns:p14="http://schemas.microsoft.com/office/powerpoint/2010/main" val="6222416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To do that, I set up notifications that trigger when the power usage goes from a non-zero number back to zero. </a:t>
            </a:r>
          </a:p>
          <a:p>
            <a:endParaRPr lang="en-US" b="0" i="0" dirty="0"/>
          </a:p>
          <a:p>
            <a:r>
              <a:rPr lang="en-US" b="0" i="0" dirty="0"/>
              <a:t>That means the washer </a:t>
            </a:r>
            <a:r>
              <a:rPr lang="en-US" b="0" i="1" dirty="0"/>
              <a:t>was </a:t>
            </a:r>
            <a:r>
              <a:rPr lang="en-US" b="0" i="0" dirty="0"/>
              <a:t>running but has now stopped, so there's probably a sopping wet mess of clothing that needs moved. </a:t>
            </a:r>
          </a:p>
        </p:txBody>
      </p:sp>
      <p:sp>
        <p:nvSpPr>
          <p:cNvPr id="4" name="Slide Number Placeholder 3"/>
          <p:cNvSpPr>
            <a:spLocks noGrp="1"/>
          </p:cNvSpPr>
          <p:nvPr>
            <p:ph type="sldNum" sz="quarter" idx="5"/>
          </p:nvPr>
        </p:nvSpPr>
        <p:spPr/>
        <p:txBody>
          <a:bodyPr/>
          <a:lstStyle/>
          <a:p>
            <a:fld id="{7C50BB5D-51FC-45DF-BEE4-7B3747DE1EF8}" type="slidenum">
              <a:rPr lang="en-US" smtClean="0"/>
              <a:t>90</a:t>
            </a:fld>
            <a:endParaRPr lang="en-US"/>
          </a:p>
        </p:txBody>
      </p:sp>
    </p:spTree>
    <p:extLst>
      <p:ext uri="{BB962C8B-B14F-4D97-AF65-F5344CB8AC3E}">
        <p14:creationId xmlns:p14="http://schemas.microsoft.com/office/powerpoint/2010/main" val="11643121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I perform those notifications in a few different ways. </a:t>
            </a:r>
          </a:p>
          <a:p>
            <a:endParaRPr lang="en-US" b="0" i="0" dirty="0"/>
          </a:p>
          <a:p>
            <a:r>
              <a:rPr lang="en-US" b="0" i="0" dirty="0"/>
              <a:t>First, I send a push notification to my phone. Nothing super exciting there.</a:t>
            </a:r>
          </a:p>
        </p:txBody>
      </p:sp>
      <p:sp>
        <p:nvSpPr>
          <p:cNvPr id="4" name="Slide Number Placeholder 3"/>
          <p:cNvSpPr>
            <a:spLocks noGrp="1"/>
          </p:cNvSpPr>
          <p:nvPr>
            <p:ph type="sldNum" sz="quarter" idx="5"/>
          </p:nvPr>
        </p:nvSpPr>
        <p:spPr/>
        <p:txBody>
          <a:bodyPr/>
          <a:lstStyle/>
          <a:p>
            <a:fld id="{7C50BB5D-51FC-45DF-BEE4-7B3747DE1EF8}" type="slidenum">
              <a:rPr lang="en-US" smtClean="0"/>
              <a:t>91</a:t>
            </a:fld>
            <a:endParaRPr lang="en-US"/>
          </a:p>
        </p:txBody>
      </p:sp>
    </p:spTree>
    <p:extLst>
      <p:ext uri="{BB962C8B-B14F-4D97-AF65-F5344CB8AC3E}">
        <p14:creationId xmlns:p14="http://schemas.microsoft.com/office/powerpoint/2010/main" val="21458587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However, I'm not the only</a:t>
            </a:r>
            <a:r>
              <a:rPr lang="en-US" b="0" i="1" dirty="0"/>
              <a:t> </a:t>
            </a:r>
            <a:r>
              <a:rPr lang="en-US" b="0" i="0" dirty="0"/>
              <a:t>one that does laundry, so when a load is finished I also make a text-to-speech announcement over our Alexa devices.</a:t>
            </a:r>
          </a:p>
          <a:p>
            <a:endParaRPr lang="en-US" b="0" i="0" dirty="0"/>
          </a:p>
          <a:p>
            <a:r>
              <a:rPr lang="en-US" b="0" i="0" dirty="0"/>
              <a:t>We have smart speakers in our kitchen, living room, and master bedroom, so anyone in those rooms will hear a friendly audible message that the laundry needs moved to the dryer.</a:t>
            </a:r>
          </a:p>
          <a:p>
            <a:endParaRPr lang="en-US" b="0" i="0" dirty="0"/>
          </a:p>
          <a:p>
            <a:r>
              <a:rPr lang="en-US" b="0" i="0" dirty="0"/>
              <a:t>Now, playing audio messages in bedrooms is tricky. I would happily be woken up at 3am by an alert about a water leak, but my wife isn't too keen on being woken at 3am just because an overnight load of laundry is done.</a:t>
            </a:r>
          </a:p>
        </p:txBody>
      </p:sp>
      <p:sp>
        <p:nvSpPr>
          <p:cNvPr id="4" name="Slide Number Placeholder 3"/>
          <p:cNvSpPr>
            <a:spLocks noGrp="1"/>
          </p:cNvSpPr>
          <p:nvPr>
            <p:ph type="sldNum" sz="quarter" idx="5"/>
          </p:nvPr>
        </p:nvSpPr>
        <p:spPr/>
        <p:txBody>
          <a:bodyPr/>
          <a:lstStyle/>
          <a:p>
            <a:fld id="{7C50BB5D-51FC-45DF-BEE4-7B3747DE1EF8}" type="slidenum">
              <a:rPr lang="en-US" smtClean="0"/>
              <a:t>92</a:t>
            </a:fld>
            <a:endParaRPr lang="en-US"/>
          </a:p>
        </p:txBody>
      </p:sp>
    </p:spTree>
    <p:extLst>
      <p:ext uri="{BB962C8B-B14F-4D97-AF65-F5344CB8AC3E}">
        <p14:creationId xmlns:p14="http://schemas.microsoft.com/office/powerpoint/2010/main" val="22384456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To manage that complexity, I created a custom, reusable script that handles the text-to-speech notifications. It's like a utility function in your code that lets you reuse logic in multiple places.</a:t>
            </a:r>
          </a:p>
          <a:p>
            <a:endParaRPr lang="en-US" b="0" i="0" dirty="0"/>
          </a:p>
          <a:p>
            <a:r>
              <a:rPr lang="en-US" b="0" i="0" dirty="0"/>
              <a:t>This script is smart enough to choose which devices will play the message based on the time of day and the message type.</a:t>
            </a:r>
          </a:p>
          <a:p>
            <a:endParaRPr lang="en-US" b="0" i="0" dirty="0"/>
          </a:p>
          <a:p>
            <a:r>
              <a:rPr lang="en-US" b="0" i="0" dirty="0"/>
              <a:t>A water leak notification plays on all speakers at any time of day, but laundry alerts don't play in the bedroom during sleeping hours. </a:t>
            </a:r>
          </a:p>
          <a:p>
            <a:endParaRPr lang="en-US" b="0" i="0" dirty="0"/>
          </a:p>
          <a:p>
            <a:br>
              <a:rPr lang="en-US" b="0" i="0" dirty="0"/>
            </a:br>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93</a:t>
            </a:fld>
            <a:endParaRPr lang="en-US"/>
          </a:p>
        </p:txBody>
      </p:sp>
    </p:spTree>
    <p:extLst>
      <p:ext uri="{BB962C8B-B14F-4D97-AF65-F5344CB8AC3E}">
        <p14:creationId xmlns:p14="http://schemas.microsoft.com/office/powerpoint/2010/main" val="232112615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If you buy a "smart appliance" with built-in notifications, you're paying a lot of money and you're limited to whatever notifications that app supports. </a:t>
            </a:r>
          </a:p>
          <a:p>
            <a:endParaRPr lang="en-US" b="0" i="0" dirty="0"/>
          </a:p>
          <a:p>
            <a:r>
              <a:rPr lang="en-US" b="0" i="0" dirty="0"/>
              <a:t>Doing it locally gives me more control and saves me some money at the same time.</a:t>
            </a:r>
          </a:p>
          <a:p>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94</a:t>
            </a:fld>
            <a:endParaRPr lang="en-US"/>
          </a:p>
        </p:txBody>
      </p:sp>
    </p:spTree>
    <p:extLst>
      <p:ext uri="{BB962C8B-B14F-4D97-AF65-F5344CB8AC3E}">
        <p14:creationId xmlns:p14="http://schemas.microsoft.com/office/powerpoint/2010/main" val="10820656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So far, everything I've shown you has used off-the-shelf, plug-and-play devices and has been really easy to set up.</a:t>
            </a:r>
          </a:p>
          <a:p>
            <a:endParaRPr lang="en-US" b="0" i="0" dirty="0"/>
          </a:p>
          <a:p>
            <a:r>
              <a:rPr lang="en-US" b="0" i="0" dirty="0"/>
              <a:t>Next, I want to show you how you can save some money and handle even more complex scenarios if you're willing to put in just a little bit of extra effort. </a:t>
            </a:r>
          </a:p>
          <a:p>
            <a:endParaRPr lang="en-US" b="0" i="0" dirty="0"/>
          </a:p>
          <a:p>
            <a:r>
              <a:rPr lang="en-US" b="0" i="0" dirty="0"/>
              <a:t>I'm going to use my garage as an example. We have a lot of expensive tools in our garage, and I want to keep them secure. </a:t>
            </a:r>
          </a:p>
        </p:txBody>
      </p:sp>
      <p:sp>
        <p:nvSpPr>
          <p:cNvPr id="4" name="Slide Number Placeholder 3"/>
          <p:cNvSpPr>
            <a:spLocks noGrp="1"/>
          </p:cNvSpPr>
          <p:nvPr>
            <p:ph type="sldNum" sz="quarter" idx="5"/>
          </p:nvPr>
        </p:nvSpPr>
        <p:spPr/>
        <p:txBody>
          <a:bodyPr/>
          <a:lstStyle/>
          <a:p>
            <a:fld id="{7C50BB5D-51FC-45DF-BEE4-7B3747DE1EF8}" type="slidenum">
              <a:rPr lang="en-US" smtClean="0"/>
              <a:t>95</a:t>
            </a:fld>
            <a:endParaRPr lang="en-US"/>
          </a:p>
        </p:txBody>
      </p:sp>
    </p:spTree>
    <p:extLst>
      <p:ext uri="{BB962C8B-B14F-4D97-AF65-F5344CB8AC3E}">
        <p14:creationId xmlns:p14="http://schemas.microsoft.com/office/powerpoint/2010/main" val="338050336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Specifically, I want passive indicators inside the house that tell us if the garage door is open, so that it's easy to see if someone forgot to close it.</a:t>
            </a:r>
          </a:p>
          <a:p>
            <a:endParaRPr lang="en-US" b="0" i="0" dirty="0"/>
          </a:p>
          <a:p>
            <a:r>
              <a:rPr lang="en-US" b="0" i="0" dirty="0"/>
              <a:t>Secondly, I want a camera to take recordings of the garage so that if there's ever a theft, we'll have evidence.</a:t>
            </a:r>
          </a:p>
          <a:p>
            <a:endParaRPr lang="en-US" b="0" i="0" dirty="0"/>
          </a:p>
          <a:p>
            <a:r>
              <a:rPr lang="en-US" b="0" i="0" dirty="0"/>
              <a:t>But, I don't need gigabytes of videos of my kids getting soda from the garage fridge, so I only want to save those videos if motion occurs </a:t>
            </a:r>
            <a:r>
              <a:rPr lang="en-US" b="0" i="1" dirty="0"/>
              <a:t>while the garage door is open</a:t>
            </a:r>
            <a:r>
              <a:rPr lang="en-US" b="0" i="0" dirty="0"/>
              <a:t>. If the garage door is closed, nothing gets saved.</a:t>
            </a:r>
          </a:p>
          <a:p>
            <a:endParaRPr lang="en-US" b="0" i="0" dirty="0"/>
          </a:p>
          <a:p>
            <a:r>
              <a:rPr lang="en-US" b="0" i="0" dirty="0"/>
              <a:t>Lastly, I want to store those videos on a hard drive located inside the house, so that a thief can't steal the video evidence along with the tools. </a:t>
            </a:r>
          </a:p>
          <a:p>
            <a:endParaRPr lang="en-US" b="0" i="0" dirty="0"/>
          </a:p>
          <a:p>
            <a:r>
              <a:rPr lang="en-US" b="0" i="0" dirty="0"/>
              <a:t>This would be nearly impossible if I was relying on cloud services for all of these things, but because I'm running everything locally it only required a few extra components. </a:t>
            </a:r>
          </a:p>
          <a:p>
            <a:endParaRPr lang="en-US" b="0" i="0" dirty="0"/>
          </a:p>
          <a:p>
            <a:r>
              <a:rPr lang="en-US" b="1" i="0" dirty="0"/>
              <a:t>(click)</a:t>
            </a:r>
            <a:r>
              <a:rPr lang="en-US" b="0" i="0" dirty="0"/>
              <a:t> </a:t>
            </a:r>
          </a:p>
          <a:p>
            <a:r>
              <a:rPr lang="en-US" b="0" i="0" dirty="0"/>
              <a:t>First, I bought a simple distance sensor for $2 so that I can track the status of the garage door.</a:t>
            </a:r>
            <a:endParaRPr lang="en-US" b="1" i="0" dirty="0"/>
          </a:p>
          <a:p>
            <a:endParaRPr lang="en-US" b="0" i="0" dirty="0"/>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96</a:t>
            </a:fld>
            <a:endParaRPr lang="en-US"/>
          </a:p>
        </p:txBody>
      </p:sp>
    </p:spTree>
    <p:extLst>
      <p:ext uri="{BB962C8B-B14F-4D97-AF65-F5344CB8AC3E}">
        <p14:creationId xmlns:p14="http://schemas.microsoft.com/office/powerpoint/2010/main" val="326625725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That distance sensor is mounted to the garage ceiling, and when the garage door is closed it measures the distance from the ceiling to the floor, which is about 10 feet. </a:t>
            </a:r>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97</a:t>
            </a:fld>
            <a:endParaRPr lang="en-US"/>
          </a:p>
        </p:txBody>
      </p:sp>
    </p:spTree>
    <p:extLst>
      <p:ext uri="{BB962C8B-B14F-4D97-AF65-F5344CB8AC3E}">
        <p14:creationId xmlns:p14="http://schemas.microsoft.com/office/powerpoint/2010/main" val="401707143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When the door is open, it rolls back along the track and underneath the distance sensor, which then measures the distance from the ceiling to the rolled up door, which is about 10 inches.</a:t>
            </a:r>
          </a:p>
          <a:p>
            <a:endParaRPr lang="en-US" b="0" i="0" dirty="0"/>
          </a:p>
          <a:p>
            <a:r>
              <a:rPr lang="en-US" b="0" i="0" dirty="0"/>
              <a:t>That distance measurement can therefore tell me whether or not the door is open.</a:t>
            </a:r>
          </a:p>
        </p:txBody>
      </p:sp>
      <p:sp>
        <p:nvSpPr>
          <p:cNvPr id="4" name="Slide Number Placeholder 3"/>
          <p:cNvSpPr>
            <a:spLocks noGrp="1"/>
          </p:cNvSpPr>
          <p:nvPr>
            <p:ph type="sldNum" sz="quarter" idx="5"/>
          </p:nvPr>
        </p:nvSpPr>
        <p:spPr/>
        <p:txBody>
          <a:bodyPr/>
          <a:lstStyle/>
          <a:p>
            <a:fld id="{7C50BB5D-51FC-45DF-BEE4-7B3747DE1EF8}" type="slidenum">
              <a:rPr lang="en-US" smtClean="0"/>
              <a:t>98</a:t>
            </a:fld>
            <a:endParaRPr lang="en-US"/>
          </a:p>
        </p:txBody>
      </p:sp>
    </p:spTree>
    <p:extLst>
      <p:ext uri="{BB962C8B-B14F-4D97-AF65-F5344CB8AC3E}">
        <p14:creationId xmlns:p14="http://schemas.microsoft.com/office/powerpoint/2010/main" val="1787006802"/>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For the motion sensing I could have used one of those Z-wave sensors I showed earlier, but since I'm already going the DIY route I bought a much cheaper sensor for another $2.</a:t>
            </a:r>
          </a:p>
          <a:p>
            <a:endParaRPr lang="en-US" b="0" i="0" dirty="0"/>
          </a:p>
          <a:p>
            <a:r>
              <a:rPr lang="en-US" b="0" i="0" dirty="0"/>
              <a:t>Since these are just basic electronic components, not stand-alone devices, they need some sort of controller to power and control them, so…</a:t>
            </a:r>
          </a:p>
          <a:p>
            <a:endParaRPr lang="en-US" b="0" i="0" dirty="0"/>
          </a:p>
          <a:p>
            <a:r>
              <a:rPr lang="en-US" b="1" i="0" dirty="0"/>
              <a:t>(click)</a:t>
            </a:r>
            <a:endParaRPr lang="en-US" b="0" i="0" dirty="0"/>
          </a:p>
          <a:p>
            <a:r>
              <a:rPr lang="en-US" b="0" i="0" dirty="0"/>
              <a:t>… I also bought a cheap Raspberry Pi Zero to be that controller. I added a camera for the Pi to record videos.</a:t>
            </a:r>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99</a:t>
            </a:fld>
            <a:endParaRPr lang="en-US"/>
          </a:p>
        </p:txBody>
      </p:sp>
    </p:spTree>
    <p:extLst>
      <p:ext uri="{BB962C8B-B14F-4D97-AF65-F5344CB8AC3E}">
        <p14:creationId xmlns:p14="http://schemas.microsoft.com/office/powerpoint/2010/main" val="2938087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Wiring those sensors to the Raspberry Pi was easy. </a:t>
            </a:r>
          </a:p>
          <a:p>
            <a:endParaRPr lang="en-US" b="0" i="0" dirty="0"/>
          </a:p>
          <a:p>
            <a:r>
              <a:rPr lang="en-US" b="1" i="0" dirty="0"/>
              <a:t>(click)</a:t>
            </a: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I didn't need any a soldering iron or any special equipment, just a few of these jumper wires from Amazon or Microcenter.</a:t>
            </a:r>
          </a:p>
        </p:txBody>
      </p:sp>
      <p:sp>
        <p:nvSpPr>
          <p:cNvPr id="4" name="Slide Number Placeholder 3"/>
          <p:cNvSpPr>
            <a:spLocks noGrp="1"/>
          </p:cNvSpPr>
          <p:nvPr>
            <p:ph type="sldNum" sz="quarter" idx="5"/>
          </p:nvPr>
        </p:nvSpPr>
        <p:spPr/>
        <p:txBody>
          <a:bodyPr/>
          <a:lstStyle/>
          <a:p>
            <a:fld id="{7C50BB5D-51FC-45DF-BEE4-7B3747DE1EF8}" type="slidenum">
              <a:rPr lang="en-US" smtClean="0"/>
              <a:t>100</a:t>
            </a:fld>
            <a:endParaRPr lang="en-US"/>
          </a:p>
        </p:txBody>
      </p:sp>
    </p:spTree>
    <p:extLst>
      <p:ext uri="{BB962C8B-B14F-4D97-AF65-F5344CB8AC3E}">
        <p14:creationId xmlns:p14="http://schemas.microsoft.com/office/powerpoint/2010/main" val="197114645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Getting the Pi to talk to the sensors is also pretty easy. The Pi can execute Python scripts, and there are Python libraries for interfacing with those sensors, so I just need a few lines of code in a loop to continually monitor the motion sensor and garage door status. </a:t>
            </a:r>
          </a:p>
          <a:p>
            <a:endParaRPr lang="en-US" b="0" i="0" dirty="0"/>
          </a:p>
          <a:p>
            <a:r>
              <a:rPr lang="en-US" b="0" i="0" dirty="0"/>
              <a:t>Based on those values, I can decide whether or not to record a video and send it to the file server in my basement. </a:t>
            </a:r>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101</a:t>
            </a:fld>
            <a:endParaRPr lang="en-US"/>
          </a:p>
        </p:txBody>
      </p:sp>
    </p:spTree>
    <p:extLst>
      <p:ext uri="{BB962C8B-B14F-4D97-AF65-F5344CB8AC3E}">
        <p14:creationId xmlns:p14="http://schemas.microsoft.com/office/powerpoint/2010/main" val="30350526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That's cool and all, but I also want to get that data into Home Assistant so that I can refer to those sensor values elsewhere in my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i="0" dirty="0"/>
              <a:t>(click)</a:t>
            </a: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The typical way of doing that is using something called MQTT, which is a very lightweight, publish/subscribe protocol that is widely used in home automation.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You can install an MQTT broker directly into Home Assistant, and with a new more lines of Python we can…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i="0" dirty="0"/>
              <a:t>(click)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 send a JSON payload to that broker, which automatically triggers Home Assistant to update. </a:t>
            </a:r>
            <a:endParaRPr lang="en-US" b="1" i="0" dirty="0"/>
          </a:p>
          <a:p>
            <a:endParaRPr lang="en-US" b="0" i="0" dirty="0"/>
          </a:p>
          <a:p>
            <a:r>
              <a:rPr lang="en-US" b="0" i="0" dirty="0"/>
              <a:t>So, we now have a Raspberry Pi tracking motion and garage door status and then pushing those values into Home Assistant.</a:t>
            </a:r>
          </a:p>
          <a:p>
            <a:endParaRPr lang="en-US" b="0" i="0" dirty="0"/>
          </a:p>
          <a:p>
            <a:r>
              <a:rPr lang="en-US" b="0" i="0" dirty="0"/>
              <a:t>The final requirement is some sort of visual indicator inside the house telling us when the door is open.</a:t>
            </a:r>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102</a:t>
            </a:fld>
            <a:endParaRPr lang="en-US"/>
          </a:p>
        </p:txBody>
      </p:sp>
    </p:spTree>
    <p:extLst>
      <p:ext uri="{BB962C8B-B14F-4D97-AF65-F5344CB8AC3E}">
        <p14:creationId xmlns:p14="http://schemas.microsoft.com/office/powerpoint/2010/main" val="2662709733"/>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Once again, it's Z-wave light switches for the win. Some of the switches I have come with a configurable color bar on the switch itself.</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Normally, this is blue, and the brightness of the bar indicates the amount of dimming currently applied.</a:t>
            </a:r>
          </a:p>
          <a:p>
            <a:endParaRPr lang="en-US" b="0" i="0" dirty="0"/>
          </a:p>
          <a:p>
            <a:r>
              <a:rPr lang="en-US" b="1" i="0" dirty="0"/>
              <a:t>(click)</a:t>
            </a:r>
            <a:endParaRPr lang="en-US" b="0" i="0" dirty="0"/>
          </a:p>
          <a:p>
            <a:r>
              <a:rPr lang="en-US" b="0" i="0" dirty="0"/>
              <a:t>But when the garage door state changes from closed to open, I change the color bars on a few switches throughout the house to a different color. That makes it really easy for anyone walking by the front door, for instance, to see that the garage is open.</a:t>
            </a:r>
          </a:p>
          <a:p>
            <a:endParaRPr lang="en-US" b="0" i="0" dirty="0"/>
          </a:p>
          <a:p>
            <a:r>
              <a:rPr lang="en-US" b="0" i="0" dirty="0"/>
              <a:t>The brightness of the bar doesn't change, it still reflects the dimming level of the light it's connected to, but the color grabs our attention and communicates status.</a:t>
            </a:r>
          </a:p>
          <a:p>
            <a:endParaRPr lang="en-US" b="0" i="0" dirty="0"/>
          </a:p>
          <a:p>
            <a:r>
              <a:rPr lang="en-US" b="1" i="0" dirty="0"/>
              <a:t>(click)</a:t>
            </a:r>
            <a:endParaRPr lang="en-US" b="0" i="0" dirty="0"/>
          </a:p>
          <a:p>
            <a:r>
              <a:rPr lang="en-US" b="0" i="0" dirty="0"/>
              <a:t>And when the door closes, I reset the light bar back to its default color.</a:t>
            </a:r>
          </a:p>
          <a:p>
            <a:endParaRPr lang="en-US" b="0" i="0" dirty="0"/>
          </a:p>
          <a:p>
            <a:r>
              <a:rPr lang="en-US" b="0" i="0" dirty="0"/>
              <a:t>Simple, but effective.</a:t>
            </a:r>
          </a:p>
          <a:p>
            <a:endParaRPr lang="en-US" b="0" i="0" dirty="0"/>
          </a:p>
          <a:p>
            <a:endParaRPr lang="en-US" b="1" i="0" dirty="0"/>
          </a:p>
        </p:txBody>
      </p:sp>
      <p:sp>
        <p:nvSpPr>
          <p:cNvPr id="4" name="Slide Number Placeholder 3"/>
          <p:cNvSpPr>
            <a:spLocks noGrp="1"/>
          </p:cNvSpPr>
          <p:nvPr>
            <p:ph type="sldNum" sz="quarter" idx="5"/>
          </p:nvPr>
        </p:nvSpPr>
        <p:spPr/>
        <p:txBody>
          <a:bodyPr/>
          <a:lstStyle/>
          <a:p>
            <a:fld id="{7C50BB5D-51FC-45DF-BEE4-7B3747DE1EF8}" type="slidenum">
              <a:rPr lang="en-US" smtClean="0"/>
              <a:t>103</a:t>
            </a:fld>
            <a:endParaRPr lang="en-US"/>
          </a:p>
        </p:txBody>
      </p:sp>
    </p:spTree>
    <p:extLst>
      <p:ext uri="{BB962C8B-B14F-4D97-AF65-F5344CB8AC3E}">
        <p14:creationId xmlns:p14="http://schemas.microsoft.com/office/powerpoint/2010/main" val="157167567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For my final example, lets talk about control panels.</a:t>
            </a:r>
          </a:p>
          <a:p>
            <a:endParaRPr lang="en-US" b="0" i="0" dirty="0"/>
          </a:p>
          <a:p>
            <a:r>
              <a:rPr lang="en-US" b="1" i="0" dirty="0"/>
              <a:t>(click)</a:t>
            </a:r>
          </a:p>
          <a:p>
            <a:r>
              <a:rPr lang="en-US" b="0" i="0" dirty="0"/>
              <a:t>If you spend any amount of time on home-automation Reddit, you'll notice that a fancy control panel, located on some wall of your house and available for anyone to use, is pretty much a de-facto requirement to be one of the cool kids.</a:t>
            </a:r>
          </a:p>
          <a:p>
            <a:endParaRPr lang="en-US" b="0" i="0" dirty="0"/>
          </a:p>
          <a:p>
            <a:r>
              <a:rPr lang="en-US" b="0" i="0" dirty="0"/>
              <a:t>The good news is, any device that can display a web browser or run an Android app can function as a control panel when used with Home Assistant.</a:t>
            </a:r>
          </a:p>
          <a:p>
            <a:endParaRPr lang="en-US" b="0" i="0" dirty="0"/>
          </a:p>
          <a:p>
            <a:r>
              <a:rPr lang="en-US" b="0" i="0" dirty="0"/>
              <a:t>Lots of people will mount an old </a:t>
            </a:r>
            <a:r>
              <a:rPr lang="en-US" b="0" i="0" dirty="0" err="1"/>
              <a:t>ipad</a:t>
            </a:r>
            <a:r>
              <a:rPr lang="en-US" b="0" i="0" dirty="0"/>
              <a:t> to the wall, or use a raspberry pi with a spare monitor, but I….</a:t>
            </a:r>
          </a:p>
        </p:txBody>
      </p:sp>
      <p:sp>
        <p:nvSpPr>
          <p:cNvPr id="4" name="Slide Number Placeholder 3"/>
          <p:cNvSpPr>
            <a:spLocks noGrp="1"/>
          </p:cNvSpPr>
          <p:nvPr>
            <p:ph type="sldNum" sz="quarter" idx="5"/>
          </p:nvPr>
        </p:nvSpPr>
        <p:spPr/>
        <p:txBody>
          <a:bodyPr/>
          <a:lstStyle/>
          <a:p>
            <a:fld id="{7C50BB5D-51FC-45DF-BEE4-7B3747DE1EF8}" type="slidenum">
              <a:rPr lang="en-US" smtClean="0"/>
              <a:t>104</a:t>
            </a:fld>
            <a:endParaRPr lang="en-US"/>
          </a:p>
        </p:txBody>
      </p:sp>
    </p:spTree>
    <p:extLst>
      <p:ext uri="{BB962C8B-B14F-4D97-AF65-F5344CB8AC3E}">
        <p14:creationId xmlns:p14="http://schemas.microsoft.com/office/powerpoint/2010/main" val="234439686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 use this little Android-powered display that can be mounted in place of a standard, 2-gang wall switch.</a:t>
            </a:r>
          </a:p>
          <a:p>
            <a:endParaRPr lang="en-US" b="0" i="0" dirty="0"/>
          </a:p>
          <a:p>
            <a:r>
              <a:rPr lang="en-US" b="0" i="0" dirty="0"/>
              <a:t>This panel is running the Home Assistant app and displaying a dashboard that I created.</a:t>
            </a:r>
          </a:p>
          <a:p>
            <a:endParaRPr lang="en-US" b="0" i="0" dirty="0"/>
          </a:p>
          <a:p>
            <a:r>
              <a:rPr lang="en-US" b="0" i="0" dirty="0"/>
              <a:t>This dashboard pulls together everything I've talked about so far. It allows anyone in my home to see the status of key systems and to take control of lights and scenes, all without taking out a phone.</a:t>
            </a:r>
          </a:p>
          <a:p>
            <a:endParaRPr lang="en-US" b="0" i="0" dirty="0"/>
          </a:p>
          <a:p>
            <a:endParaRPr lang="en-US" b="0" i="0" dirty="0"/>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105</a:t>
            </a:fld>
            <a:endParaRPr lang="en-US"/>
          </a:p>
        </p:txBody>
      </p:sp>
    </p:spTree>
    <p:extLst>
      <p:ext uri="{BB962C8B-B14F-4D97-AF65-F5344CB8AC3E}">
        <p14:creationId xmlns:p14="http://schemas.microsoft.com/office/powerpoint/2010/main" val="97354873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The garage door and front door icons turn orange when they are open or unlocked, so it's easy to see if those items need secured. </a:t>
            </a:r>
          </a:p>
        </p:txBody>
      </p:sp>
      <p:sp>
        <p:nvSpPr>
          <p:cNvPr id="4" name="Slide Number Placeholder 3"/>
          <p:cNvSpPr>
            <a:spLocks noGrp="1"/>
          </p:cNvSpPr>
          <p:nvPr>
            <p:ph type="sldNum" sz="quarter" idx="5"/>
          </p:nvPr>
        </p:nvSpPr>
        <p:spPr/>
        <p:txBody>
          <a:bodyPr/>
          <a:lstStyle/>
          <a:p>
            <a:fld id="{7C50BB5D-51FC-45DF-BEE4-7B3747DE1EF8}" type="slidenum">
              <a:rPr lang="en-US" smtClean="0"/>
              <a:t>106</a:t>
            </a:fld>
            <a:endParaRPr lang="en-US"/>
          </a:p>
        </p:txBody>
      </p:sp>
    </p:spTree>
    <p:extLst>
      <p:ext uri="{BB962C8B-B14F-4D97-AF65-F5344CB8AC3E}">
        <p14:creationId xmlns:p14="http://schemas.microsoft.com/office/powerpoint/2010/main" val="2804515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The laundry icon turns yellow when the laundry machines are in use…</a:t>
            </a:r>
          </a:p>
        </p:txBody>
      </p:sp>
      <p:sp>
        <p:nvSpPr>
          <p:cNvPr id="4" name="Slide Number Placeholder 3"/>
          <p:cNvSpPr>
            <a:spLocks noGrp="1"/>
          </p:cNvSpPr>
          <p:nvPr>
            <p:ph type="sldNum" sz="quarter" idx="5"/>
          </p:nvPr>
        </p:nvSpPr>
        <p:spPr/>
        <p:txBody>
          <a:bodyPr/>
          <a:lstStyle/>
          <a:p>
            <a:fld id="{7C50BB5D-51FC-45DF-BEE4-7B3747DE1EF8}" type="slidenum">
              <a:rPr lang="en-US" smtClean="0"/>
              <a:t>107</a:t>
            </a:fld>
            <a:endParaRPr lang="en-US"/>
          </a:p>
        </p:txBody>
      </p:sp>
    </p:spTree>
    <p:extLst>
      <p:ext uri="{BB962C8B-B14F-4D97-AF65-F5344CB8AC3E}">
        <p14:creationId xmlns:p14="http://schemas.microsoft.com/office/powerpoint/2010/main" val="237974583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 and then turn into a blinking orange icon when the load is done and needs someone to take action.</a:t>
            </a:r>
          </a:p>
        </p:txBody>
      </p:sp>
      <p:sp>
        <p:nvSpPr>
          <p:cNvPr id="4" name="Slide Number Placeholder 3"/>
          <p:cNvSpPr>
            <a:spLocks noGrp="1"/>
          </p:cNvSpPr>
          <p:nvPr>
            <p:ph type="sldNum" sz="quarter" idx="5"/>
          </p:nvPr>
        </p:nvSpPr>
        <p:spPr/>
        <p:txBody>
          <a:bodyPr/>
          <a:lstStyle/>
          <a:p>
            <a:fld id="{7C50BB5D-51FC-45DF-BEE4-7B3747DE1EF8}" type="slidenum">
              <a:rPr lang="en-US" smtClean="0"/>
              <a:t>108</a:t>
            </a:fld>
            <a:endParaRPr lang="en-US"/>
          </a:p>
        </p:txBody>
      </p:sp>
    </p:spTree>
    <p:extLst>
      <p:ext uri="{BB962C8B-B14F-4D97-AF65-F5344CB8AC3E}">
        <p14:creationId xmlns:p14="http://schemas.microsoft.com/office/powerpoint/2010/main" val="334943109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If any of my water sensors detect a leak, then I show that as a big red blinking alert.</a:t>
            </a:r>
          </a:p>
        </p:txBody>
      </p:sp>
      <p:sp>
        <p:nvSpPr>
          <p:cNvPr id="4" name="Slide Number Placeholder 3"/>
          <p:cNvSpPr>
            <a:spLocks noGrp="1"/>
          </p:cNvSpPr>
          <p:nvPr>
            <p:ph type="sldNum" sz="quarter" idx="5"/>
          </p:nvPr>
        </p:nvSpPr>
        <p:spPr/>
        <p:txBody>
          <a:bodyPr/>
          <a:lstStyle/>
          <a:p>
            <a:fld id="{7C50BB5D-51FC-45DF-BEE4-7B3747DE1EF8}" type="slidenum">
              <a:rPr lang="en-US" smtClean="0"/>
              <a:t>109</a:t>
            </a:fld>
            <a:endParaRPr lang="en-US"/>
          </a:p>
        </p:txBody>
      </p:sp>
    </p:spTree>
    <p:extLst>
      <p:ext uri="{BB962C8B-B14F-4D97-AF65-F5344CB8AC3E}">
        <p14:creationId xmlns:p14="http://schemas.microsoft.com/office/powerpoint/2010/main" val="53532428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And lastly, I show the salt level in my water softener. When it's full the icon is green, but as it runs low… </a:t>
            </a:r>
          </a:p>
          <a:p>
            <a:endParaRPr lang="en-US" b="1" i="0" dirty="0"/>
          </a:p>
          <a:p>
            <a:r>
              <a:rPr lang="en-US" b="1" i="0" dirty="0"/>
              <a:t>(click)</a:t>
            </a:r>
            <a:r>
              <a:rPr lang="en-US" b="0" i="0" dirty="0"/>
              <a:t> </a:t>
            </a:r>
          </a:p>
          <a:p>
            <a:r>
              <a:rPr lang="en-US" b="0" i="0" dirty="0"/>
              <a:t>the color changes to yellow and then red, so that we know we need to buy more salt.</a:t>
            </a:r>
          </a:p>
          <a:p>
            <a:endParaRPr lang="en-US" b="0" i="0" dirty="0"/>
          </a:p>
          <a:p>
            <a:r>
              <a:rPr lang="en-US" b="0" i="0" dirty="0"/>
              <a:t>I'm sharing this panel partially because I think it's cool, but also because it demonstrates one final Home Assistant technique that I want to cover, and that's…</a:t>
            </a:r>
          </a:p>
          <a:p>
            <a:endParaRPr lang="en-US" b="0" i="0" dirty="0"/>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110</a:t>
            </a:fld>
            <a:endParaRPr lang="en-US"/>
          </a:p>
        </p:txBody>
      </p:sp>
    </p:spTree>
    <p:extLst>
      <p:ext uri="{BB962C8B-B14F-4D97-AF65-F5344CB8AC3E}">
        <p14:creationId xmlns:p14="http://schemas.microsoft.com/office/powerpoint/2010/main" val="293222577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 the use of templates for advanced configuration.</a:t>
            </a:r>
          </a:p>
          <a:p>
            <a:endParaRPr lang="en-US" b="0" i="0" dirty="0"/>
          </a:p>
          <a:p>
            <a:r>
              <a:rPr lang="en-US" b="0" i="0" dirty="0"/>
              <a:t>The vast majority of Home Assistant configuration can be done through visual tools, but most features can be toggled into a YAML editor where you can manipulate the thing directly.</a:t>
            </a:r>
          </a:p>
          <a:p>
            <a:endParaRPr lang="en-US" b="0" i="0" dirty="0"/>
          </a:p>
          <a:p>
            <a:r>
              <a:rPr lang="en-US" b="1" i="0" dirty="0"/>
              <a:t>(click)</a:t>
            </a:r>
          </a:p>
          <a:p>
            <a:r>
              <a:rPr lang="en-US" b="0" i="0" dirty="0"/>
              <a:t>And most of those YAML configurations support the use of Templates to provide property values.</a:t>
            </a:r>
          </a:p>
          <a:p>
            <a:endParaRPr lang="en-US" b="0" i="0" dirty="0"/>
          </a:p>
          <a:p>
            <a:r>
              <a:rPr lang="en-US" b="0" i="0" dirty="0"/>
              <a:t>I use templates to control the colors of my dashboard icons, to map numeric states into textual explanations, etc.</a:t>
            </a:r>
          </a:p>
          <a:p>
            <a:endParaRPr lang="en-US" b="0" i="0" dirty="0"/>
          </a:p>
          <a:p>
            <a:r>
              <a:rPr lang="en-US" b="0" i="0" dirty="0"/>
              <a:t>Templates are a really powerful feature. They can have conditional logic, they can calculate values, they can even call custom code to interface directly with hardware devices.</a:t>
            </a:r>
          </a:p>
          <a:p>
            <a:endParaRPr lang="en-US" b="0" i="0" dirty="0"/>
          </a:p>
          <a:p>
            <a:r>
              <a:rPr lang="en-US" b="0" i="0" dirty="0"/>
              <a:t>The cloud based commercial offerings don't have anything nearly as powerful.</a:t>
            </a:r>
          </a:p>
        </p:txBody>
      </p:sp>
      <p:sp>
        <p:nvSpPr>
          <p:cNvPr id="4" name="Slide Number Placeholder 3"/>
          <p:cNvSpPr>
            <a:spLocks noGrp="1"/>
          </p:cNvSpPr>
          <p:nvPr>
            <p:ph type="sldNum" sz="quarter" idx="5"/>
          </p:nvPr>
        </p:nvSpPr>
        <p:spPr/>
        <p:txBody>
          <a:bodyPr/>
          <a:lstStyle/>
          <a:p>
            <a:fld id="{7C50BB5D-51FC-45DF-BEE4-7B3747DE1EF8}" type="slidenum">
              <a:rPr lang="en-US" smtClean="0"/>
              <a:t>111</a:t>
            </a:fld>
            <a:endParaRPr lang="en-US"/>
          </a:p>
        </p:txBody>
      </p:sp>
    </p:spTree>
    <p:extLst>
      <p:ext uri="{BB962C8B-B14F-4D97-AF65-F5344CB8AC3E}">
        <p14:creationId xmlns:p14="http://schemas.microsoft.com/office/powerpoint/2010/main" val="76961614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t>I just showed you four different real-world examples of how I've added smart, context-aware automations to my own home, without using cloud services.</a:t>
            </a:r>
          </a:p>
          <a:p>
            <a:endParaRPr lang="en-US" b="0" i="0" dirty="0"/>
          </a:p>
          <a:p>
            <a:r>
              <a:rPr lang="en-US" b="0" i="0" dirty="0"/>
              <a:t>You can keep it simple and use off the shelf devices, or you can go down the rabbit hole of DIY sensors and controllers. It's entirely up to you. </a:t>
            </a:r>
          </a:p>
          <a:p>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112</a:t>
            </a:fld>
            <a:endParaRPr lang="en-US"/>
          </a:p>
        </p:txBody>
      </p:sp>
    </p:spTree>
    <p:extLst>
      <p:ext uri="{BB962C8B-B14F-4D97-AF65-F5344CB8AC3E}">
        <p14:creationId xmlns:p14="http://schemas.microsoft.com/office/powerpoint/2010/main" val="3360661819"/>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what about remote access?</a:t>
            </a:r>
          </a:p>
          <a:p>
            <a:endParaRPr lang="en-US" dirty="0"/>
          </a:p>
          <a:p>
            <a:r>
              <a:rPr lang="en-US" dirty="0"/>
              <a:t>No matter how awesomely automated your home is…. </a:t>
            </a:r>
            <a:endParaRPr lang="en-US" b="0" i="0" dirty="0"/>
          </a:p>
        </p:txBody>
      </p:sp>
      <p:sp>
        <p:nvSpPr>
          <p:cNvPr id="4" name="Slide Number Placeholder 3"/>
          <p:cNvSpPr>
            <a:spLocks noGrp="1"/>
          </p:cNvSpPr>
          <p:nvPr>
            <p:ph type="sldNum" sz="quarter" idx="5"/>
          </p:nvPr>
        </p:nvSpPr>
        <p:spPr/>
        <p:txBody>
          <a:bodyPr/>
          <a:lstStyle/>
          <a:p>
            <a:fld id="{7C50BB5D-51FC-45DF-BEE4-7B3747DE1EF8}" type="slidenum">
              <a:rPr lang="en-US" smtClean="0"/>
              <a:t>113</a:t>
            </a:fld>
            <a:endParaRPr lang="en-US"/>
          </a:p>
        </p:txBody>
      </p:sp>
    </p:spTree>
    <p:extLst>
      <p:ext uri="{BB962C8B-B14F-4D97-AF65-F5344CB8AC3E}">
        <p14:creationId xmlns:p14="http://schemas.microsoft.com/office/powerpoint/2010/main" val="3377892994"/>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sooner or later you’re going to have to leave that house and go out into the world.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Let’s say you leave in a hurry for vacation, get a few miles down the road, and have that… </a:t>
            </a:r>
            <a:r>
              <a:rPr lang="en-US" b="1" dirty="0"/>
              <a:t>(next)</a:t>
            </a:r>
            <a:r>
              <a:rPr lang="en-US" b="0" dirty="0"/>
              <a:t> sinking feeling that you left the lights on, or the garage door open, or whatever else. </a:t>
            </a:r>
          </a:p>
          <a:p>
            <a:endParaRPr lang="en-US" dirty="0"/>
          </a:p>
        </p:txBody>
      </p:sp>
      <p:sp>
        <p:nvSpPr>
          <p:cNvPr id="4" name="Slide Number Placeholder 3"/>
          <p:cNvSpPr>
            <a:spLocks noGrp="1"/>
          </p:cNvSpPr>
          <p:nvPr>
            <p:ph type="sldNum" sz="quarter" idx="5"/>
          </p:nvPr>
        </p:nvSpPr>
        <p:spPr/>
        <p:txBody>
          <a:bodyPr/>
          <a:lstStyle/>
          <a:p>
            <a:fld id="{7C50BB5D-51FC-45DF-BEE4-7B3747DE1EF8}" type="slidenum">
              <a:rPr lang="en-US" smtClean="0"/>
              <a:t>114</a:t>
            </a:fld>
            <a:endParaRPr lang="en-US"/>
          </a:p>
        </p:txBody>
      </p:sp>
    </p:spTree>
    <p:extLst>
      <p:ext uri="{BB962C8B-B14F-4D97-AF65-F5344CB8AC3E}">
        <p14:creationId xmlns:p14="http://schemas.microsoft.com/office/powerpoint/2010/main" val="130364724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  sinking feeling that you left the lights on, or the garage door open, or whatever else. </a:t>
            </a:r>
          </a:p>
          <a:p>
            <a:endParaRPr lang="en-US" b="0" dirty="0"/>
          </a:p>
        </p:txBody>
      </p:sp>
      <p:sp>
        <p:nvSpPr>
          <p:cNvPr id="4" name="Slide Number Placeholder 3"/>
          <p:cNvSpPr>
            <a:spLocks noGrp="1"/>
          </p:cNvSpPr>
          <p:nvPr>
            <p:ph type="sldNum" sz="quarter" idx="5"/>
          </p:nvPr>
        </p:nvSpPr>
        <p:spPr/>
        <p:txBody>
          <a:bodyPr/>
          <a:lstStyle/>
          <a:p>
            <a:fld id="{7C50BB5D-51FC-45DF-BEE4-7B3747DE1EF8}" type="slidenum">
              <a:rPr lang="en-US" smtClean="0"/>
              <a:t>115</a:t>
            </a:fld>
            <a:endParaRPr lang="en-US"/>
          </a:p>
        </p:txBody>
      </p:sp>
    </p:spTree>
    <p:extLst>
      <p:ext uri="{BB962C8B-B14F-4D97-AF65-F5344CB8AC3E}">
        <p14:creationId xmlns:p14="http://schemas.microsoft.com/office/powerpoint/2010/main" val="11609821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If you’re running everything locally, then you can’t connect to Home Assistant </a:t>
            </a:r>
            <a:r>
              <a:rPr lang="en-US" b="0" i="1" u="none" dirty="0"/>
              <a:t>unless you’re on the same local network</a:t>
            </a:r>
            <a:r>
              <a:rPr lang="en-US" b="0" i="0" u="none" dirty="0"/>
              <a:t>. </a:t>
            </a:r>
          </a:p>
          <a:p>
            <a:endParaRPr lang="en-US" b="0" i="0" u="none" dirty="0"/>
          </a:p>
          <a:p>
            <a:r>
              <a:rPr lang="en-US" b="0" i="0" u="none" dirty="0"/>
              <a:t>As soon as you drop off </a:t>
            </a:r>
            <a:r>
              <a:rPr lang="en-US" b="0" i="0" u="none" dirty="0" err="1"/>
              <a:t>wifi</a:t>
            </a:r>
            <a:r>
              <a:rPr lang="en-US" b="0" i="0" u="none" dirty="0"/>
              <a:t> and onto your cellular network, you’ll lose access because your cell phone can't reach devices on your private network. </a:t>
            </a:r>
          </a:p>
          <a:p>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116</a:t>
            </a:fld>
            <a:endParaRPr lang="en-US"/>
          </a:p>
        </p:txBody>
      </p:sp>
    </p:spTree>
    <p:extLst>
      <p:ext uri="{BB962C8B-B14F-4D97-AF65-F5344CB8AC3E}">
        <p14:creationId xmlns:p14="http://schemas.microsoft.com/office/powerpoint/2010/main" val="29582638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You can DIY a solution to those problems if you're comfortable with Dynamic DNS services and port forwarding on your router. </a:t>
            </a:r>
          </a:p>
          <a:p>
            <a:endParaRPr lang="en-US" b="0" dirty="0"/>
          </a:p>
          <a:p>
            <a:r>
              <a:rPr lang="en-US" b="0" dirty="0"/>
              <a:t>On the other hand, if you want it to Just Work, you can do what I do, and…</a:t>
            </a:r>
            <a:endParaRPr lang="en-US" b="1" dirty="0"/>
          </a:p>
        </p:txBody>
      </p:sp>
      <p:sp>
        <p:nvSpPr>
          <p:cNvPr id="4" name="Slide Number Placeholder 3"/>
          <p:cNvSpPr>
            <a:spLocks noGrp="1"/>
          </p:cNvSpPr>
          <p:nvPr>
            <p:ph type="sldNum" sz="quarter" idx="5"/>
          </p:nvPr>
        </p:nvSpPr>
        <p:spPr/>
        <p:txBody>
          <a:bodyPr/>
          <a:lstStyle/>
          <a:p>
            <a:fld id="{7C50BB5D-51FC-45DF-BEE4-7B3747DE1EF8}" type="slidenum">
              <a:rPr lang="en-US" smtClean="0"/>
              <a:t>117</a:t>
            </a:fld>
            <a:endParaRPr lang="en-US"/>
          </a:p>
        </p:txBody>
      </p:sp>
    </p:spTree>
    <p:extLst>
      <p:ext uri="{BB962C8B-B14F-4D97-AF65-F5344CB8AC3E}">
        <p14:creationId xmlns:p14="http://schemas.microsoft.com/office/powerpoint/2010/main" val="13007292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dirty="0"/>
              <a:t>… pay $6 a month for the Home Assistant Cloud plugin. This plugin automates all of those networking details and provides a secure tunnel into your instance for easy remote access.</a:t>
            </a:r>
          </a:p>
          <a:p>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i="0" u="none" dirty="0"/>
              <a:t>(click)</a:t>
            </a: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 do see the irony in recommending a cloud-based service in an anti-cloud session, but I make an exception for this one.</a:t>
            </a:r>
          </a:p>
          <a:p>
            <a:endParaRPr lang="en-US" b="1" i="0" u="none" dirty="0"/>
          </a:p>
          <a:p>
            <a:r>
              <a:rPr lang="en-US" b="1" i="0" u="none" dirty="0"/>
              <a:t>(click)</a:t>
            </a:r>
            <a:endParaRPr lang="en-US" b="0" i="0" u="none" dirty="0"/>
          </a:p>
          <a:p>
            <a:r>
              <a:rPr lang="en-US" b="0" i="0" u="none" dirty="0"/>
              <a:t>This is the only subscription fee I have, and I'm happy to support this product. The remote access is a bonus.</a:t>
            </a:r>
            <a:endParaRPr lang="en-US" b="1" i="0" u="non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Also, I am not </a:t>
            </a:r>
            <a:r>
              <a:rPr lang="en-US" b="0" i="1" u="none" dirty="0"/>
              <a:t>dependent </a:t>
            </a:r>
            <a:r>
              <a:rPr lang="en-US" b="0" i="0" u="none" dirty="0"/>
              <a:t>on this service. If it goes down, all I lose is remote access from my phone; all of my automations and devices will continue to work just fine.</a:t>
            </a:r>
          </a:p>
          <a:p>
            <a:endParaRPr lang="en-US" b="1" i="0" u="non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i="0" u="none" dirty="0"/>
          </a:p>
        </p:txBody>
      </p:sp>
      <p:sp>
        <p:nvSpPr>
          <p:cNvPr id="4" name="Slide Number Placeholder 3"/>
          <p:cNvSpPr>
            <a:spLocks noGrp="1"/>
          </p:cNvSpPr>
          <p:nvPr>
            <p:ph type="sldNum" sz="quarter" idx="5"/>
          </p:nvPr>
        </p:nvSpPr>
        <p:spPr/>
        <p:txBody>
          <a:bodyPr/>
          <a:lstStyle/>
          <a:p>
            <a:fld id="{7C50BB5D-51FC-45DF-BEE4-7B3747DE1EF8}" type="slidenum">
              <a:rPr lang="en-US" smtClean="0"/>
              <a:t>118</a:t>
            </a:fld>
            <a:endParaRPr lang="en-US"/>
          </a:p>
        </p:txBody>
      </p:sp>
    </p:spTree>
    <p:extLst>
      <p:ext uri="{BB962C8B-B14F-4D97-AF65-F5344CB8AC3E}">
        <p14:creationId xmlns:p14="http://schemas.microsoft.com/office/powerpoint/2010/main" val="146750253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That brings us to voice control.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Alexa integration is </a:t>
            </a:r>
            <a:r>
              <a:rPr lang="en-US" b="0" i="1" u="none" dirty="0"/>
              <a:t>super </a:t>
            </a:r>
            <a:r>
              <a:rPr lang="en-US" b="0" i="0" u="none" dirty="0"/>
              <a:t>convenient, and for many people the convenience of voice control outweighs my arguments about privacy and latency. For those people, losing voice control might even be a total dealbreaker.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The good news is that you do NOT need to give up voice control if you set up Home Assistant.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i="0" u="none" dirty="0"/>
          </a:p>
        </p:txBody>
      </p:sp>
      <p:sp>
        <p:nvSpPr>
          <p:cNvPr id="4" name="Slide Number Placeholder 3"/>
          <p:cNvSpPr>
            <a:spLocks noGrp="1"/>
          </p:cNvSpPr>
          <p:nvPr>
            <p:ph type="sldNum" sz="quarter" idx="5"/>
          </p:nvPr>
        </p:nvSpPr>
        <p:spPr/>
        <p:txBody>
          <a:bodyPr/>
          <a:lstStyle/>
          <a:p>
            <a:fld id="{7C50BB5D-51FC-45DF-BEE4-7B3747DE1EF8}" type="slidenum">
              <a:rPr lang="en-US" smtClean="0"/>
              <a:t>119</a:t>
            </a:fld>
            <a:endParaRPr lang="en-US"/>
          </a:p>
        </p:txBody>
      </p:sp>
    </p:spTree>
    <p:extLst>
      <p:ext uri="{BB962C8B-B14F-4D97-AF65-F5344CB8AC3E}">
        <p14:creationId xmlns:p14="http://schemas.microsoft.com/office/powerpoint/2010/main" val="280405025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That Home Assistant Cloud plugin ALSO provides an Alexa integration, so you can talk to Alexa, and then Alexa talks to the Home Assistant cloud service, which then sends commands to your local instance.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That's great, as long as you already have a bunch of Alexa devices and you're OK with Amazon processing your speech.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p:txBody>
      </p:sp>
      <p:sp>
        <p:nvSpPr>
          <p:cNvPr id="4" name="Slide Number Placeholder 3"/>
          <p:cNvSpPr>
            <a:spLocks noGrp="1"/>
          </p:cNvSpPr>
          <p:nvPr>
            <p:ph type="sldNum" sz="quarter" idx="5"/>
          </p:nvPr>
        </p:nvSpPr>
        <p:spPr/>
        <p:txBody>
          <a:bodyPr/>
          <a:lstStyle/>
          <a:p>
            <a:fld id="{7C50BB5D-51FC-45DF-BEE4-7B3747DE1EF8}" type="slidenum">
              <a:rPr lang="en-US" smtClean="0"/>
              <a:t>120</a:t>
            </a:fld>
            <a:endParaRPr lang="en-US"/>
          </a:p>
        </p:txBody>
      </p:sp>
    </p:spTree>
    <p:extLst>
      <p:ext uri="{BB962C8B-B14F-4D97-AF65-F5344CB8AC3E}">
        <p14:creationId xmlns:p14="http://schemas.microsoft.com/office/powerpoint/2010/main" val="3237711720"/>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You can choose which devices are exposed to Alexa and which ones aren't…</a:t>
            </a:r>
          </a:p>
        </p:txBody>
      </p:sp>
      <p:sp>
        <p:nvSpPr>
          <p:cNvPr id="4" name="Slide Number Placeholder 3"/>
          <p:cNvSpPr>
            <a:spLocks noGrp="1"/>
          </p:cNvSpPr>
          <p:nvPr>
            <p:ph type="sldNum" sz="quarter" idx="5"/>
          </p:nvPr>
        </p:nvSpPr>
        <p:spPr/>
        <p:txBody>
          <a:bodyPr/>
          <a:lstStyle/>
          <a:p>
            <a:fld id="{7C50BB5D-51FC-45DF-BEE4-7B3747DE1EF8}" type="slidenum">
              <a:rPr lang="en-US" smtClean="0"/>
              <a:t>121</a:t>
            </a:fld>
            <a:endParaRPr lang="en-US"/>
          </a:p>
        </p:txBody>
      </p:sp>
    </p:spTree>
    <p:extLst>
      <p:ext uri="{BB962C8B-B14F-4D97-AF65-F5344CB8AC3E}">
        <p14:creationId xmlns:p14="http://schemas.microsoft.com/office/powerpoint/2010/main" val="258414907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 and you can also enable two-way communication, which means that Home Assistant will notify Alexa when devices change state.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This is nice if you have people that want to use the Alexa app to control your devices because their states will be synchronized between the two different apps.</a:t>
            </a:r>
          </a:p>
        </p:txBody>
      </p:sp>
      <p:sp>
        <p:nvSpPr>
          <p:cNvPr id="4" name="Slide Number Placeholder 3"/>
          <p:cNvSpPr>
            <a:spLocks noGrp="1"/>
          </p:cNvSpPr>
          <p:nvPr>
            <p:ph type="sldNum" sz="quarter" idx="5"/>
          </p:nvPr>
        </p:nvSpPr>
        <p:spPr/>
        <p:txBody>
          <a:bodyPr/>
          <a:lstStyle/>
          <a:p>
            <a:fld id="{7C50BB5D-51FC-45DF-BEE4-7B3747DE1EF8}" type="slidenum">
              <a:rPr lang="en-US" smtClean="0"/>
              <a:t>122</a:t>
            </a:fld>
            <a:endParaRPr lang="en-US"/>
          </a:p>
        </p:txBody>
      </p:sp>
    </p:spTree>
    <p:extLst>
      <p:ext uri="{BB962C8B-B14F-4D97-AF65-F5344CB8AC3E}">
        <p14:creationId xmlns:p14="http://schemas.microsoft.com/office/powerpoint/2010/main" val="2201176635"/>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And although I've been focusing on Alexa, the Home Assistant Cloud plugin also supports Google Assistant integration.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p:txBody>
      </p:sp>
      <p:sp>
        <p:nvSpPr>
          <p:cNvPr id="4" name="Slide Number Placeholder 3"/>
          <p:cNvSpPr>
            <a:spLocks noGrp="1"/>
          </p:cNvSpPr>
          <p:nvPr>
            <p:ph type="sldNum" sz="quarter" idx="5"/>
          </p:nvPr>
        </p:nvSpPr>
        <p:spPr/>
        <p:txBody>
          <a:bodyPr/>
          <a:lstStyle/>
          <a:p>
            <a:fld id="{7C50BB5D-51FC-45DF-BEE4-7B3747DE1EF8}" type="slidenum">
              <a:rPr lang="en-US" smtClean="0"/>
              <a:t>123</a:t>
            </a:fld>
            <a:endParaRPr lang="en-US"/>
          </a:p>
        </p:txBody>
      </p:sp>
    </p:spTree>
    <p:extLst>
      <p:ext uri="{BB962C8B-B14F-4D97-AF65-F5344CB8AC3E}">
        <p14:creationId xmlns:p14="http://schemas.microsoft.com/office/powerpoint/2010/main" val="79892634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That's great and all, as long as you have a bunch of Alexa devices and you're OK with Amazon processing your speech.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However, Nabu Casa, which is the company behind Home Assistant, has a vision of a privacy-first approach to voice control. They've been putting a ton of effort into making it possible to take Amazon totally out of the picture. </a:t>
            </a:r>
          </a:p>
        </p:txBody>
      </p:sp>
      <p:sp>
        <p:nvSpPr>
          <p:cNvPr id="4" name="Slide Number Placeholder 3"/>
          <p:cNvSpPr>
            <a:spLocks noGrp="1"/>
          </p:cNvSpPr>
          <p:nvPr>
            <p:ph type="sldNum" sz="quarter" idx="5"/>
          </p:nvPr>
        </p:nvSpPr>
        <p:spPr/>
        <p:txBody>
          <a:bodyPr/>
          <a:lstStyle/>
          <a:p>
            <a:fld id="{7C50BB5D-51FC-45DF-BEE4-7B3747DE1EF8}" type="slidenum">
              <a:rPr lang="en-US" smtClean="0"/>
              <a:t>124</a:t>
            </a:fld>
            <a:endParaRPr lang="en-US"/>
          </a:p>
        </p:txBody>
      </p:sp>
    </p:spTree>
    <p:extLst>
      <p:ext uri="{BB962C8B-B14F-4D97-AF65-F5344CB8AC3E}">
        <p14:creationId xmlns:p14="http://schemas.microsoft.com/office/powerpoint/2010/main" val="992891164"/>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99C03-6A3C-87AF-06E1-9D5BC7454D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CEA052-EC25-9705-0DC9-A573946A34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8EA0B1-288C-69BE-1ADE-B00738B03CD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But I'm not a big fan of letting big, for-profit corporations listen in on my kitchen, living room, or bedroom.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And on top of the privacy benefits, running a local voice assistant can be faster and more reliable than relying on the cloud.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i="0" u="none" dirty="0"/>
          </a:p>
        </p:txBody>
      </p:sp>
      <p:sp>
        <p:nvSpPr>
          <p:cNvPr id="4" name="Slide Number Placeholder 3">
            <a:extLst>
              <a:ext uri="{FF2B5EF4-FFF2-40B4-BE49-F238E27FC236}">
                <a16:creationId xmlns:a16="http://schemas.microsoft.com/office/drawing/2014/main" id="{9C8DF314-2A96-2CF6-ED7B-49D625E2C5BC}"/>
              </a:ext>
            </a:extLst>
          </p:cNvPr>
          <p:cNvSpPr>
            <a:spLocks noGrp="1"/>
          </p:cNvSpPr>
          <p:nvPr>
            <p:ph type="sldNum" sz="quarter" idx="5"/>
          </p:nvPr>
        </p:nvSpPr>
        <p:spPr/>
        <p:txBody>
          <a:bodyPr/>
          <a:lstStyle/>
          <a:p>
            <a:fld id="{7C50BB5D-51FC-45DF-BEE4-7B3747DE1EF8}" type="slidenum">
              <a:rPr lang="en-US" smtClean="0"/>
              <a:t>125</a:t>
            </a:fld>
            <a:endParaRPr lang="en-US"/>
          </a:p>
        </p:txBody>
      </p:sp>
    </p:spTree>
    <p:extLst>
      <p:ext uri="{BB962C8B-B14F-4D97-AF65-F5344CB8AC3E}">
        <p14:creationId xmlns:p14="http://schemas.microsoft.com/office/powerpoint/2010/main" val="2936415186"/>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CC514-DE4A-C937-E510-5698A43A02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87B47A-3EF9-2756-7EEC-C53A3A0B6E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9C40D-4375-3A0B-C48F-2309FCA8CB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 only have 45 minutes today so I don't have time to do a deep dive on voice control, so I'm going to skip straight to the conclusion.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To do local voice control you need a device that can recognize a wake word and send it to Home Assistant, and you need a service that can parse the voice recording into Home Assistant commands.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The device part is easy: the company that manages Home Assistant recently released a hardware device that comes </a:t>
            </a:r>
            <a:r>
              <a:rPr lang="en-US" b="0" i="1" u="none" dirty="0"/>
              <a:t>pretty close </a:t>
            </a:r>
            <a:r>
              <a:rPr lang="en-US" b="0" i="0" u="none" dirty="0"/>
              <a:t>to Alexa devices in terms of microphone quality. This is technically a preview edition and I expect the hardware to get even better over time.</a:t>
            </a:r>
          </a:p>
        </p:txBody>
      </p:sp>
      <p:sp>
        <p:nvSpPr>
          <p:cNvPr id="4" name="Slide Number Placeholder 3">
            <a:extLst>
              <a:ext uri="{FF2B5EF4-FFF2-40B4-BE49-F238E27FC236}">
                <a16:creationId xmlns:a16="http://schemas.microsoft.com/office/drawing/2014/main" id="{DCA0CC5D-9D8C-7C51-117A-401F932237AC}"/>
              </a:ext>
            </a:extLst>
          </p:cNvPr>
          <p:cNvSpPr>
            <a:spLocks noGrp="1"/>
          </p:cNvSpPr>
          <p:nvPr>
            <p:ph type="sldNum" sz="quarter" idx="5"/>
          </p:nvPr>
        </p:nvSpPr>
        <p:spPr/>
        <p:txBody>
          <a:bodyPr/>
          <a:lstStyle/>
          <a:p>
            <a:fld id="{7C50BB5D-51FC-45DF-BEE4-7B3747DE1EF8}" type="slidenum">
              <a:rPr lang="en-US" smtClean="0"/>
              <a:t>126</a:t>
            </a:fld>
            <a:endParaRPr lang="en-US"/>
          </a:p>
        </p:txBody>
      </p:sp>
    </p:spTree>
    <p:extLst>
      <p:ext uri="{BB962C8B-B14F-4D97-AF65-F5344CB8AC3E}">
        <p14:creationId xmlns:p14="http://schemas.microsoft.com/office/powerpoint/2010/main" val="319979237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F54D8-AEFF-C616-CBD9-1BA87CF02C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457E41-671A-47C8-AF28-81A9DDA867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3089-7DFE-2EF3-C321-5AC5C6DB575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By default, that device comes pre-configured to use Home Assistant Cloud for processing. It works really well, as long as you give the commands in the right syntax.</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i="0" u="none" dirty="0"/>
              <a:t>(click)</a:t>
            </a: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You can also hook it up to ChatGPT for processing. This gives you far more conversational voice control, at an added usage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i="0" u="none" dirty="0"/>
              <a:t>(click)</a:t>
            </a: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Or, you can do what I do. I run a private LLM on a machine in my basement, and I use that to process my voice commands. It gives me the same conversational approach that ChatGPT does, but it's fully local and free.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i="0" u="none" dirty="0"/>
          </a:p>
        </p:txBody>
      </p:sp>
      <p:sp>
        <p:nvSpPr>
          <p:cNvPr id="4" name="Slide Number Placeholder 3">
            <a:extLst>
              <a:ext uri="{FF2B5EF4-FFF2-40B4-BE49-F238E27FC236}">
                <a16:creationId xmlns:a16="http://schemas.microsoft.com/office/drawing/2014/main" id="{CF28DED8-3D87-C926-1DF6-1F4BD03ECBC9}"/>
              </a:ext>
            </a:extLst>
          </p:cNvPr>
          <p:cNvSpPr>
            <a:spLocks noGrp="1"/>
          </p:cNvSpPr>
          <p:nvPr>
            <p:ph type="sldNum" sz="quarter" idx="5"/>
          </p:nvPr>
        </p:nvSpPr>
        <p:spPr/>
        <p:txBody>
          <a:bodyPr/>
          <a:lstStyle/>
          <a:p>
            <a:fld id="{7C50BB5D-51FC-45DF-BEE4-7B3747DE1EF8}" type="slidenum">
              <a:rPr lang="en-US" smtClean="0"/>
              <a:t>127</a:t>
            </a:fld>
            <a:endParaRPr lang="en-US"/>
          </a:p>
        </p:txBody>
      </p:sp>
    </p:spTree>
    <p:extLst>
      <p:ext uri="{BB962C8B-B14F-4D97-AF65-F5344CB8AC3E}">
        <p14:creationId xmlns:p14="http://schemas.microsoft.com/office/powerpoint/2010/main" val="115407622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One of the best parts about local voice control is that you can set up </a:t>
            </a:r>
            <a:r>
              <a:rPr lang="en-US" b="0" i="1" u="none" dirty="0"/>
              <a:t>custom sentences </a:t>
            </a:r>
            <a:r>
              <a:rPr lang="en-US" b="0" i="0" u="none" dirty="0"/>
              <a:t>to do some really cool stuff.</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For example, my wife loves Harry Potter and LEGO, so for Christmas one year I bought her the big LEGO Hogwarts Castle.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She added a light kit that adds all of these little LED lights in the rooms and parapets of the castle.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In the Harry Potter movies, the spell for conjuring light is "Lumos".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So as a party trick, I hooked up that light kit to Home Assistant so that if anyone says…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i="0" u="none" dirty="0"/>
              <a:t>(click)</a:t>
            </a: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"Hogwarts, </a:t>
            </a:r>
            <a:r>
              <a:rPr lang="en-US" b="0" i="0" u="none" dirty="0" err="1"/>
              <a:t>lumos</a:t>
            </a:r>
            <a:r>
              <a:rPr lang="en-US" b="0" i="0" u="none" dirty="0"/>
              <a:t>", then…</a:t>
            </a:r>
            <a:endParaRPr lang="en-US" b="1" i="0" u="none" dirty="0"/>
          </a:p>
        </p:txBody>
      </p:sp>
      <p:sp>
        <p:nvSpPr>
          <p:cNvPr id="4" name="Slide Number Placeholder 3"/>
          <p:cNvSpPr>
            <a:spLocks noGrp="1"/>
          </p:cNvSpPr>
          <p:nvPr>
            <p:ph type="sldNum" sz="quarter" idx="5"/>
          </p:nvPr>
        </p:nvSpPr>
        <p:spPr/>
        <p:txBody>
          <a:bodyPr/>
          <a:lstStyle/>
          <a:p>
            <a:fld id="{7C50BB5D-51FC-45DF-BEE4-7B3747DE1EF8}" type="slidenum">
              <a:rPr lang="en-US" smtClean="0"/>
              <a:t>128</a:t>
            </a:fld>
            <a:endParaRPr lang="en-US"/>
          </a:p>
        </p:txBody>
      </p:sp>
    </p:spTree>
    <p:extLst>
      <p:ext uri="{BB962C8B-B14F-4D97-AF65-F5344CB8AC3E}">
        <p14:creationId xmlns:p14="http://schemas.microsoft.com/office/powerpoint/2010/main" val="383256963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 the light kit turns on and lights up the castle.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 got serious Husband of the Year points for that automation.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p:txBody>
      </p:sp>
      <p:sp>
        <p:nvSpPr>
          <p:cNvPr id="4" name="Slide Number Placeholder 3"/>
          <p:cNvSpPr>
            <a:spLocks noGrp="1"/>
          </p:cNvSpPr>
          <p:nvPr>
            <p:ph type="sldNum" sz="quarter" idx="5"/>
          </p:nvPr>
        </p:nvSpPr>
        <p:spPr/>
        <p:txBody>
          <a:bodyPr/>
          <a:lstStyle/>
          <a:p>
            <a:fld id="{7C50BB5D-51FC-45DF-BEE4-7B3747DE1EF8}" type="slidenum">
              <a:rPr lang="en-US" smtClean="0"/>
              <a:t>129</a:t>
            </a:fld>
            <a:endParaRPr lang="en-US"/>
          </a:p>
        </p:txBody>
      </p:sp>
    </p:spTree>
    <p:extLst>
      <p:ext uri="{BB962C8B-B14F-4D97-AF65-F5344CB8AC3E}">
        <p14:creationId xmlns:p14="http://schemas.microsoft.com/office/powerpoint/2010/main" val="1867064840"/>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Back at the start I told you that I'd show you what's possible with a locally controlled </a:t>
            </a:r>
            <a:r>
              <a:rPr lang="en-US" b="0" i="0" u="none" dirty="0" err="1"/>
              <a:t>smarthome</a:t>
            </a:r>
            <a:r>
              <a:rPr lang="en-US" b="0" i="0" u="none" dirty="0"/>
              <a:t>, and so far we've really only scratched the surface.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Very quickly, here a few more things I'm doing without cloud services. </a:t>
            </a:r>
          </a:p>
        </p:txBody>
      </p:sp>
      <p:sp>
        <p:nvSpPr>
          <p:cNvPr id="4" name="Slide Number Placeholder 3"/>
          <p:cNvSpPr>
            <a:spLocks noGrp="1"/>
          </p:cNvSpPr>
          <p:nvPr>
            <p:ph type="sldNum" sz="quarter" idx="5"/>
          </p:nvPr>
        </p:nvSpPr>
        <p:spPr/>
        <p:txBody>
          <a:bodyPr/>
          <a:lstStyle/>
          <a:p>
            <a:fld id="{7C50BB5D-51FC-45DF-BEE4-7B3747DE1EF8}" type="slidenum">
              <a:rPr lang="en-US" smtClean="0"/>
              <a:t>130</a:t>
            </a:fld>
            <a:endParaRPr lang="en-US"/>
          </a:p>
        </p:txBody>
      </p:sp>
    </p:spTree>
    <p:extLst>
      <p:ext uri="{BB962C8B-B14F-4D97-AF65-F5344CB8AC3E}">
        <p14:creationId xmlns:p14="http://schemas.microsoft.com/office/powerpoint/2010/main" val="78621117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I'm tracking my electrical usage, broken down by individual circuit. </a:t>
            </a:r>
          </a:p>
        </p:txBody>
      </p:sp>
      <p:sp>
        <p:nvSpPr>
          <p:cNvPr id="4" name="Slide Number Placeholder 3"/>
          <p:cNvSpPr>
            <a:spLocks noGrp="1"/>
          </p:cNvSpPr>
          <p:nvPr>
            <p:ph type="sldNum" sz="quarter" idx="5"/>
          </p:nvPr>
        </p:nvSpPr>
        <p:spPr/>
        <p:txBody>
          <a:bodyPr/>
          <a:lstStyle/>
          <a:p>
            <a:fld id="{7C50BB5D-51FC-45DF-BEE4-7B3747DE1EF8}" type="slidenum">
              <a:rPr lang="en-US" smtClean="0"/>
              <a:t>131</a:t>
            </a:fld>
            <a:endParaRPr lang="en-US"/>
          </a:p>
        </p:txBody>
      </p:sp>
    </p:spTree>
    <p:extLst>
      <p:ext uri="{BB962C8B-B14F-4D97-AF65-F5344CB8AC3E}">
        <p14:creationId xmlns:p14="http://schemas.microsoft.com/office/powerpoint/2010/main" val="904645013"/>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 also monitor my water meter, so I know how much water we're using and if we have any leaks anywhere.</a:t>
            </a:r>
          </a:p>
        </p:txBody>
      </p:sp>
      <p:sp>
        <p:nvSpPr>
          <p:cNvPr id="4" name="Slide Number Placeholder 3"/>
          <p:cNvSpPr>
            <a:spLocks noGrp="1"/>
          </p:cNvSpPr>
          <p:nvPr>
            <p:ph type="sldNum" sz="quarter" idx="5"/>
          </p:nvPr>
        </p:nvSpPr>
        <p:spPr/>
        <p:txBody>
          <a:bodyPr/>
          <a:lstStyle/>
          <a:p>
            <a:fld id="{7C50BB5D-51FC-45DF-BEE4-7B3747DE1EF8}" type="slidenum">
              <a:rPr lang="en-US" smtClean="0"/>
              <a:t>132</a:t>
            </a:fld>
            <a:endParaRPr lang="en-US"/>
          </a:p>
        </p:txBody>
      </p:sp>
    </p:spTree>
    <p:extLst>
      <p:ext uri="{BB962C8B-B14F-4D97-AF65-F5344CB8AC3E}">
        <p14:creationId xmlns:p14="http://schemas.microsoft.com/office/powerpoint/2010/main" val="140422043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 can monitor my security cameras, the humidity in my 3d filament storage boxes, even the battery levels of my battery-powered sensors.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There's very little you </a:t>
            </a:r>
            <a:r>
              <a:rPr lang="en-US" b="0" i="1" u="none" dirty="0"/>
              <a:t>can't </a:t>
            </a:r>
            <a:r>
              <a:rPr lang="en-US" b="0" i="0" u="none" dirty="0"/>
              <a:t>do locally, and I'm not paying subscription fees for any of this. </a:t>
            </a:r>
          </a:p>
        </p:txBody>
      </p:sp>
      <p:sp>
        <p:nvSpPr>
          <p:cNvPr id="4" name="Slide Number Placeholder 3"/>
          <p:cNvSpPr>
            <a:spLocks noGrp="1"/>
          </p:cNvSpPr>
          <p:nvPr>
            <p:ph type="sldNum" sz="quarter" idx="5"/>
          </p:nvPr>
        </p:nvSpPr>
        <p:spPr/>
        <p:txBody>
          <a:bodyPr/>
          <a:lstStyle/>
          <a:p>
            <a:fld id="{7C50BB5D-51FC-45DF-BEE4-7B3747DE1EF8}" type="slidenum">
              <a:rPr lang="en-US" smtClean="0"/>
              <a:t>133</a:t>
            </a:fld>
            <a:endParaRPr lang="en-US"/>
          </a:p>
        </p:txBody>
      </p:sp>
    </p:spTree>
    <p:extLst>
      <p:ext uri="{BB962C8B-B14F-4D97-AF65-F5344CB8AC3E}">
        <p14:creationId xmlns:p14="http://schemas.microsoft.com/office/powerpoint/2010/main" val="163449806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80876-A86F-98D7-5F7C-EECF7EFFAD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6C9C2-3C41-7AF0-F694-22A73B891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F538CB-F9B4-5F1D-F589-5029C7CD519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Here's a roadmap for getting started with your own </a:t>
            </a:r>
            <a:r>
              <a:rPr lang="en-US" b="0" i="0" u="none"/>
              <a:t>smart home.</a:t>
            </a: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This QR code and </a:t>
            </a:r>
            <a:r>
              <a:rPr lang="en-US" b="0" i="0" u="none" dirty="0" err="1"/>
              <a:t>bitly</a:t>
            </a:r>
            <a:r>
              <a:rPr lang="en-US" b="0" i="0" u="none" dirty="0"/>
              <a:t> link go to my </a:t>
            </a:r>
            <a:r>
              <a:rPr lang="en-US" b="0" i="0" u="none" dirty="0" err="1"/>
              <a:t>Github</a:t>
            </a:r>
            <a:r>
              <a:rPr lang="en-US" b="0" i="0" u="none" dirty="0"/>
              <a:t> repo containing these slides, plus detailed notes on the things I've done and links to the resources I used.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If you decide to get started in this crazy world, drop me a line and let me know!</a:t>
            </a:r>
          </a:p>
        </p:txBody>
      </p:sp>
      <p:sp>
        <p:nvSpPr>
          <p:cNvPr id="4" name="Slide Number Placeholder 3">
            <a:extLst>
              <a:ext uri="{FF2B5EF4-FFF2-40B4-BE49-F238E27FC236}">
                <a16:creationId xmlns:a16="http://schemas.microsoft.com/office/drawing/2014/main" id="{2FE29D28-7ECC-328C-B1C0-B3ACF4172A51}"/>
              </a:ext>
            </a:extLst>
          </p:cNvPr>
          <p:cNvSpPr>
            <a:spLocks noGrp="1"/>
          </p:cNvSpPr>
          <p:nvPr>
            <p:ph type="sldNum" sz="quarter" idx="5"/>
          </p:nvPr>
        </p:nvSpPr>
        <p:spPr/>
        <p:txBody>
          <a:bodyPr/>
          <a:lstStyle/>
          <a:p>
            <a:fld id="{7C50BB5D-51FC-45DF-BEE4-7B3747DE1EF8}" type="slidenum">
              <a:rPr lang="en-US" smtClean="0"/>
              <a:t>134</a:t>
            </a:fld>
            <a:endParaRPr lang="en-US"/>
          </a:p>
        </p:txBody>
      </p:sp>
    </p:spTree>
    <p:extLst>
      <p:ext uri="{BB962C8B-B14F-4D97-AF65-F5344CB8AC3E}">
        <p14:creationId xmlns:p14="http://schemas.microsoft.com/office/powerpoint/2010/main" val="3129710784"/>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 also said that I'd give you a roadmap for getting started with your own smart home, and that's what this slide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This QR code and </a:t>
            </a:r>
            <a:r>
              <a:rPr lang="en-US" b="0" i="0" u="none" dirty="0" err="1"/>
              <a:t>bitly</a:t>
            </a:r>
            <a:r>
              <a:rPr lang="en-US" b="0" i="0" u="none" dirty="0"/>
              <a:t> link go to my </a:t>
            </a:r>
            <a:r>
              <a:rPr lang="en-US" b="0" i="0" u="none" dirty="0" err="1"/>
              <a:t>Github</a:t>
            </a:r>
            <a:r>
              <a:rPr lang="en-US" b="0" i="0" u="none" dirty="0"/>
              <a:t> repo containing these slides, plus detailed notes on the things I've done and links to the resources I used.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u="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dirty="0"/>
              <a:t>If you decide to get started in this crazy world, drop me a line and let me know!</a:t>
            </a:r>
          </a:p>
        </p:txBody>
      </p:sp>
      <p:sp>
        <p:nvSpPr>
          <p:cNvPr id="4" name="Slide Number Placeholder 3"/>
          <p:cNvSpPr>
            <a:spLocks noGrp="1"/>
          </p:cNvSpPr>
          <p:nvPr>
            <p:ph type="sldNum" sz="quarter" idx="5"/>
          </p:nvPr>
        </p:nvSpPr>
        <p:spPr/>
        <p:txBody>
          <a:bodyPr/>
          <a:lstStyle/>
          <a:p>
            <a:fld id="{7C50BB5D-51FC-45DF-BEE4-7B3747DE1EF8}" type="slidenum">
              <a:rPr lang="en-US" smtClean="0"/>
              <a:t>135</a:t>
            </a:fld>
            <a:endParaRPr lang="en-US"/>
          </a:p>
        </p:txBody>
      </p:sp>
    </p:spTree>
    <p:extLst>
      <p:ext uri="{BB962C8B-B14F-4D97-AF65-F5344CB8AC3E}">
        <p14:creationId xmlns:p14="http://schemas.microsoft.com/office/powerpoint/2010/main" val="10330499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D9375-E210-4582-B6F1-A4E1FF43D26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7F2620B-9033-49A4-9511-787E76DD22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57C3604-4057-4511-B858-EC68BADA13BC}"/>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5" name="Footer Placeholder 4">
            <a:extLst>
              <a:ext uri="{FF2B5EF4-FFF2-40B4-BE49-F238E27FC236}">
                <a16:creationId xmlns:a16="http://schemas.microsoft.com/office/drawing/2014/main" id="{F44CB1A2-89D4-48A0-AFBB-694961BD9C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390B4C-A303-4156-AA30-0BDBEC4C0D19}"/>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61236403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AF02F-815A-42C9-BB11-F5B5CCE98EF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DC94B0-0FFA-48F8-9C4F-2ECD6B813B6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8FA62-DCE6-47F9-9322-9B907BC71E5C}"/>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5" name="Footer Placeholder 4">
            <a:extLst>
              <a:ext uri="{FF2B5EF4-FFF2-40B4-BE49-F238E27FC236}">
                <a16:creationId xmlns:a16="http://schemas.microsoft.com/office/drawing/2014/main" id="{63CF7B34-53AF-47B7-BC0E-DB60F18EDB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A926A-009E-4EDB-9D43-FA9C61144DD3}"/>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38616784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C2970-0467-425F-93D9-EBE334EB09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D92A762-434B-4AAB-B544-0CC4351821B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6329A6-8462-4597-9313-E2B10AA2488E}"/>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5" name="Footer Placeholder 4">
            <a:extLst>
              <a:ext uri="{FF2B5EF4-FFF2-40B4-BE49-F238E27FC236}">
                <a16:creationId xmlns:a16="http://schemas.microsoft.com/office/drawing/2014/main" id="{4256DA45-F357-4805-8E0F-7AB32DF744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7B4947-F8C2-4E0F-BC49-B285B56E49EE}"/>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41524927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BB32D-1FF7-4182-AC32-79BC30B6D8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196BD59-36BA-4019-8224-A8CDEC288DB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623A0C-54DD-45C7-9A2D-DEFDA7CF49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05BE13A-A57D-4644-9DBA-D34794766F8C}"/>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6" name="Footer Placeholder 5">
            <a:extLst>
              <a:ext uri="{FF2B5EF4-FFF2-40B4-BE49-F238E27FC236}">
                <a16:creationId xmlns:a16="http://schemas.microsoft.com/office/drawing/2014/main" id="{3FC4ABF2-192A-41CB-8683-D37B6E904D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34F0FF-BF88-4D4C-8C96-C1AF3171DFF5}"/>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22730683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771C3-5DB3-47A6-8FBE-3676D572423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AB08D44-A421-4BB2-B857-5007E412C0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25F21E0-3932-4C5B-8A50-89D2C917054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C94B98D-9801-4E8A-AC2E-DA0A8A3469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597BD65-12F7-42BC-96BD-232F0742DF9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5C4C1B0-AF8F-454E-8496-AAB8269B365A}"/>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8" name="Footer Placeholder 7">
            <a:extLst>
              <a:ext uri="{FF2B5EF4-FFF2-40B4-BE49-F238E27FC236}">
                <a16:creationId xmlns:a16="http://schemas.microsoft.com/office/drawing/2014/main" id="{39769B9A-123F-4E49-90A6-12D2B2941A4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4BB533-166A-48D9-A08F-23314E578082}"/>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4087264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5E161-9266-4F4D-98E7-8BE5EA5B0C6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2053FE-910B-4800-BDBB-2A002B438BEB}"/>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4" name="Footer Placeholder 3">
            <a:extLst>
              <a:ext uri="{FF2B5EF4-FFF2-40B4-BE49-F238E27FC236}">
                <a16:creationId xmlns:a16="http://schemas.microsoft.com/office/drawing/2014/main" id="{DD6F479A-E446-4CB5-B321-FC739F2C59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1CACE4-4505-419C-AB7C-15CCAEA73086}"/>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20971320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BD4E16-B8DA-4CCE-A86D-582B99602681}"/>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3" name="Footer Placeholder 2">
            <a:extLst>
              <a:ext uri="{FF2B5EF4-FFF2-40B4-BE49-F238E27FC236}">
                <a16:creationId xmlns:a16="http://schemas.microsoft.com/office/drawing/2014/main" id="{2F25D675-F8C3-41A1-BDF3-3A16A6CF86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FFDC62-5C4D-47E3-AE75-0E4434123A37}"/>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1307978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1A741-B6AB-4F8E-B12A-F32166A8C0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3FF7DB3-47F0-4C14-B4D1-C70283254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354E66E-8DBB-46A7-B8C2-A4760BCDCF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26F219-4ED9-4AA0-BC59-FF01603BBF24}"/>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6" name="Footer Placeholder 5">
            <a:extLst>
              <a:ext uri="{FF2B5EF4-FFF2-40B4-BE49-F238E27FC236}">
                <a16:creationId xmlns:a16="http://schemas.microsoft.com/office/drawing/2014/main" id="{A26560C0-0DF5-4FEA-AF9D-0476BE0886E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6A752B-7372-4AED-9A0E-5984C4388FF0}"/>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18447751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706B9-B248-4F42-BD4F-EADC37AFBE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CA84B22-4C17-4D6F-804F-74B4C821DE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51B70F0-F865-49EB-959B-A11704A511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FEE94D-756C-45E1-BDF6-239AF695CA4B}"/>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6" name="Footer Placeholder 5">
            <a:extLst>
              <a:ext uri="{FF2B5EF4-FFF2-40B4-BE49-F238E27FC236}">
                <a16:creationId xmlns:a16="http://schemas.microsoft.com/office/drawing/2014/main" id="{2E5C8EF6-3EC1-41D9-AD69-89612B8C6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5EC668D-C2AD-41A1-B1D7-5F7B25E8D4E1}"/>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598011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5166E-5FBC-4009-A398-5AD821EDC70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144D014-F9B8-4553-890F-620146AFBA4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210F0BF-BDAC-4641-919C-449760157778}"/>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5" name="Footer Placeholder 4">
            <a:extLst>
              <a:ext uri="{FF2B5EF4-FFF2-40B4-BE49-F238E27FC236}">
                <a16:creationId xmlns:a16="http://schemas.microsoft.com/office/drawing/2014/main" id="{37AE315B-560C-45EA-BE7C-418AD52B09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B14042-F939-4DE0-AB57-1CFBFD258505}"/>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2277972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13D53E-21C6-4707-A3E4-302D6EF4175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A2FC45-28AE-42DB-B87A-69A453E204E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5F43D0-4C7C-4D18-BCC1-276522A61409}"/>
              </a:ext>
            </a:extLst>
          </p:cNvPr>
          <p:cNvSpPr>
            <a:spLocks noGrp="1"/>
          </p:cNvSpPr>
          <p:nvPr>
            <p:ph type="dt" sz="half" idx="10"/>
          </p:nvPr>
        </p:nvSpPr>
        <p:spPr/>
        <p:txBody>
          <a:bodyPr/>
          <a:lstStyle/>
          <a:p>
            <a:fld id="{1D12E997-184F-4DA7-A7AF-039D776C0AB2}" type="datetimeFigureOut">
              <a:rPr lang="en-US" smtClean="0"/>
              <a:t>4/30/2025</a:t>
            </a:fld>
            <a:endParaRPr lang="en-US"/>
          </a:p>
        </p:txBody>
      </p:sp>
      <p:sp>
        <p:nvSpPr>
          <p:cNvPr id="5" name="Footer Placeholder 4">
            <a:extLst>
              <a:ext uri="{FF2B5EF4-FFF2-40B4-BE49-F238E27FC236}">
                <a16:creationId xmlns:a16="http://schemas.microsoft.com/office/drawing/2014/main" id="{8DD704C3-77E7-4EB2-AF42-02307C48DB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9A22D2-00B3-4587-9C2D-3BAC85F5F0E3}"/>
              </a:ext>
            </a:extLst>
          </p:cNvPr>
          <p:cNvSpPr>
            <a:spLocks noGrp="1"/>
          </p:cNvSpPr>
          <p:nvPr>
            <p:ph type="sldNum" sz="quarter" idx="12"/>
          </p:nvPr>
        </p:nvSpPr>
        <p:spPr/>
        <p:txBody>
          <a:bodyPr/>
          <a:lstStyle/>
          <a:p>
            <a:fld id="{7CCCF641-E037-4A25-B37E-42CABECDFDFF}" type="slidenum">
              <a:rPr lang="en-US" smtClean="0"/>
              <a:t>‹#›</a:t>
            </a:fld>
            <a:endParaRPr lang="en-US"/>
          </a:p>
        </p:txBody>
      </p:sp>
    </p:spTree>
    <p:extLst>
      <p:ext uri="{BB962C8B-B14F-4D97-AF65-F5344CB8AC3E}">
        <p14:creationId xmlns:p14="http://schemas.microsoft.com/office/powerpoint/2010/main" val="310774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0258AD-09B2-4EF0-B9A3-55B4FF4800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E1EBA23-891A-4E4B-80F6-128E619137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2754CE9-FAD5-4B3E-A259-60EC758757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12E997-184F-4DA7-A7AF-039D776C0AB2}" type="datetimeFigureOut">
              <a:rPr lang="en-US" smtClean="0"/>
              <a:t>4/30/2025</a:t>
            </a:fld>
            <a:endParaRPr lang="en-US"/>
          </a:p>
        </p:txBody>
      </p:sp>
      <p:sp>
        <p:nvSpPr>
          <p:cNvPr id="5" name="Footer Placeholder 4">
            <a:extLst>
              <a:ext uri="{FF2B5EF4-FFF2-40B4-BE49-F238E27FC236}">
                <a16:creationId xmlns:a16="http://schemas.microsoft.com/office/drawing/2014/main" id="{5EDB4A36-7E31-4514-8C0E-92D16AD7DA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3AA4F63-7F5E-4ECF-8935-47DDF3A04CC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CCF641-E037-4A25-B37E-42CABECDFDFF}" type="slidenum">
              <a:rPr lang="en-US" smtClean="0"/>
              <a:t>‹#›</a:t>
            </a:fld>
            <a:endParaRPr lang="en-US"/>
          </a:p>
        </p:txBody>
      </p:sp>
    </p:spTree>
    <p:extLst>
      <p:ext uri="{BB962C8B-B14F-4D97-AF65-F5344CB8AC3E}">
        <p14:creationId xmlns:p14="http://schemas.microsoft.com/office/powerpoint/2010/main" val="15946125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12.png"/><Relationship Id="rId4" Type="http://schemas.openxmlformats.org/officeDocument/2006/relationships/image" Target="../media/image1.pn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12.png"/><Relationship Id="rId4" Type="http://schemas.openxmlformats.org/officeDocument/2006/relationships/image" Target="../media/image1.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12.png"/><Relationship Id="rId4" Type="http://schemas.openxmlformats.org/officeDocument/2006/relationships/image" Target="../media/image1.png"/><Relationship Id="rId9" Type="http://schemas.openxmlformats.org/officeDocument/2006/relationships/image" Target="../media/image11.png"/></Relationships>
</file>

<file path=ppt/slides/_rels/slide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8.png"/><Relationship Id="rId7"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8.png"/><Relationship Id="rId7"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13.png"/></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8.png"/><Relationship Id="rId7"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8" Type="http://schemas.openxmlformats.org/officeDocument/2006/relationships/image" Target="../media/image20.gif"/><Relationship Id="rId3" Type="http://schemas.openxmlformats.org/officeDocument/2006/relationships/image" Target="../media/image14.png"/><Relationship Id="rId7"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8" Type="http://schemas.openxmlformats.org/officeDocument/2006/relationships/image" Target="../media/image20.gif"/><Relationship Id="rId3" Type="http://schemas.openxmlformats.org/officeDocument/2006/relationships/image" Target="../media/image14.png"/><Relationship Id="rId7"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8" Type="http://schemas.openxmlformats.org/officeDocument/2006/relationships/image" Target="../media/image20.gif"/><Relationship Id="rId3" Type="http://schemas.openxmlformats.org/officeDocument/2006/relationships/image" Target="../media/image14.png"/><Relationship Id="rId7"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7.pn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7.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5.png"/><Relationship Id="rId7"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0.png"/><Relationship Id="rId10" Type="http://schemas.openxmlformats.org/officeDocument/2006/relationships/image" Target="../media/image27.png"/><Relationship Id="rId4" Type="http://schemas.openxmlformats.org/officeDocument/2006/relationships/image" Target="../media/image29.png"/><Relationship Id="rId9" Type="http://schemas.openxmlformats.org/officeDocument/2006/relationships/image" Target="../media/image22.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8" Type="http://schemas.openxmlformats.org/officeDocument/2006/relationships/image" Target="../media/image40.jpe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31.png"/><Relationship Id="rId4" Type="http://schemas.openxmlformats.org/officeDocument/2006/relationships/image" Target="../media/image36.png"/><Relationship Id="rId9" Type="http://schemas.openxmlformats.org/officeDocument/2006/relationships/image" Target="../media/image41.png"/></Relationships>
</file>

<file path=ppt/slides/_rels/slide38.xml.rels><?xml version="1.0" encoding="UTF-8" standalone="yes"?>
<Relationships xmlns="http://schemas.openxmlformats.org/package/2006/relationships"><Relationship Id="rId8" Type="http://schemas.openxmlformats.org/officeDocument/2006/relationships/image" Target="../media/image40.jpe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31.png"/><Relationship Id="rId4" Type="http://schemas.openxmlformats.org/officeDocument/2006/relationships/image" Target="../media/image36.png"/><Relationship Id="rId9" Type="http://schemas.openxmlformats.org/officeDocument/2006/relationships/image" Target="../media/image41.png"/></Relationships>
</file>

<file path=ppt/slides/_rels/slide39.xml.rels><?xml version="1.0" encoding="UTF-8" standalone="yes"?>
<Relationships xmlns="http://schemas.openxmlformats.org/package/2006/relationships"><Relationship Id="rId8" Type="http://schemas.openxmlformats.org/officeDocument/2006/relationships/image" Target="../media/image40.jpe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31.png"/><Relationship Id="rId4" Type="http://schemas.openxmlformats.org/officeDocument/2006/relationships/image" Target="../media/image36.png"/><Relationship Id="rId9" Type="http://schemas.openxmlformats.org/officeDocument/2006/relationships/image" Target="../media/image41.png"/></Relationships>
</file>

<file path=ppt/slides/_rels/slide40.xml.rels><?xml version="1.0" encoding="UTF-8" standalone="yes"?>
<Relationships xmlns="http://schemas.openxmlformats.org/package/2006/relationships"><Relationship Id="rId8" Type="http://schemas.openxmlformats.org/officeDocument/2006/relationships/image" Target="../media/image40.jpe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31.png"/><Relationship Id="rId4" Type="http://schemas.openxmlformats.org/officeDocument/2006/relationships/image" Target="../media/image36.png"/><Relationship Id="rId9" Type="http://schemas.openxmlformats.org/officeDocument/2006/relationships/image" Target="../media/image41.png"/></Relationships>
</file>

<file path=ppt/slides/_rels/slide41.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6.png"/><Relationship Id="rId7" Type="http://schemas.openxmlformats.org/officeDocument/2006/relationships/image" Target="../media/image40.jpe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 Id="rId9"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31.png"/><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8" Type="http://schemas.openxmlformats.org/officeDocument/2006/relationships/image" Target="../media/image44.jpeg"/><Relationship Id="rId3" Type="http://schemas.openxmlformats.org/officeDocument/2006/relationships/image" Target="../media/image36.png"/><Relationship Id="rId7" Type="http://schemas.openxmlformats.org/officeDocument/2006/relationships/image" Target="../media/image43.jpe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31.png"/><Relationship Id="rId4" Type="http://schemas.openxmlformats.org/officeDocument/2006/relationships/image" Target="../media/image41.png"/></Relationships>
</file>

<file path=ppt/slides/_rels/slide44.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6.png"/><Relationship Id="rId7" Type="http://schemas.openxmlformats.org/officeDocument/2006/relationships/image" Target="../media/image44.jpe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43.jpeg"/><Relationship Id="rId11" Type="http://schemas.openxmlformats.org/officeDocument/2006/relationships/image" Target="../media/image47.png"/><Relationship Id="rId5" Type="http://schemas.openxmlformats.org/officeDocument/2006/relationships/image" Target="../media/image31.png"/><Relationship Id="rId10" Type="http://schemas.openxmlformats.org/officeDocument/2006/relationships/image" Target="../media/image46.png"/><Relationship Id="rId4" Type="http://schemas.openxmlformats.org/officeDocument/2006/relationships/image" Target="../media/image41.png"/><Relationship Id="rId9" Type="http://schemas.openxmlformats.org/officeDocument/2006/relationships/image" Target="../media/image45.png"/></Relationships>
</file>

<file path=ppt/slides/_rels/slide4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6.png"/><Relationship Id="rId7" Type="http://schemas.openxmlformats.org/officeDocument/2006/relationships/image" Target="../media/image44.jpeg"/><Relationship Id="rId12" Type="http://schemas.openxmlformats.org/officeDocument/2006/relationships/image" Target="../media/image48.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43.jpeg"/><Relationship Id="rId11" Type="http://schemas.openxmlformats.org/officeDocument/2006/relationships/image" Target="../media/image47.png"/><Relationship Id="rId5" Type="http://schemas.openxmlformats.org/officeDocument/2006/relationships/image" Target="../media/image31.png"/><Relationship Id="rId10" Type="http://schemas.openxmlformats.org/officeDocument/2006/relationships/image" Target="../media/image46.png"/><Relationship Id="rId4" Type="http://schemas.openxmlformats.org/officeDocument/2006/relationships/image" Target="../media/image41.png"/><Relationship Id="rId9" Type="http://schemas.openxmlformats.org/officeDocument/2006/relationships/image" Target="../media/image45.png"/></Relationships>
</file>

<file path=ppt/slides/_rels/slide4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49.png"/><Relationship Id="rId7" Type="http://schemas.openxmlformats.org/officeDocument/2006/relationships/image" Target="../media/image41.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_rels/slide4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49.png"/><Relationship Id="rId7" Type="http://schemas.openxmlformats.org/officeDocument/2006/relationships/image" Target="../media/image41.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_rels/slide4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_rels/slide4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_rels/slide53.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52.png"/><Relationship Id="rId4" Type="http://schemas.openxmlformats.org/officeDocument/2006/relationships/image" Target="../media/image51.png"/></Relationships>
</file>

<file path=ppt/slides/_rels/slide54.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52.png"/><Relationship Id="rId4" Type="http://schemas.openxmlformats.org/officeDocument/2006/relationships/image" Target="../media/image51.png"/></Relationships>
</file>

<file path=ppt/slides/_rels/slide55.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 Id="rId9" Type="http://schemas.openxmlformats.org/officeDocument/2006/relationships/image" Target="../media/image23.png"/></Relationships>
</file>

<file path=ppt/slides/_rels/slide56.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_rels/slide57.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1.png"/><Relationship Id="rId7" Type="http://schemas.openxmlformats.org/officeDocument/2006/relationships/image" Target="../media/image5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0.jpeg"/><Relationship Id="rId5" Type="http://schemas.openxmlformats.org/officeDocument/2006/relationships/image" Target="../media/image16.png"/><Relationship Id="rId4" Type="http://schemas.openxmlformats.org/officeDocument/2006/relationships/image" Target="../media/image36.png"/></Relationships>
</file>

<file path=ppt/slides/_rels/slide5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8.xml"/><Relationship Id="rId1" Type="http://schemas.openxmlformats.org/officeDocument/2006/relationships/slideLayout" Target="../slideLayouts/slideLayout1.xml"/><Relationship Id="rId5" Type="http://schemas.openxmlformats.org/officeDocument/2006/relationships/image" Target="../media/image57.png"/><Relationship Id="rId4" Type="http://schemas.openxmlformats.org/officeDocument/2006/relationships/image" Target="../media/image56.png"/></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3.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64.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63.png"/><Relationship Id="rId7"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0.png"/></Relationships>
</file>

<file path=ppt/slides/_rels/slide65.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63.png"/><Relationship Id="rId7"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0.png"/></Relationships>
</file>

<file path=ppt/slides/_rels/slide66.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63.png"/><Relationship Id="rId7"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0.png"/></Relationships>
</file>

<file path=ppt/slides/_rels/slide67.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67.xml"/><Relationship Id="rId1" Type="http://schemas.openxmlformats.org/officeDocument/2006/relationships/slideLayout" Target="../slideLayouts/slideLayout1.xml"/><Relationship Id="rId5" Type="http://schemas.openxmlformats.org/officeDocument/2006/relationships/image" Target="../media/image66.png"/><Relationship Id="rId4" Type="http://schemas.openxmlformats.org/officeDocument/2006/relationships/image" Target="../media/image63.png"/></Relationships>
</file>

<file path=ppt/slides/_rels/slide68.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68.xml"/><Relationship Id="rId1" Type="http://schemas.openxmlformats.org/officeDocument/2006/relationships/slideLayout" Target="../slideLayouts/slideLayout1.xml"/><Relationship Id="rId5" Type="http://schemas.openxmlformats.org/officeDocument/2006/relationships/image" Target="../media/image66.png"/><Relationship Id="rId4" Type="http://schemas.openxmlformats.org/officeDocument/2006/relationships/image" Target="../media/image63.png"/></Relationships>
</file>

<file path=ppt/slides/_rels/slide69.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69.xml"/><Relationship Id="rId1" Type="http://schemas.openxmlformats.org/officeDocument/2006/relationships/slideLayout" Target="../slideLayouts/slideLayout1.xml"/><Relationship Id="rId5" Type="http://schemas.openxmlformats.org/officeDocument/2006/relationships/image" Target="../media/image67.pn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63.png"/><Relationship Id="rId7"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9.png"/><Relationship Id="rId4" Type="http://schemas.openxmlformats.org/officeDocument/2006/relationships/image" Target="../media/image68.png"/></Relationships>
</file>

<file path=ppt/slides/_rels/slide7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65.jpeg"/><Relationship Id="rId7"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3.png"/><Relationship Id="rId9"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71.png"/><Relationship Id="rId5" Type="http://schemas.openxmlformats.org/officeDocument/2006/relationships/image" Target="../media/image63.png"/><Relationship Id="rId4" Type="http://schemas.openxmlformats.org/officeDocument/2006/relationships/image" Target="../media/image70.png"/></Relationships>
</file>

<file path=ppt/slides/_rels/slide73.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73.xml"/><Relationship Id="rId1" Type="http://schemas.openxmlformats.org/officeDocument/2006/relationships/slideLayout" Target="../slideLayouts/slideLayout1.xml"/><Relationship Id="rId5" Type="http://schemas.openxmlformats.org/officeDocument/2006/relationships/image" Target="../media/image63.png"/><Relationship Id="rId4" Type="http://schemas.openxmlformats.org/officeDocument/2006/relationships/image" Target="../media/image70.png"/></Relationships>
</file>

<file path=ppt/slides/_rels/slide74.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74.xml"/><Relationship Id="rId1" Type="http://schemas.openxmlformats.org/officeDocument/2006/relationships/slideLayout" Target="../slideLayouts/slideLayout1.xml"/><Relationship Id="rId5" Type="http://schemas.openxmlformats.org/officeDocument/2006/relationships/image" Target="../media/image63.png"/><Relationship Id="rId4" Type="http://schemas.openxmlformats.org/officeDocument/2006/relationships/image" Target="../media/image70.png"/></Relationships>
</file>

<file path=ppt/slides/_rels/slide75.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75.xml"/><Relationship Id="rId1" Type="http://schemas.openxmlformats.org/officeDocument/2006/relationships/slideLayout" Target="../slideLayouts/slideLayout1.xml"/><Relationship Id="rId5" Type="http://schemas.openxmlformats.org/officeDocument/2006/relationships/image" Target="../media/image63.png"/><Relationship Id="rId4" Type="http://schemas.openxmlformats.org/officeDocument/2006/relationships/image" Target="../media/image70.png"/></Relationships>
</file>

<file path=ppt/slides/_rels/slide76.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76.xml"/><Relationship Id="rId1" Type="http://schemas.openxmlformats.org/officeDocument/2006/relationships/slideLayout" Target="../slideLayouts/slideLayout1.xml"/><Relationship Id="rId5" Type="http://schemas.openxmlformats.org/officeDocument/2006/relationships/image" Target="../media/image63.pn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65.jpeg"/><Relationship Id="rId7" Type="http://schemas.openxmlformats.org/officeDocument/2006/relationships/image" Target="../media/image1.png"/><Relationship Id="rId12" Type="http://schemas.openxmlformats.org/officeDocument/2006/relationships/image" Target="../media/image73.png"/><Relationship Id="rId2" Type="http://schemas.openxmlformats.org/officeDocument/2006/relationships/notesSlide" Target="../notesSlides/notesSlide77.xml"/><Relationship Id="rId1" Type="http://schemas.openxmlformats.org/officeDocument/2006/relationships/slideLayout" Target="../slideLayouts/slideLayout1.xml"/><Relationship Id="rId6" Type="http://schemas.openxmlformats.org/officeDocument/2006/relationships/image" Target="../media/image30.png"/><Relationship Id="rId11" Type="http://schemas.openxmlformats.org/officeDocument/2006/relationships/image" Target="../media/image72.png"/><Relationship Id="rId5" Type="http://schemas.openxmlformats.org/officeDocument/2006/relationships/image" Target="../media/image63.png"/><Relationship Id="rId10" Type="http://schemas.openxmlformats.org/officeDocument/2006/relationships/image" Target="../media/image64.png"/><Relationship Id="rId4" Type="http://schemas.openxmlformats.org/officeDocument/2006/relationships/image" Target="../media/image70.png"/><Relationship Id="rId9" Type="http://schemas.openxmlformats.org/officeDocument/2006/relationships/image" Target="../media/image3.png"/></Relationships>
</file>

<file path=ppt/slides/_rels/slide78.xml.rels><?xml version="1.0" encoding="UTF-8" standalone="yes"?>
<Relationships xmlns="http://schemas.openxmlformats.org/package/2006/relationships"><Relationship Id="rId8" Type="http://schemas.openxmlformats.org/officeDocument/2006/relationships/image" Target="../media/image2.png"/><Relationship Id="rId13" Type="http://schemas.openxmlformats.org/officeDocument/2006/relationships/image" Target="../media/image73.png"/><Relationship Id="rId3" Type="http://schemas.openxmlformats.org/officeDocument/2006/relationships/image" Target="../media/image70.png"/><Relationship Id="rId7" Type="http://schemas.openxmlformats.org/officeDocument/2006/relationships/image" Target="../media/image1.png"/><Relationship Id="rId12" Type="http://schemas.openxmlformats.org/officeDocument/2006/relationships/image" Target="../media/image72.png"/><Relationship Id="rId2" Type="http://schemas.openxmlformats.org/officeDocument/2006/relationships/notesSlide" Target="../notesSlides/notesSlide78.xml"/><Relationship Id="rId1" Type="http://schemas.openxmlformats.org/officeDocument/2006/relationships/slideLayout" Target="../slideLayouts/slideLayout1.xml"/><Relationship Id="rId6" Type="http://schemas.openxmlformats.org/officeDocument/2006/relationships/image" Target="../media/image30.png"/><Relationship Id="rId11" Type="http://schemas.openxmlformats.org/officeDocument/2006/relationships/image" Target="../media/image69.png"/><Relationship Id="rId5" Type="http://schemas.openxmlformats.org/officeDocument/2006/relationships/image" Target="../media/image63.png"/><Relationship Id="rId10" Type="http://schemas.openxmlformats.org/officeDocument/2006/relationships/image" Target="../media/image64.png"/><Relationship Id="rId4" Type="http://schemas.openxmlformats.org/officeDocument/2006/relationships/image" Target="../media/image65.jpeg"/><Relationship Id="rId9" Type="http://schemas.openxmlformats.org/officeDocument/2006/relationships/image" Target="../media/image3.png"/></Relationships>
</file>

<file path=ppt/slides/_rels/slide79.xml.rels><?xml version="1.0" encoding="UTF-8" standalone="yes"?>
<Relationships xmlns="http://schemas.openxmlformats.org/package/2006/relationships"><Relationship Id="rId3" Type="http://schemas.openxmlformats.org/officeDocument/2006/relationships/image" Target="../media/image74.png"/><Relationship Id="rId7" Type="http://schemas.openxmlformats.org/officeDocument/2006/relationships/image" Target="../media/image73.png"/><Relationship Id="rId2" Type="http://schemas.openxmlformats.org/officeDocument/2006/relationships/notesSlide" Target="../notesSlides/notesSlide79.xml"/><Relationship Id="rId1" Type="http://schemas.openxmlformats.org/officeDocument/2006/relationships/slideLayout" Target="../slideLayouts/slideLayout1.xml"/><Relationship Id="rId6" Type="http://schemas.openxmlformats.org/officeDocument/2006/relationships/image" Target="../media/image75.png"/><Relationship Id="rId5" Type="http://schemas.openxmlformats.org/officeDocument/2006/relationships/image" Target="../media/image69.png"/><Relationship Id="rId4" Type="http://schemas.openxmlformats.org/officeDocument/2006/relationships/image" Target="../media/image63.png"/></Relationships>
</file>

<file path=ppt/slides/_rels/slide80.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6.png"/><Relationship Id="rId7" Type="http://schemas.openxmlformats.org/officeDocument/2006/relationships/image" Target="../media/image77.png"/><Relationship Id="rId2" Type="http://schemas.openxmlformats.org/officeDocument/2006/relationships/notesSlide" Target="../notesSlides/notesSlide80.xml"/><Relationship Id="rId1" Type="http://schemas.openxmlformats.org/officeDocument/2006/relationships/slideLayout" Target="../slideLayouts/slideLayout1.xml"/><Relationship Id="rId6" Type="http://schemas.openxmlformats.org/officeDocument/2006/relationships/image" Target="../media/image75.png"/><Relationship Id="rId5" Type="http://schemas.openxmlformats.org/officeDocument/2006/relationships/image" Target="../media/image69.png"/><Relationship Id="rId4" Type="http://schemas.openxmlformats.org/officeDocument/2006/relationships/image" Target="../media/image63.png"/></Relationships>
</file>

<file path=ppt/slides/_rels/slide81.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8.png"/><Relationship Id="rId7" Type="http://schemas.openxmlformats.org/officeDocument/2006/relationships/image" Target="../media/image75.png"/><Relationship Id="rId2" Type="http://schemas.openxmlformats.org/officeDocument/2006/relationships/notesSlide" Target="../notesSlides/notesSlide81.xml"/><Relationship Id="rId1" Type="http://schemas.openxmlformats.org/officeDocument/2006/relationships/slideLayout" Target="../slideLayouts/slideLayout1.xml"/><Relationship Id="rId6" Type="http://schemas.openxmlformats.org/officeDocument/2006/relationships/image" Target="../media/image64.png"/><Relationship Id="rId5"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73.png"/></Relationships>
</file>

<file path=ppt/slides/_rels/slide82.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78.png"/><Relationship Id="rId7" Type="http://schemas.openxmlformats.org/officeDocument/2006/relationships/image" Target="../media/image64.png"/><Relationship Id="rId2" Type="http://schemas.openxmlformats.org/officeDocument/2006/relationships/notesSlide" Target="../notesSlides/notesSlide82.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3.png"/><Relationship Id="rId10" Type="http://schemas.openxmlformats.org/officeDocument/2006/relationships/image" Target="../media/image73.png"/><Relationship Id="rId4" Type="http://schemas.openxmlformats.org/officeDocument/2006/relationships/image" Target="../media/image79.png"/><Relationship Id="rId9" Type="http://schemas.openxmlformats.org/officeDocument/2006/relationships/image" Target="../media/image77.png"/></Relationships>
</file>

<file path=ppt/slides/_rels/slide8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69.png"/><Relationship Id="rId2" Type="http://schemas.openxmlformats.org/officeDocument/2006/relationships/notesSlide" Target="../notesSlides/notesSlide83.xml"/><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image" Target="../media/image83.png"/><Relationship Id="rId5" Type="http://schemas.openxmlformats.org/officeDocument/2006/relationships/image" Target="../media/image79.png"/><Relationship Id="rId10" Type="http://schemas.openxmlformats.org/officeDocument/2006/relationships/image" Target="../media/image82.png"/><Relationship Id="rId4" Type="http://schemas.openxmlformats.org/officeDocument/2006/relationships/image" Target="../media/image73.png"/><Relationship Id="rId9" Type="http://schemas.openxmlformats.org/officeDocument/2006/relationships/image" Target="../media/image64.png"/></Relationships>
</file>

<file path=ppt/slides/_rels/slide84.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69.png"/><Relationship Id="rId2" Type="http://schemas.openxmlformats.org/officeDocument/2006/relationships/notesSlide" Target="../notesSlides/notesSlide84.xml"/><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image" Target="../media/image83.png"/><Relationship Id="rId5" Type="http://schemas.openxmlformats.org/officeDocument/2006/relationships/image" Target="../media/image79.png"/><Relationship Id="rId10" Type="http://schemas.openxmlformats.org/officeDocument/2006/relationships/image" Target="../media/image82.png"/><Relationship Id="rId4" Type="http://schemas.openxmlformats.org/officeDocument/2006/relationships/image" Target="../media/image73.png"/><Relationship Id="rId9" Type="http://schemas.openxmlformats.org/officeDocument/2006/relationships/image" Target="../media/image64.png"/></Relationships>
</file>

<file path=ppt/slides/_rels/slide8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69.png"/><Relationship Id="rId2" Type="http://schemas.openxmlformats.org/officeDocument/2006/relationships/notesSlide" Target="../notesSlides/notesSlide85.xml"/><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image" Target="../media/image83.png"/><Relationship Id="rId5" Type="http://schemas.openxmlformats.org/officeDocument/2006/relationships/image" Target="../media/image79.png"/><Relationship Id="rId10" Type="http://schemas.openxmlformats.org/officeDocument/2006/relationships/image" Target="../media/image82.png"/><Relationship Id="rId4" Type="http://schemas.openxmlformats.org/officeDocument/2006/relationships/image" Target="../media/image73.png"/><Relationship Id="rId9" Type="http://schemas.openxmlformats.org/officeDocument/2006/relationships/image" Target="../media/image64.png"/></Relationships>
</file>

<file path=ppt/slides/_rels/slide8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86.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1.xml"/><Relationship Id="rId6" Type="http://schemas.openxmlformats.org/officeDocument/2006/relationships/image" Target="../media/image85.png"/><Relationship Id="rId5" Type="http://schemas.openxmlformats.org/officeDocument/2006/relationships/image" Target="../media/image3.png"/><Relationship Id="rId4" Type="http://schemas.openxmlformats.org/officeDocument/2006/relationships/image" Target="../media/image1.png"/></Relationships>
</file>

<file path=ppt/slides/_rels/slide88.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88.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89.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 Id="rId9" Type="http://schemas.openxmlformats.org/officeDocument/2006/relationships/image" Target="../media/image87.png"/></Relationships>
</file>

<file path=ppt/slides/_rels/slide90.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9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 Id="rId9" Type="http://schemas.openxmlformats.org/officeDocument/2006/relationships/image" Target="../media/image87.png"/></Relationships>
</file>

<file path=ppt/slides/_rels/slide91.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9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 Id="rId9" Type="http://schemas.openxmlformats.org/officeDocument/2006/relationships/image" Target="../media/image87.png"/></Relationships>
</file>

<file path=ppt/slides/_rels/slide9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9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 Id="rId9" Type="http://schemas.openxmlformats.org/officeDocument/2006/relationships/image" Target="../media/image87.png"/></Relationships>
</file>

<file path=ppt/slides/_rels/slide93.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93.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31.png"/><Relationship Id="rId5" Type="http://schemas.openxmlformats.org/officeDocument/2006/relationships/image" Target="../media/image2.png"/><Relationship Id="rId10" Type="http://schemas.openxmlformats.org/officeDocument/2006/relationships/image" Target="../media/image88.png"/><Relationship Id="rId4" Type="http://schemas.openxmlformats.org/officeDocument/2006/relationships/image" Target="../media/image1.png"/><Relationship Id="rId9" Type="http://schemas.openxmlformats.org/officeDocument/2006/relationships/image" Target="../media/image87.png"/></Relationships>
</file>

<file path=ppt/slides/_rels/slide94.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4.png"/><Relationship Id="rId7" Type="http://schemas.openxmlformats.org/officeDocument/2006/relationships/image" Target="../media/image86.png"/><Relationship Id="rId12" Type="http://schemas.openxmlformats.org/officeDocument/2006/relationships/image" Target="../media/image89.png"/><Relationship Id="rId2" Type="http://schemas.openxmlformats.org/officeDocument/2006/relationships/notesSlide" Target="../notesSlides/notesSlide94.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31.png"/><Relationship Id="rId5" Type="http://schemas.openxmlformats.org/officeDocument/2006/relationships/image" Target="../media/image2.png"/><Relationship Id="rId10" Type="http://schemas.openxmlformats.org/officeDocument/2006/relationships/image" Target="../media/image88.png"/><Relationship Id="rId4" Type="http://schemas.openxmlformats.org/officeDocument/2006/relationships/image" Target="../media/image1.png"/><Relationship Id="rId9" Type="http://schemas.openxmlformats.org/officeDocument/2006/relationships/image" Target="../media/image87.png"/></Relationships>
</file>

<file path=ppt/slides/_rels/slide95.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95.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89.png"/><Relationship Id="rId5" Type="http://schemas.openxmlformats.org/officeDocument/2006/relationships/image" Target="../media/image2.png"/><Relationship Id="rId10" Type="http://schemas.openxmlformats.org/officeDocument/2006/relationships/image" Target="../media/image26.png"/><Relationship Id="rId4" Type="http://schemas.openxmlformats.org/officeDocument/2006/relationships/image" Target="../media/image1.png"/><Relationship Id="rId9" Type="http://schemas.openxmlformats.org/officeDocument/2006/relationships/image" Target="../media/image31.png"/></Relationships>
</file>

<file path=ppt/slides/_rels/slide9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96.xml"/><Relationship Id="rId1" Type="http://schemas.openxmlformats.org/officeDocument/2006/relationships/slideLayout" Target="../slideLayouts/slideLayout1.xml"/><Relationship Id="rId5" Type="http://schemas.openxmlformats.org/officeDocument/2006/relationships/image" Target="../media/image90.png"/><Relationship Id="rId4" Type="http://schemas.openxmlformats.org/officeDocument/2006/relationships/image" Target="../media/image63.png"/></Relationships>
</file>

<file path=ppt/slides/_rels/slide97.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0.png"/><Relationship Id="rId2" Type="http://schemas.openxmlformats.org/officeDocument/2006/relationships/notesSlide" Target="../notesSlides/notesSlide97.xml"/><Relationship Id="rId1" Type="http://schemas.openxmlformats.org/officeDocument/2006/relationships/slideLayout" Target="../slideLayouts/slideLayout1.xml"/><Relationship Id="rId6" Type="http://schemas.openxmlformats.org/officeDocument/2006/relationships/image" Target="../media/image63.png"/><Relationship Id="rId5" Type="http://schemas.openxmlformats.org/officeDocument/2006/relationships/image" Target="../media/image93.png"/><Relationship Id="rId4" Type="http://schemas.openxmlformats.org/officeDocument/2006/relationships/image" Target="../media/image92.png"/></Relationships>
</file>

<file path=ppt/slides/_rels/slide98.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0.png"/><Relationship Id="rId2" Type="http://schemas.openxmlformats.org/officeDocument/2006/relationships/notesSlide" Target="../notesSlides/notesSlide98.xml"/><Relationship Id="rId1" Type="http://schemas.openxmlformats.org/officeDocument/2006/relationships/slideLayout" Target="../slideLayouts/slideLayout1.xml"/><Relationship Id="rId6" Type="http://schemas.openxmlformats.org/officeDocument/2006/relationships/image" Target="../media/image63.png"/><Relationship Id="rId5" Type="http://schemas.openxmlformats.org/officeDocument/2006/relationships/image" Target="../media/image93.png"/><Relationship Id="rId4" Type="http://schemas.openxmlformats.org/officeDocument/2006/relationships/image" Target="../media/image92.png"/></Relationships>
</file>

<file path=ppt/slides/_rels/slide99.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notesSlide" Target="../notesSlides/notesSlide99.xml"/><Relationship Id="rId1" Type="http://schemas.openxmlformats.org/officeDocument/2006/relationships/slideLayout" Target="../slideLayouts/slideLayout1.xml"/><Relationship Id="rId6" Type="http://schemas.openxmlformats.org/officeDocument/2006/relationships/image" Target="../media/image90.png"/><Relationship Id="rId5" Type="http://schemas.openxmlformats.org/officeDocument/2006/relationships/image" Target="../media/image63.png"/><Relationship Id="rId4" Type="http://schemas.openxmlformats.org/officeDocument/2006/relationships/image" Target="../media/image94.png"/></Relationships>
</file>

<file path=ppt/slides/_rels/slide100.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89.png"/><Relationship Id="rId7" Type="http://schemas.openxmlformats.org/officeDocument/2006/relationships/image" Target="../media/image96.png"/><Relationship Id="rId2" Type="http://schemas.openxmlformats.org/officeDocument/2006/relationships/notesSlide" Target="../notesSlides/notesSlide100.xml"/><Relationship Id="rId1" Type="http://schemas.openxmlformats.org/officeDocument/2006/relationships/slideLayout" Target="../slideLayouts/slideLayout1.xml"/><Relationship Id="rId6" Type="http://schemas.openxmlformats.org/officeDocument/2006/relationships/image" Target="../media/image95.png"/><Relationship Id="rId5" Type="http://schemas.openxmlformats.org/officeDocument/2006/relationships/image" Target="../media/image90.png"/><Relationship Id="rId4" Type="http://schemas.openxmlformats.org/officeDocument/2006/relationships/image" Target="../media/image63.png"/><Relationship Id="rId9" Type="http://schemas.openxmlformats.org/officeDocument/2006/relationships/image" Target="../media/image98.png"/></Relationships>
</file>

<file path=ppt/slides/_rels/slide101.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0.png"/><Relationship Id="rId7" Type="http://schemas.openxmlformats.org/officeDocument/2006/relationships/image" Target="../media/image98.png"/><Relationship Id="rId2" Type="http://schemas.openxmlformats.org/officeDocument/2006/relationships/notesSlide" Target="../notesSlides/notesSlide101.xml"/><Relationship Id="rId1" Type="http://schemas.openxmlformats.org/officeDocument/2006/relationships/slideLayout" Target="../slideLayouts/slideLayout1.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102.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96.png"/><Relationship Id="rId7" Type="http://schemas.openxmlformats.org/officeDocument/2006/relationships/image" Target="../media/image101.png"/><Relationship Id="rId2" Type="http://schemas.openxmlformats.org/officeDocument/2006/relationships/notesSlide" Target="../notesSlides/notesSlide102.xml"/><Relationship Id="rId1" Type="http://schemas.openxmlformats.org/officeDocument/2006/relationships/slideLayout" Target="../slideLayouts/slideLayout1.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103.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96.png"/><Relationship Id="rId7" Type="http://schemas.openxmlformats.org/officeDocument/2006/relationships/image" Target="../media/image101.png"/><Relationship Id="rId2" Type="http://schemas.openxmlformats.org/officeDocument/2006/relationships/notesSlide" Target="../notesSlides/notesSlide103.xml"/><Relationship Id="rId1" Type="http://schemas.openxmlformats.org/officeDocument/2006/relationships/slideLayout" Target="../slideLayouts/slideLayout1.xml"/><Relationship Id="rId6" Type="http://schemas.openxmlformats.org/officeDocument/2006/relationships/image" Target="../media/image100.png"/><Relationship Id="rId11" Type="http://schemas.openxmlformats.org/officeDocument/2006/relationships/image" Target="../media/image104.png"/><Relationship Id="rId5" Type="http://schemas.openxmlformats.org/officeDocument/2006/relationships/image" Target="../media/image99.png"/><Relationship Id="rId10" Type="http://schemas.openxmlformats.org/officeDocument/2006/relationships/image" Target="../media/image103.png"/><Relationship Id="rId4" Type="http://schemas.openxmlformats.org/officeDocument/2006/relationships/image" Target="../media/image98.png"/><Relationship Id="rId9" Type="http://schemas.openxmlformats.org/officeDocument/2006/relationships/image" Target="../media/image102.png"/></Relationships>
</file>

<file path=ppt/slides/_rels/slide10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104.xml"/><Relationship Id="rId1" Type="http://schemas.openxmlformats.org/officeDocument/2006/relationships/slideLayout" Target="../slideLayouts/slideLayout1.xml"/><Relationship Id="rId5" Type="http://schemas.openxmlformats.org/officeDocument/2006/relationships/image" Target="../media/image105.png"/><Relationship Id="rId4" Type="http://schemas.openxmlformats.org/officeDocument/2006/relationships/image" Target="../media/image104.png"/></Relationships>
</file>

<file path=ppt/slides/_rels/slide10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105.xml"/><Relationship Id="rId1" Type="http://schemas.openxmlformats.org/officeDocument/2006/relationships/slideLayout" Target="../slideLayouts/slideLayout1.xml"/><Relationship Id="rId4" Type="http://schemas.openxmlformats.org/officeDocument/2006/relationships/image" Target="../media/image105.png"/></Relationships>
</file>

<file path=ppt/slides/_rels/slide10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106.xml"/><Relationship Id="rId1" Type="http://schemas.openxmlformats.org/officeDocument/2006/relationships/slideLayout" Target="../slideLayouts/slideLayout1.xml"/><Relationship Id="rId5" Type="http://schemas.openxmlformats.org/officeDocument/2006/relationships/image" Target="../media/image107.png"/><Relationship Id="rId4" Type="http://schemas.openxmlformats.org/officeDocument/2006/relationships/image" Target="../media/image106.png"/></Relationships>
</file>

<file path=ppt/slides/_rels/slide10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107.xml"/><Relationship Id="rId1" Type="http://schemas.openxmlformats.org/officeDocument/2006/relationships/slideLayout" Target="../slideLayouts/slideLayout1.xml"/><Relationship Id="rId4" Type="http://schemas.openxmlformats.org/officeDocument/2006/relationships/image" Target="../media/image108.png"/></Relationships>
</file>

<file path=ppt/slides/_rels/slide10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110.png"/></Relationships>
</file>

<file path=ppt/slides/_rels/slide10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109.xml"/><Relationship Id="rId1" Type="http://schemas.openxmlformats.org/officeDocument/2006/relationships/slideLayout" Target="../slideLayouts/slideLayout1.xml"/><Relationship Id="rId4" Type="http://schemas.openxmlformats.org/officeDocument/2006/relationships/image" Target="../media/image111.png"/></Relationships>
</file>

<file path=ppt/slides/_rels/slide110.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110.xml"/><Relationship Id="rId1" Type="http://schemas.openxmlformats.org/officeDocument/2006/relationships/slideLayout" Target="../slideLayouts/slideLayout1.xml"/><Relationship Id="rId5" Type="http://schemas.openxmlformats.org/officeDocument/2006/relationships/image" Target="../media/image113.png"/><Relationship Id="rId4" Type="http://schemas.openxmlformats.org/officeDocument/2006/relationships/image" Target="../media/image112.png"/></Relationships>
</file>

<file path=ppt/slides/_rels/slide11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111.xml"/><Relationship Id="rId1" Type="http://schemas.openxmlformats.org/officeDocument/2006/relationships/slideLayout" Target="../slideLayouts/slideLayout1.xml"/><Relationship Id="rId5" Type="http://schemas.openxmlformats.org/officeDocument/2006/relationships/image" Target="../media/image113.png"/><Relationship Id="rId4" Type="http://schemas.openxmlformats.org/officeDocument/2006/relationships/image" Target="../media/image112.png"/></Relationships>
</file>

<file path=ppt/slides/_rels/slide112.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114.png"/><Relationship Id="rId7" Type="http://schemas.openxmlformats.org/officeDocument/2006/relationships/image" Target="../media/image115.png"/><Relationship Id="rId2" Type="http://schemas.openxmlformats.org/officeDocument/2006/relationships/notesSlide" Target="../notesSlides/notesSlide11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113.xml.rels><?xml version="1.0" encoding="UTF-8" standalone="yes"?>
<Relationships xmlns="http://schemas.openxmlformats.org/package/2006/relationships"><Relationship Id="rId3" Type="http://schemas.openxmlformats.org/officeDocument/2006/relationships/image" Target="../media/image114.png"/><Relationship Id="rId7" Type="http://schemas.openxmlformats.org/officeDocument/2006/relationships/image" Target="../media/image115.png"/><Relationship Id="rId2" Type="http://schemas.openxmlformats.org/officeDocument/2006/relationships/notesSlide" Target="../notesSlides/notesSlide11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11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15.png"/><Relationship Id="rId2" Type="http://schemas.openxmlformats.org/officeDocument/2006/relationships/notesSlide" Target="../notesSlides/notesSlide114.xml"/><Relationship Id="rId1" Type="http://schemas.openxmlformats.org/officeDocument/2006/relationships/slideLayout" Target="../slideLayouts/slideLayout1.xml"/><Relationship Id="rId6" Type="http://schemas.openxmlformats.org/officeDocument/2006/relationships/image" Target="../media/image114.png"/><Relationship Id="rId5"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8.png"/><Relationship Id="rId7"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14.png"/></Relationships>
</file>

<file path=ppt/slides/_rels/slide116.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8.png"/><Relationship Id="rId7" Type="http://schemas.openxmlformats.org/officeDocument/2006/relationships/image" Target="../media/image3.png"/><Relationship Id="rId2" Type="http://schemas.openxmlformats.org/officeDocument/2006/relationships/notesSlide" Target="../notesSlides/notesSlide116.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14.png"/><Relationship Id="rId9" Type="http://schemas.openxmlformats.org/officeDocument/2006/relationships/image" Target="../media/image116.png"/></Relationships>
</file>

<file path=ppt/slides/_rels/slide117.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8.png"/><Relationship Id="rId7"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14.png"/><Relationship Id="rId9" Type="http://schemas.openxmlformats.org/officeDocument/2006/relationships/image" Target="../media/image116.png"/></Relationships>
</file>

<file path=ppt/slides/_rels/slide11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7.png"/><Relationship Id="rId7" Type="http://schemas.openxmlformats.org/officeDocument/2006/relationships/image" Target="../media/image115.png"/><Relationship Id="rId2" Type="http://schemas.openxmlformats.org/officeDocument/2006/relationships/notesSlide" Target="../notesSlides/notesSlide118.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118.png"/><Relationship Id="rId4" Type="http://schemas.openxmlformats.org/officeDocument/2006/relationships/image" Target="../media/image1.png"/><Relationship Id="rId9" Type="http://schemas.openxmlformats.org/officeDocument/2006/relationships/image" Target="../media/image22.png"/></Relationships>
</file>

<file path=ppt/slides/_rels/slide119.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7.png"/><Relationship Id="rId7" Type="http://schemas.openxmlformats.org/officeDocument/2006/relationships/image" Target="../media/image115.png"/><Relationship Id="rId2" Type="http://schemas.openxmlformats.org/officeDocument/2006/relationships/notesSlide" Target="../notesSlides/notesSlide119.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18.png"/><Relationship Id="rId5" Type="http://schemas.openxmlformats.org/officeDocument/2006/relationships/image" Target="../media/image2.png"/><Relationship Id="rId10" Type="http://schemas.openxmlformats.org/officeDocument/2006/relationships/image" Target="../media/image119.png"/><Relationship Id="rId4" Type="http://schemas.openxmlformats.org/officeDocument/2006/relationships/image" Target="../media/image1.png"/><Relationship Id="rId9" Type="http://schemas.openxmlformats.org/officeDocument/2006/relationships/image" Target="../media/image22.png"/></Relationships>
</file>

<file path=ppt/slides/_rels/slide120.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7.png"/><Relationship Id="rId7" Type="http://schemas.openxmlformats.org/officeDocument/2006/relationships/image" Target="../media/image115.png"/><Relationship Id="rId2" Type="http://schemas.openxmlformats.org/officeDocument/2006/relationships/notesSlide" Target="../notesSlides/notesSlide120.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18.png"/><Relationship Id="rId5" Type="http://schemas.openxmlformats.org/officeDocument/2006/relationships/image" Target="../media/image2.png"/><Relationship Id="rId10" Type="http://schemas.openxmlformats.org/officeDocument/2006/relationships/image" Target="../media/image119.png"/><Relationship Id="rId4" Type="http://schemas.openxmlformats.org/officeDocument/2006/relationships/image" Target="../media/image1.png"/><Relationship Id="rId9" Type="http://schemas.openxmlformats.org/officeDocument/2006/relationships/image" Target="../media/image22.png"/></Relationships>
</file>

<file path=ppt/slides/_rels/slide121.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7.png"/><Relationship Id="rId7" Type="http://schemas.openxmlformats.org/officeDocument/2006/relationships/image" Target="../media/image115.png"/><Relationship Id="rId12" Type="http://schemas.openxmlformats.org/officeDocument/2006/relationships/image" Target="../media/image120.png"/><Relationship Id="rId2" Type="http://schemas.openxmlformats.org/officeDocument/2006/relationships/notesSlide" Target="../notesSlides/notesSlide12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18.png"/><Relationship Id="rId5" Type="http://schemas.openxmlformats.org/officeDocument/2006/relationships/image" Target="../media/image2.png"/><Relationship Id="rId10" Type="http://schemas.openxmlformats.org/officeDocument/2006/relationships/image" Target="../media/image119.png"/><Relationship Id="rId4" Type="http://schemas.openxmlformats.org/officeDocument/2006/relationships/image" Target="../media/image1.png"/><Relationship Id="rId9" Type="http://schemas.openxmlformats.org/officeDocument/2006/relationships/image" Target="../media/image22.png"/></Relationships>
</file>

<file path=ppt/slides/_rels/slide122.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7.png"/><Relationship Id="rId7" Type="http://schemas.openxmlformats.org/officeDocument/2006/relationships/image" Target="../media/image115.png"/><Relationship Id="rId12" Type="http://schemas.openxmlformats.org/officeDocument/2006/relationships/image" Target="../media/image120.png"/><Relationship Id="rId2" Type="http://schemas.openxmlformats.org/officeDocument/2006/relationships/notesSlide" Target="../notesSlides/notesSlide122.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18.png"/><Relationship Id="rId5" Type="http://schemas.openxmlformats.org/officeDocument/2006/relationships/image" Target="../media/image2.png"/><Relationship Id="rId10" Type="http://schemas.openxmlformats.org/officeDocument/2006/relationships/image" Target="../media/image119.png"/><Relationship Id="rId4" Type="http://schemas.openxmlformats.org/officeDocument/2006/relationships/image" Target="../media/image1.png"/><Relationship Id="rId9" Type="http://schemas.openxmlformats.org/officeDocument/2006/relationships/image" Target="../media/image22.png"/></Relationships>
</file>

<file path=ppt/slides/_rels/slide12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7.png"/><Relationship Id="rId7" Type="http://schemas.openxmlformats.org/officeDocument/2006/relationships/image" Target="../media/image115.png"/><Relationship Id="rId2" Type="http://schemas.openxmlformats.org/officeDocument/2006/relationships/notesSlide" Target="../notesSlides/notesSlide123.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20.png"/><Relationship Id="rId5" Type="http://schemas.openxmlformats.org/officeDocument/2006/relationships/image" Target="../media/image2.png"/><Relationship Id="rId10" Type="http://schemas.openxmlformats.org/officeDocument/2006/relationships/image" Target="../media/image118.png"/><Relationship Id="rId4" Type="http://schemas.openxmlformats.org/officeDocument/2006/relationships/image" Target="../media/image1.png"/><Relationship Id="rId9" Type="http://schemas.openxmlformats.org/officeDocument/2006/relationships/image" Target="../media/image119.png"/></Relationships>
</file>

<file path=ppt/slides/_rels/slide124.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7.png"/><Relationship Id="rId7" Type="http://schemas.openxmlformats.org/officeDocument/2006/relationships/image" Target="../media/image115.png"/><Relationship Id="rId2" Type="http://schemas.openxmlformats.org/officeDocument/2006/relationships/notesSlide" Target="../notesSlides/notesSlide12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118.png"/><Relationship Id="rId4" Type="http://schemas.openxmlformats.org/officeDocument/2006/relationships/image" Target="../media/image1.png"/><Relationship Id="rId9" Type="http://schemas.openxmlformats.org/officeDocument/2006/relationships/image" Target="../media/image119.png"/></Relationships>
</file>

<file path=ppt/slides/_rels/slide12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5.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126.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126.xml"/><Relationship Id="rId1" Type="http://schemas.openxmlformats.org/officeDocument/2006/relationships/slideLayout" Target="../slideLayouts/slideLayout1.xml"/><Relationship Id="rId4" Type="http://schemas.openxmlformats.org/officeDocument/2006/relationships/image" Target="../media/image122.png"/></Relationships>
</file>

<file path=ppt/slides/_rels/slide127.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127.xml"/><Relationship Id="rId1" Type="http://schemas.openxmlformats.org/officeDocument/2006/relationships/slideLayout" Target="../slideLayouts/slideLayout1.xml"/><Relationship Id="rId4" Type="http://schemas.openxmlformats.org/officeDocument/2006/relationships/image" Target="../media/image122.png"/></Relationships>
</file>

<file path=ppt/slides/_rels/slide128.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notesSlide" Target="../notesSlides/notesSlide128.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17.png"/><Relationship Id="rId9" Type="http://schemas.openxmlformats.org/officeDocument/2006/relationships/image" Target="../media/image123.png"/></Relationships>
</file>

<file path=ppt/slides/_rels/slide12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7.png"/><Relationship Id="rId7" Type="http://schemas.openxmlformats.org/officeDocument/2006/relationships/image" Target="../media/image2.png"/><Relationship Id="rId2" Type="http://schemas.openxmlformats.org/officeDocument/2006/relationships/notesSlide" Target="../notesSlides/notesSlide12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17.png"/><Relationship Id="rId10" Type="http://schemas.openxmlformats.org/officeDocument/2006/relationships/image" Target="../media/image115.png"/><Relationship Id="rId4" Type="http://schemas.openxmlformats.org/officeDocument/2006/relationships/image" Target="../media/image124.png"/><Relationship Id="rId9" Type="http://schemas.openxmlformats.org/officeDocument/2006/relationships/image" Target="../media/image123.png"/></Relationships>
</file>

<file path=ppt/slides/_rels/slide130.xml.rels><?xml version="1.0" encoding="UTF-8" standalone="yes"?>
<Relationships xmlns="http://schemas.openxmlformats.org/package/2006/relationships"><Relationship Id="rId8" Type="http://schemas.openxmlformats.org/officeDocument/2006/relationships/image" Target="../media/image124.png"/><Relationship Id="rId13" Type="http://schemas.openxmlformats.org/officeDocument/2006/relationships/image" Target="../media/image123.png"/><Relationship Id="rId3" Type="http://schemas.openxmlformats.org/officeDocument/2006/relationships/image" Target="../media/image63.png"/><Relationship Id="rId7" Type="http://schemas.openxmlformats.org/officeDocument/2006/relationships/image" Target="../media/image17.png"/><Relationship Id="rId12" Type="http://schemas.openxmlformats.org/officeDocument/2006/relationships/image" Target="../media/image3.png"/><Relationship Id="rId2" Type="http://schemas.openxmlformats.org/officeDocument/2006/relationships/notesSlide" Target="../notesSlides/notesSlide130.xml"/><Relationship Id="rId1" Type="http://schemas.openxmlformats.org/officeDocument/2006/relationships/slideLayout" Target="../slideLayouts/slideLayout1.xml"/><Relationship Id="rId6" Type="http://schemas.openxmlformats.org/officeDocument/2006/relationships/image" Target="../media/image127.png"/><Relationship Id="rId11" Type="http://schemas.openxmlformats.org/officeDocument/2006/relationships/image" Target="../media/image2.png"/><Relationship Id="rId5" Type="http://schemas.openxmlformats.org/officeDocument/2006/relationships/image" Target="../media/image126.png"/><Relationship Id="rId10" Type="http://schemas.openxmlformats.org/officeDocument/2006/relationships/image" Target="../media/image1.png"/><Relationship Id="rId4" Type="http://schemas.openxmlformats.org/officeDocument/2006/relationships/image" Target="../media/image125.png"/><Relationship Id="rId9" Type="http://schemas.openxmlformats.org/officeDocument/2006/relationships/image" Target="../media/image117.png"/><Relationship Id="rId14" Type="http://schemas.openxmlformats.org/officeDocument/2006/relationships/image" Target="../media/image115.png"/></Relationships>
</file>

<file path=ppt/slides/_rels/slide131.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117.png"/><Relationship Id="rId7" Type="http://schemas.openxmlformats.org/officeDocument/2006/relationships/image" Target="../media/image115.png"/><Relationship Id="rId12" Type="http://schemas.openxmlformats.org/officeDocument/2006/relationships/image" Target="../media/image127.png"/><Relationship Id="rId2" Type="http://schemas.openxmlformats.org/officeDocument/2006/relationships/notesSlide" Target="../notesSlides/notesSlide13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26.png"/><Relationship Id="rId5" Type="http://schemas.openxmlformats.org/officeDocument/2006/relationships/image" Target="../media/image2.png"/><Relationship Id="rId10" Type="http://schemas.openxmlformats.org/officeDocument/2006/relationships/image" Target="../media/image125.png"/><Relationship Id="rId4" Type="http://schemas.openxmlformats.org/officeDocument/2006/relationships/image" Target="../media/image1.png"/><Relationship Id="rId9" Type="http://schemas.openxmlformats.org/officeDocument/2006/relationships/image" Target="../media/image63.png"/></Relationships>
</file>

<file path=ppt/slides/_rels/slide132.xml.rels><?xml version="1.0" encoding="UTF-8" standalone="yes"?>
<Relationships xmlns="http://schemas.openxmlformats.org/package/2006/relationships"><Relationship Id="rId8" Type="http://schemas.openxmlformats.org/officeDocument/2006/relationships/image" Target="../media/image128.png"/><Relationship Id="rId13" Type="http://schemas.openxmlformats.org/officeDocument/2006/relationships/image" Target="../media/image129.png"/><Relationship Id="rId3" Type="http://schemas.openxmlformats.org/officeDocument/2006/relationships/image" Target="../media/image117.png"/><Relationship Id="rId7" Type="http://schemas.openxmlformats.org/officeDocument/2006/relationships/image" Target="../media/image115.png"/><Relationship Id="rId12" Type="http://schemas.openxmlformats.org/officeDocument/2006/relationships/image" Target="../media/image127.png"/><Relationship Id="rId2" Type="http://schemas.openxmlformats.org/officeDocument/2006/relationships/notesSlide" Target="../notesSlides/notesSlide132.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26.png"/><Relationship Id="rId5" Type="http://schemas.openxmlformats.org/officeDocument/2006/relationships/image" Target="../media/image2.png"/><Relationship Id="rId10" Type="http://schemas.openxmlformats.org/officeDocument/2006/relationships/image" Target="../media/image125.png"/><Relationship Id="rId4" Type="http://schemas.openxmlformats.org/officeDocument/2006/relationships/image" Target="../media/image1.png"/><Relationship Id="rId9" Type="http://schemas.openxmlformats.org/officeDocument/2006/relationships/image" Target="../media/image63.png"/></Relationships>
</file>

<file path=ppt/slides/_rels/slide13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33.xml"/><Relationship Id="rId1" Type="http://schemas.openxmlformats.org/officeDocument/2006/relationships/slideLayout" Target="../slideLayouts/slideLayout1.xml"/><Relationship Id="rId5" Type="http://schemas.openxmlformats.org/officeDocument/2006/relationships/image" Target="../media/image132.png"/><Relationship Id="rId4" Type="http://schemas.openxmlformats.org/officeDocument/2006/relationships/image" Target="../media/image131.png"/></Relationships>
</file>

<file path=ppt/slides/_rels/slide134.xml.rels><?xml version="1.0" encoding="UTF-8" standalone="yes"?>
<Relationships xmlns="http://schemas.openxmlformats.org/package/2006/relationships"><Relationship Id="rId8" Type="http://schemas.openxmlformats.org/officeDocument/2006/relationships/image" Target="../media/image135.png"/><Relationship Id="rId13" Type="http://schemas.openxmlformats.org/officeDocument/2006/relationships/image" Target="../media/image63.png"/><Relationship Id="rId18" Type="http://schemas.openxmlformats.org/officeDocument/2006/relationships/image" Target="../media/image121.png"/><Relationship Id="rId3" Type="http://schemas.openxmlformats.org/officeDocument/2006/relationships/image" Target="../media/image117.png"/><Relationship Id="rId7" Type="http://schemas.openxmlformats.org/officeDocument/2006/relationships/image" Target="../media/image134.png"/><Relationship Id="rId12" Type="http://schemas.openxmlformats.org/officeDocument/2006/relationships/image" Target="../media/image139.png"/><Relationship Id="rId17" Type="http://schemas.openxmlformats.org/officeDocument/2006/relationships/image" Target="../media/image141.png"/><Relationship Id="rId2" Type="http://schemas.openxmlformats.org/officeDocument/2006/relationships/notesSlide" Target="../notesSlides/notesSlide134.xml"/><Relationship Id="rId16" Type="http://schemas.openxmlformats.org/officeDocument/2006/relationships/image" Target="../media/image140.png"/><Relationship Id="rId1" Type="http://schemas.openxmlformats.org/officeDocument/2006/relationships/slideLayout" Target="../slideLayouts/slideLayout1.xml"/><Relationship Id="rId6" Type="http://schemas.openxmlformats.org/officeDocument/2006/relationships/image" Target="../media/image133.png"/><Relationship Id="rId11" Type="http://schemas.openxmlformats.org/officeDocument/2006/relationships/image" Target="../media/image138.png"/><Relationship Id="rId5" Type="http://schemas.openxmlformats.org/officeDocument/2006/relationships/image" Target="../media/image100.png"/><Relationship Id="rId15" Type="http://schemas.openxmlformats.org/officeDocument/2006/relationships/image" Target="../media/image115.png"/><Relationship Id="rId10" Type="http://schemas.openxmlformats.org/officeDocument/2006/relationships/image" Target="../media/image137.png"/><Relationship Id="rId4" Type="http://schemas.openxmlformats.org/officeDocument/2006/relationships/image" Target="../media/image118.png"/><Relationship Id="rId9" Type="http://schemas.openxmlformats.org/officeDocument/2006/relationships/image" Target="../media/image136.png"/><Relationship Id="rId14" Type="http://schemas.openxmlformats.org/officeDocument/2006/relationships/image" Target="../media/image6.png"/></Relationships>
</file>

<file path=ppt/slides/_rels/slide135.xml.rels><?xml version="1.0" encoding="UTF-8" standalone="yes"?>
<Relationships xmlns="http://schemas.openxmlformats.org/package/2006/relationships"><Relationship Id="rId8" Type="http://schemas.openxmlformats.org/officeDocument/2006/relationships/image" Target="../media/image134.png"/><Relationship Id="rId13" Type="http://schemas.openxmlformats.org/officeDocument/2006/relationships/image" Target="../media/image138.png"/><Relationship Id="rId18" Type="http://schemas.openxmlformats.org/officeDocument/2006/relationships/image" Target="../media/image144.png"/><Relationship Id="rId3" Type="http://schemas.openxmlformats.org/officeDocument/2006/relationships/image" Target="../media/image117.png"/><Relationship Id="rId21" Type="http://schemas.openxmlformats.org/officeDocument/2006/relationships/image" Target="../media/image141.png"/><Relationship Id="rId7" Type="http://schemas.openxmlformats.org/officeDocument/2006/relationships/image" Target="../media/image142.png"/><Relationship Id="rId12" Type="http://schemas.openxmlformats.org/officeDocument/2006/relationships/image" Target="../media/image137.png"/><Relationship Id="rId17" Type="http://schemas.openxmlformats.org/officeDocument/2006/relationships/image" Target="../media/image6.png"/><Relationship Id="rId2" Type="http://schemas.openxmlformats.org/officeDocument/2006/relationships/notesSlide" Target="../notesSlides/notesSlide135.xml"/><Relationship Id="rId16" Type="http://schemas.openxmlformats.org/officeDocument/2006/relationships/image" Target="../media/image63.png"/><Relationship Id="rId20" Type="http://schemas.openxmlformats.org/officeDocument/2006/relationships/image" Target="../media/image140.png"/><Relationship Id="rId1" Type="http://schemas.openxmlformats.org/officeDocument/2006/relationships/slideLayout" Target="../slideLayouts/slideLayout1.xml"/><Relationship Id="rId6" Type="http://schemas.openxmlformats.org/officeDocument/2006/relationships/image" Target="../media/image133.png"/><Relationship Id="rId11" Type="http://schemas.openxmlformats.org/officeDocument/2006/relationships/image" Target="../media/image136.png"/><Relationship Id="rId5" Type="http://schemas.openxmlformats.org/officeDocument/2006/relationships/image" Target="../media/image100.png"/><Relationship Id="rId15" Type="http://schemas.openxmlformats.org/officeDocument/2006/relationships/image" Target="../media/image52.png"/><Relationship Id="rId10" Type="http://schemas.openxmlformats.org/officeDocument/2006/relationships/image" Target="../media/image135.png"/><Relationship Id="rId19" Type="http://schemas.openxmlformats.org/officeDocument/2006/relationships/image" Target="../media/image115.png"/><Relationship Id="rId4" Type="http://schemas.openxmlformats.org/officeDocument/2006/relationships/image" Target="../media/image118.png"/><Relationship Id="rId9" Type="http://schemas.openxmlformats.org/officeDocument/2006/relationships/image" Target="../media/image143.png"/><Relationship Id="rId14" Type="http://schemas.openxmlformats.org/officeDocument/2006/relationships/image" Target="../media/image13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CC50C-ED78-4881-75BA-E35169F6146F}"/>
            </a:ext>
          </a:extLst>
        </p:cNvPr>
        <p:cNvGrpSpPr/>
        <p:nvPr/>
      </p:nvGrpSpPr>
      <p:grpSpPr>
        <a:xfrm>
          <a:off x="0" y="0"/>
          <a:ext cx="0" cy="0"/>
          <a:chOff x="0" y="0"/>
          <a:chExt cx="0" cy="0"/>
        </a:xfrm>
      </p:grpSpPr>
      <p:pic>
        <p:nvPicPr>
          <p:cNvPr id="2" name="Body">
            <a:extLst>
              <a:ext uri="{FF2B5EF4-FFF2-40B4-BE49-F238E27FC236}">
                <a16:creationId xmlns:a16="http://schemas.microsoft.com/office/drawing/2014/main" id="{B2281AA8-2ABA-BD69-5DF3-FD3AC20FA89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837123" y="4510985"/>
            <a:ext cx="789764" cy="1482325"/>
          </a:xfrm>
          <a:prstGeom prst="rect">
            <a:avLst/>
          </a:prstGeom>
        </p:spPr>
      </p:pic>
      <p:pic>
        <p:nvPicPr>
          <p:cNvPr id="5" name="Arm right">
            <a:extLst>
              <a:ext uri="{FF2B5EF4-FFF2-40B4-BE49-F238E27FC236}">
                <a16:creationId xmlns:a16="http://schemas.microsoft.com/office/drawing/2014/main" id="{BE7ECDC8-DF5F-E739-27AD-10634AB9F167}"/>
              </a:ext>
            </a:extLst>
          </p:cNvPr>
          <p:cNvPicPr>
            <a:picLocks noChangeAspect="1"/>
          </p:cNvPicPr>
          <p:nvPr/>
        </p:nvPicPr>
        <p:blipFill>
          <a:blip r:embed="rId4"/>
          <a:stretch>
            <a:fillRect/>
          </a:stretch>
        </p:blipFill>
        <p:spPr>
          <a:xfrm rot="5859441">
            <a:off x="6264847" y="5046837"/>
            <a:ext cx="203585" cy="326807"/>
          </a:xfrm>
          <a:prstGeom prst="rect">
            <a:avLst/>
          </a:prstGeom>
        </p:spPr>
      </p:pic>
      <p:pic>
        <p:nvPicPr>
          <p:cNvPr id="6" name="Arm left">
            <a:extLst>
              <a:ext uri="{FF2B5EF4-FFF2-40B4-BE49-F238E27FC236}">
                <a16:creationId xmlns:a16="http://schemas.microsoft.com/office/drawing/2014/main" id="{BA93F9BD-0914-FFF5-72C1-EAB96EABEEA2}"/>
              </a:ext>
            </a:extLst>
          </p:cNvPr>
          <p:cNvPicPr>
            <a:picLocks noChangeAspect="1"/>
          </p:cNvPicPr>
          <p:nvPr/>
        </p:nvPicPr>
        <p:blipFill>
          <a:blip r:embed="rId5"/>
          <a:stretch>
            <a:fillRect/>
          </a:stretch>
        </p:blipFill>
        <p:spPr>
          <a:xfrm rot="21067583">
            <a:off x="5962271" y="5081286"/>
            <a:ext cx="253220" cy="257910"/>
          </a:xfrm>
          <a:prstGeom prst="rect">
            <a:avLst/>
          </a:prstGeom>
        </p:spPr>
      </p:pic>
      <p:sp>
        <p:nvSpPr>
          <p:cNvPr id="8" name="Eye 2">
            <a:extLst>
              <a:ext uri="{FF2B5EF4-FFF2-40B4-BE49-F238E27FC236}">
                <a16:creationId xmlns:a16="http://schemas.microsoft.com/office/drawing/2014/main" id="{DCBC0FFE-955E-411A-B8FA-549B5174ABC3}"/>
              </a:ext>
            </a:extLst>
          </p:cNvPr>
          <p:cNvSpPr/>
          <p:nvPr/>
        </p:nvSpPr>
        <p:spPr>
          <a:xfrm>
            <a:off x="6097795" y="4707924"/>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0" name="Eye 1">
            <a:extLst>
              <a:ext uri="{FF2B5EF4-FFF2-40B4-BE49-F238E27FC236}">
                <a16:creationId xmlns:a16="http://schemas.microsoft.com/office/drawing/2014/main" id="{0815FBB7-77AD-DD1F-7C11-E84FEB65BAB3}"/>
              </a:ext>
            </a:extLst>
          </p:cNvPr>
          <p:cNvSpPr/>
          <p:nvPr/>
        </p:nvSpPr>
        <p:spPr>
          <a:xfrm>
            <a:off x="6235191" y="4703159"/>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Smile">
            <a:extLst>
              <a:ext uri="{FF2B5EF4-FFF2-40B4-BE49-F238E27FC236}">
                <a16:creationId xmlns:a16="http://schemas.microsoft.com/office/drawing/2014/main" id="{D20CCC49-DB8B-C29A-C5F4-2DA5AD7498E5}"/>
              </a:ext>
            </a:extLst>
          </p:cNvPr>
          <p:cNvSpPr/>
          <p:nvPr/>
        </p:nvSpPr>
        <p:spPr>
          <a:xfrm>
            <a:off x="6089287"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TextBox 140">
            <a:extLst>
              <a:ext uri="{FF2B5EF4-FFF2-40B4-BE49-F238E27FC236}">
                <a16:creationId xmlns:a16="http://schemas.microsoft.com/office/drawing/2014/main" id="{7080B170-B963-5601-10F6-E45DDF938A25}"/>
              </a:ext>
            </a:extLst>
          </p:cNvPr>
          <p:cNvSpPr txBox="1"/>
          <p:nvPr/>
        </p:nvSpPr>
        <p:spPr>
          <a:xfrm>
            <a:off x="-281300" y="564149"/>
            <a:ext cx="2896314" cy="677108"/>
          </a:xfrm>
          <a:prstGeom prst="rect">
            <a:avLst/>
          </a:prstGeom>
          <a:noFill/>
        </p:spPr>
        <p:txBody>
          <a:bodyPr wrap="square" rtlCol="0">
            <a:spAutoFit/>
          </a:bodyPr>
          <a:lstStyle/>
          <a:p>
            <a:pPr algn="ctr"/>
            <a:r>
              <a:rPr lang="en-US" sz="2000" b="1" dirty="0">
                <a:solidFill>
                  <a:srgbClr val="2D3E50"/>
                </a:solidFill>
                <a:latin typeface="Roboto Thin" panose="02000000000000000000" pitchFamily="2" charset="0"/>
                <a:ea typeface="Roboto Thin" panose="02000000000000000000" pitchFamily="2" charset="0"/>
              </a:rPr>
              <a:t>Seth Petry-Johnson</a:t>
            </a:r>
          </a:p>
          <a:p>
            <a:pPr algn="ctr"/>
            <a:r>
              <a:rPr lang="en-US" dirty="0">
                <a:solidFill>
                  <a:srgbClr val="2D3E50"/>
                </a:solidFill>
                <a:latin typeface="Roboto Thin" panose="02000000000000000000" pitchFamily="2" charset="0"/>
                <a:ea typeface="Roboto Thin" panose="02000000000000000000" pitchFamily="2" charset="0"/>
              </a:rPr>
              <a:t>@spetryjohnson</a:t>
            </a:r>
          </a:p>
        </p:txBody>
      </p:sp>
      <p:sp>
        <p:nvSpPr>
          <p:cNvPr id="19" name="Red text">
            <a:extLst>
              <a:ext uri="{FF2B5EF4-FFF2-40B4-BE49-F238E27FC236}">
                <a16:creationId xmlns:a16="http://schemas.microsoft.com/office/drawing/2014/main" id="{F056B6CB-9C06-ED4B-D125-02C1BF61337B}"/>
              </a:ext>
            </a:extLst>
          </p:cNvPr>
          <p:cNvSpPr txBox="1"/>
          <p:nvPr/>
        </p:nvSpPr>
        <p:spPr>
          <a:xfrm>
            <a:off x="9010617" y="6183409"/>
            <a:ext cx="3135795" cy="646331"/>
          </a:xfrm>
          <a:prstGeom prst="rect">
            <a:avLst/>
          </a:prstGeom>
          <a:noFill/>
        </p:spPr>
        <p:txBody>
          <a:bodyPr wrap="none" rtlCol="0">
            <a:spAutoFit/>
          </a:bodyPr>
          <a:lstStyle/>
          <a:p>
            <a:pPr algn="ctr"/>
            <a:r>
              <a:rPr lang="en-US" dirty="0">
                <a:solidFill>
                  <a:schemeClr val="tx1">
                    <a:lumMod val="65000"/>
                    <a:lumOff val="35000"/>
                  </a:schemeClr>
                </a:solidFill>
                <a:latin typeface="Segoe Print" panose="02000600000000000000" pitchFamily="2" charset="0"/>
              </a:rPr>
              <a:t>Don't worry, my content</a:t>
            </a:r>
            <a:br>
              <a:rPr lang="en-US" dirty="0">
                <a:solidFill>
                  <a:schemeClr val="tx1">
                    <a:lumMod val="65000"/>
                    <a:lumOff val="35000"/>
                  </a:schemeClr>
                </a:solidFill>
                <a:latin typeface="Segoe Print" panose="02000600000000000000" pitchFamily="2" charset="0"/>
              </a:rPr>
            </a:br>
            <a:r>
              <a:rPr lang="en-US" dirty="0">
                <a:solidFill>
                  <a:schemeClr val="tx1">
                    <a:lumMod val="65000"/>
                    <a:lumOff val="35000"/>
                  </a:schemeClr>
                </a:solidFill>
                <a:latin typeface="Segoe Print" panose="02000600000000000000" pitchFamily="2" charset="0"/>
              </a:rPr>
              <a:t>is better than my AI art!</a:t>
            </a:r>
          </a:p>
        </p:txBody>
      </p:sp>
      <p:pic>
        <p:nvPicPr>
          <p:cNvPr id="7" name="!!House extras">
            <a:extLst>
              <a:ext uri="{FF2B5EF4-FFF2-40B4-BE49-F238E27FC236}">
                <a16:creationId xmlns:a16="http://schemas.microsoft.com/office/drawing/2014/main" id="{33BB762C-6F4A-1E97-4816-0AE41D5136DA}"/>
              </a:ext>
            </a:extLst>
          </p:cNvPr>
          <p:cNvPicPr>
            <a:picLocks noChangeAspect="1"/>
          </p:cNvPicPr>
          <p:nvPr/>
        </p:nvPicPr>
        <p:blipFill>
          <a:blip r:embed="rId6"/>
          <a:srcRect/>
          <a:stretch/>
        </p:blipFill>
        <p:spPr>
          <a:xfrm>
            <a:off x="2736871" y="1258349"/>
            <a:ext cx="6736432" cy="5809059"/>
          </a:xfrm>
          <a:prstGeom prst="rect">
            <a:avLst/>
          </a:prstGeom>
        </p:spPr>
      </p:pic>
      <p:pic>
        <p:nvPicPr>
          <p:cNvPr id="3" name="!!House">
            <a:extLst>
              <a:ext uri="{FF2B5EF4-FFF2-40B4-BE49-F238E27FC236}">
                <a16:creationId xmlns:a16="http://schemas.microsoft.com/office/drawing/2014/main" id="{CB8F3575-AF6C-408F-AF0D-05BBB9DE3832}"/>
              </a:ext>
            </a:extLst>
          </p:cNvPr>
          <p:cNvPicPr>
            <a:picLocks noChangeAspect="1"/>
          </p:cNvPicPr>
          <p:nvPr/>
        </p:nvPicPr>
        <p:blipFill>
          <a:blip r:embed="rId7"/>
          <a:srcRect/>
          <a:stretch/>
        </p:blipFill>
        <p:spPr>
          <a:xfrm>
            <a:off x="2740733" y="1162483"/>
            <a:ext cx="6739128" cy="5811384"/>
          </a:xfrm>
          <a:prstGeom prst="rect">
            <a:avLst/>
          </a:prstGeom>
        </p:spPr>
      </p:pic>
      <p:pic>
        <p:nvPicPr>
          <p:cNvPr id="4" name="!!Bulb">
            <a:extLst>
              <a:ext uri="{FF2B5EF4-FFF2-40B4-BE49-F238E27FC236}">
                <a16:creationId xmlns:a16="http://schemas.microsoft.com/office/drawing/2014/main" id="{9AFC23B8-0D1D-4358-D2CF-BC15BB9302B0}"/>
              </a:ext>
            </a:extLst>
          </p:cNvPr>
          <p:cNvPicPr>
            <a:picLocks noChangeAspect="1"/>
          </p:cNvPicPr>
          <p:nvPr/>
        </p:nvPicPr>
        <p:blipFill>
          <a:blip r:embed="rId8"/>
          <a:stretch>
            <a:fillRect/>
          </a:stretch>
        </p:blipFill>
        <p:spPr>
          <a:xfrm>
            <a:off x="4908790" y="3429000"/>
            <a:ext cx="2374420" cy="2494783"/>
          </a:xfrm>
          <a:prstGeom prst="rect">
            <a:avLst/>
          </a:prstGeom>
        </p:spPr>
      </p:pic>
      <p:sp>
        <p:nvSpPr>
          <p:cNvPr id="9" name="!!Header whiteout">
            <a:extLst>
              <a:ext uri="{FF2B5EF4-FFF2-40B4-BE49-F238E27FC236}">
                <a16:creationId xmlns:a16="http://schemas.microsoft.com/office/drawing/2014/main" id="{0993F459-DE37-A1DE-176F-9CB4E2CFD9DB}"/>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Header Text 1">
            <a:extLst>
              <a:ext uri="{FF2B5EF4-FFF2-40B4-BE49-F238E27FC236}">
                <a16:creationId xmlns:a16="http://schemas.microsoft.com/office/drawing/2014/main" id="{831D7858-42ED-E2E8-DE86-3981176001B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885318216"/>
      </p:ext>
    </p:extLst>
  </p:cSld>
  <p:clrMapOvr>
    <a:masterClrMapping/>
  </p:clrMapOvr>
  <p:transition spd="slow">
    <p:split orient="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 name="Body">
            <a:extLst>
              <a:ext uri="{FF2B5EF4-FFF2-40B4-BE49-F238E27FC236}">
                <a16:creationId xmlns:a16="http://schemas.microsoft.com/office/drawing/2014/main" id="{14B4F3A8-7AF5-4EE7-9AFD-92ABC30F8D9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123" name="Arm right">
            <a:extLst>
              <a:ext uri="{FF2B5EF4-FFF2-40B4-BE49-F238E27FC236}">
                <a16:creationId xmlns:a16="http://schemas.microsoft.com/office/drawing/2014/main" id="{24AEE040-C376-46F2-A3EE-E308A0F9C561}"/>
              </a:ext>
            </a:extLst>
          </p:cNvPr>
          <p:cNvPicPr>
            <a:picLocks noChangeAspect="1"/>
          </p:cNvPicPr>
          <p:nvPr/>
        </p:nvPicPr>
        <p:blipFill>
          <a:blip r:embed="rId4"/>
          <a:stretch>
            <a:fillRect/>
          </a:stretch>
        </p:blipFill>
        <p:spPr>
          <a:xfrm rot="5859441">
            <a:off x="4394100" y="5046837"/>
            <a:ext cx="203585" cy="326807"/>
          </a:xfrm>
          <a:prstGeom prst="rect">
            <a:avLst/>
          </a:prstGeom>
        </p:spPr>
      </p:pic>
      <p:pic>
        <p:nvPicPr>
          <p:cNvPr id="124" name="Arm left">
            <a:extLst>
              <a:ext uri="{FF2B5EF4-FFF2-40B4-BE49-F238E27FC236}">
                <a16:creationId xmlns:a16="http://schemas.microsoft.com/office/drawing/2014/main" id="{CB7B38D1-6377-41B9-B199-B0FED3B9C8D0}"/>
              </a:ext>
            </a:extLst>
          </p:cNvPr>
          <p:cNvPicPr>
            <a:picLocks noChangeAspect="1"/>
          </p:cNvPicPr>
          <p:nvPr/>
        </p:nvPicPr>
        <p:blipFill>
          <a:blip r:embed="rId5"/>
          <a:stretch>
            <a:fillRect/>
          </a:stretch>
        </p:blipFill>
        <p:spPr>
          <a:xfrm rot="21067583">
            <a:off x="4091524" y="5081286"/>
            <a:ext cx="253220" cy="257910"/>
          </a:xfrm>
          <a:prstGeom prst="rect">
            <a:avLst/>
          </a:prstGeom>
        </p:spPr>
      </p:pic>
      <p:sp>
        <p:nvSpPr>
          <p:cNvPr id="116" name="Eye 2">
            <a:extLst>
              <a:ext uri="{FF2B5EF4-FFF2-40B4-BE49-F238E27FC236}">
                <a16:creationId xmlns:a16="http://schemas.microsoft.com/office/drawing/2014/main" id="{F40B8E36-8F86-4CAF-A075-06C34BC89B95}"/>
              </a:ext>
            </a:extLst>
          </p:cNvPr>
          <p:cNvSpPr/>
          <p:nvPr/>
        </p:nvSpPr>
        <p:spPr>
          <a:xfrm>
            <a:off x="4227048" y="4707924"/>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7" name="Eye 1">
            <a:extLst>
              <a:ext uri="{FF2B5EF4-FFF2-40B4-BE49-F238E27FC236}">
                <a16:creationId xmlns:a16="http://schemas.microsoft.com/office/drawing/2014/main" id="{B6516907-006D-44A5-936F-0D458B94A74F}"/>
              </a:ext>
            </a:extLst>
          </p:cNvPr>
          <p:cNvSpPr/>
          <p:nvPr/>
        </p:nvSpPr>
        <p:spPr>
          <a:xfrm>
            <a:off x="4364444" y="4703159"/>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8" name="!!Smile">
            <a:extLst>
              <a:ext uri="{FF2B5EF4-FFF2-40B4-BE49-F238E27FC236}">
                <a16:creationId xmlns:a16="http://schemas.microsoft.com/office/drawing/2014/main" id="{6D95DEDF-901F-4B90-89B0-3B2CAD976D07}"/>
              </a:ext>
            </a:extLst>
          </p:cNvPr>
          <p:cNvSpPr/>
          <p:nvPr/>
        </p:nvSpPr>
        <p:spPr>
          <a:xfrm>
            <a:off x="4218540"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Speech bubble">
            <a:extLst>
              <a:ext uri="{FF2B5EF4-FFF2-40B4-BE49-F238E27FC236}">
                <a16:creationId xmlns:a16="http://schemas.microsoft.com/office/drawing/2014/main" id="{6AA9D9EA-F0F1-4573-822E-93A43C459038}"/>
              </a:ext>
            </a:extLst>
          </p:cNvPr>
          <p:cNvSpPr/>
          <p:nvPr/>
        </p:nvSpPr>
        <p:spPr>
          <a:xfrm>
            <a:off x="3380448" y="3619350"/>
            <a:ext cx="2807513" cy="660559"/>
          </a:xfrm>
          <a:prstGeom prst="wedgeRectCallout">
            <a:avLst>
              <a:gd name="adj1" fmla="val -19014"/>
              <a:gd name="adj2" fmla="val 7764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Bubble text">
            <a:extLst>
              <a:ext uri="{FF2B5EF4-FFF2-40B4-BE49-F238E27FC236}">
                <a16:creationId xmlns:a16="http://schemas.microsoft.com/office/drawing/2014/main" id="{33F3C501-0CE6-4F2F-9AA7-219B270C8EE7}"/>
              </a:ext>
            </a:extLst>
          </p:cNvPr>
          <p:cNvSpPr txBox="1"/>
          <p:nvPr/>
        </p:nvSpPr>
        <p:spPr>
          <a:xfrm>
            <a:off x="3322320" y="3633579"/>
            <a:ext cx="2898100" cy="646331"/>
          </a:xfrm>
          <a:prstGeom prst="rect">
            <a:avLst/>
          </a:prstGeom>
          <a:noFill/>
        </p:spPr>
        <p:txBody>
          <a:bodyPr wrap="square" rtlCol="0">
            <a:spAutoFit/>
          </a:bodyPr>
          <a:lstStyle/>
          <a:p>
            <a:r>
              <a:rPr lang="en-US" dirty="0">
                <a:latin typeface="Roboto" panose="02000000000000000000" pitchFamily="2" charset="0"/>
                <a:ea typeface="Roboto" panose="02000000000000000000" pitchFamily="2" charset="0"/>
              </a:rPr>
              <a:t>Hi, I’m Seth, and I’m too lazy to work a light switch!</a:t>
            </a:r>
          </a:p>
        </p:txBody>
      </p:sp>
      <p:sp>
        <p:nvSpPr>
          <p:cNvPr id="131" name="Red text">
            <a:extLst>
              <a:ext uri="{FF2B5EF4-FFF2-40B4-BE49-F238E27FC236}">
                <a16:creationId xmlns:a16="http://schemas.microsoft.com/office/drawing/2014/main" id="{86A9D2EC-214C-45D6-B53E-B8E14CA6334B}"/>
              </a:ext>
            </a:extLst>
          </p:cNvPr>
          <p:cNvSpPr txBox="1"/>
          <p:nvPr/>
        </p:nvSpPr>
        <p:spPr>
          <a:xfrm>
            <a:off x="4892909" y="2055160"/>
            <a:ext cx="2427268" cy="400110"/>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I have a dream…</a:t>
            </a:r>
          </a:p>
        </p:txBody>
      </p:sp>
      <p:pic>
        <p:nvPicPr>
          <p:cNvPr id="5" name="!!House extras">
            <a:extLst>
              <a:ext uri="{FF2B5EF4-FFF2-40B4-BE49-F238E27FC236}">
                <a16:creationId xmlns:a16="http://schemas.microsoft.com/office/drawing/2014/main" id="{E967FB89-E47E-42F5-2A92-8F71741F07B4}"/>
              </a:ext>
            </a:extLst>
          </p:cNvPr>
          <p:cNvPicPr>
            <a:picLocks noChangeAspect="1"/>
          </p:cNvPicPr>
          <p:nvPr/>
        </p:nvPicPr>
        <p:blipFill>
          <a:blip r:embed="rId6">
            <a:alphaModFix amt="0"/>
          </a:blip>
          <a:srcRect/>
          <a:stretch/>
        </p:blipFill>
        <p:spPr>
          <a:xfrm>
            <a:off x="6702552" y="3084632"/>
            <a:ext cx="3459963" cy="2983646"/>
          </a:xfrm>
          <a:prstGeom prst="rect">
            <a:avLst/>
          </a:prstGeom>
        </p:spPr>
      </p:pic>
      <p:pic>
        <p:nvPicPr>
          <p:cNvPr id="129" name="!!House">
            <a:extLst>
              <a:ext uri="{FF2B5EF4-FFF2-40B4-BE49-F238E27FC236}">
                <a16:creationId xmlns:a16="http://schemas.microsoft.com/office/drawing/2014/main" id="{07B35EE2-D5E7-4B45-A15C-8E6420315EDC}"/>
              </a:ext>
            </a:extLst>
          </p:cNvPr>
          <p:cNvPicPr>
            <a:picLocks noChangeAspect="1"/>
          </p:cNvPicPr>
          <p:nvPr/>
        </p:nvPicPr>
        <p:blipFill>
          <a:blip r:embed="rId7">
            <a:alphaModFix/>
          </a:blip>
          <a:srcRect/>
          <a:stretch/>
        </p:blipFill>
        <p:spPr>
          <a:xfrm>
            <a:off x="6700180" y="3086550"/>
            <a:ext cx="3458887" cy="2983094"/>
          </a:xfrm>
          <a:prstGeom prst="rect">
            <a:avLst/>
          </a:prstGeom>
        </p:spPr>
      </p:pic>
      <p:pic>
        <p:nvPicPr>
          <p:cNvPr id="130" name="!!Bulb">
            <a:extLst>
              <a:ext uri="{FF2B5EF4-FFF2-40B4-BE49-F238E27FC236}">
                <a16:creationId xmlns:a16="http://schemas.microsoft.com/office/drawing/2014/main" id="{E513255C-816A-42C0-85E2-0F53C9A811CF}"/>
              </a:ext>
            </a:extLst>
          </p:cNvPr>
          <p:cNvPicPr>
            <a:picLocks noChangeAspect="1"/>
          </p:cNvPicPr>
          <p:nvPr/>
        </p:nvPicPr>
        <p:blipFill>
          <a:blip r:embed="rId8"/>
          <a:stretch>
            <a:fillRect/>
          </a:stretch>
        </p:blipFill>
        <p:spPr>
          <a:xfrm>
            <a:off x="7827988" y="4415083"/>
            <a:ext cx="1203269" cy="1264264"/>
          </a:xfrm>
          <a:prstGeom prst="rect">
            <a:avLst/>
          </a:prstGeom>
        </p:spPr>
      </p:pic>
      <p:sp>
        <p:nvSpPr>
          <p:cNvPr id="2" name="!!Header whiteout">
            <a:extLst>
              <a:ext uri="{FF2B5EF4-FFF2-40B4-BE49-F238E27FC236}">
                <a16:creationId xmlns:a16="http://schemas.microsoft.com/office/drawing/2014/main" id="{ADFD5B4A-D483-BC07-1FC7-D8970E3A62C8}"/>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07A5C785-2CEC-D783-24A6-3E1113E96D2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92572265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126"/>
                                        </p:tgtEl>
                                        <p:attrNameLst>
                                          <p:attrName>style.visibility</p:attrName>
                                        </p:attrNameLst>
                                      </p:cBhvr>
                                      <p:to>
                                        <p:strVal val="visible"/>
                                      </p:to>
                                    </p:set>
                                    <p:animEffect transition="in" filter="fade">
                                      <p:cBhvr>
                                        <p:cTn id="9" dur="500"/>
                                        <p:tgtEl>
                                          <p:spTgt spid="1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P spid="12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 name="Body">
            <a:extLst>
              <a:ext uri="{FF2B5EF4-FFF2-40B4-BE49-F238E27FC236}">
                <a16:creationId xmlns:a16="http://schemas.microsoft.com/office/drawing/2014/main" id="{14B4F3A8-7AF5-4EE7-9AFD-92ABC30F8D9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123" name="Arm right">
            <a:extLst>
              <a:ext uri="{FF2B5EF4-FFF2-40B4-BE49-F238E27FC236}">
                <a16:creationId xmlns:a16="http://schemas.microsoft.com/office/drawing/2014/main" id="{24AEE040-C376-46F2-A3EE-E308A0F9C561}"/>
              </a:ext>
            </a:extLst>
          </p:cNvPr>
          <p:cNvPicPr>
            <a:picLocks noChangeAspect="1"/>
          </p:cNvPicPr>
          <p:nvPr/>
        </p:nvPicPr>
        <p:blipFill>
          <a:blip r:embed="rId4"/>
          <a:stretch>
            <a:fillRect/>
          </a:stretch>
        </p:blipFill>
        <p:spPr>
          <a:xfrm rot="21293817">
            <a:off x="4331345" y="4804791"/>
            <a:ext cx="203585" cy="326807"/>
          </a:xfrm>
          <a:prstGeom prst="rect">
            <a:avLst/>
          </a:prstGeom>
        </p:spPr>
      </p:pic>
      <p:pic>
        <p:nvPicPr>
          <p:cNvPr id="124" name="Arm left">
            <a:extLst>
              <a:ext uri="{FF2B5EF4-FFF2-40B4-BE49-F238E27FC236}">
                <a16:creationId xmlns:a16="http://schemas.microsoft.com/office/drawing/2014/main" id="{CB7B38D1-6377-41B9-B199-B0FED3B9C8D0}"/>
              </a:ext>
            </a:extLst>
          </p:cNvPr>
          <p:cNvPicPr>
            <a:picLocks noChangeAspect="1"/>
          </p:cNvPicPr>
          <p:nvPr/>
        </p:nvPicPr>
        <p:blipFill>
          <a:blip r:embed="rId5"/>
          <a:stretch>
            <a:fillRect/>
          </a:stretch>
        </p:blipFill>
        <p:spPr>
          <a:xfrm rot="19830542">
            <a:off x="4145313" y="5090254"/>
            <a:ext cx="253220" cy="257910"/>
          </a:xfrm>
          <a:prstGeom prst="rect">
            <a:avLst/>
          </a:prstGeom>
        </p:spPr>
      </p:pic>
      <p:sp>
        <p:nvSpPr>
          <p:cNvPr id="116" name="Eye 2">
            <a:extLst>
              <a:ext uri="{FF2B5EF4-FFF2-40B4-BE49-F238E27FC236}">
                <a16:creationId xmlns:a16="http://schemas.microsoft.com/office/drawing/2014/main" id="{F40B8E36-8F86-4CAF-A075-06C34BC89B95}"/>
              </a:ext>
            </a:extLst>
          </p:cNvPr>
          <p:cNvSpPr/>
          <p:nvPr/>
        </p:nvSpPr>
        <p:spPr>
          <a:xfrm>
            <a:off x="4227048" y="4707924"/>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7" name="Eye 1">
            <a:extLst>
              <a:ext uri="{FF2B5EF4-FFF2-40B4-BE49-F238E27FC236}">
                <a16:creationId xmlns:a16="http://schemas.microsoft.com/office/drawing/2014/main" id="{B6516907-006D-44A5-936F-0D458B94A74F}"/>
              </a:ext>
            </a:extLst>
          </p:cNvPr>
          <p:cNvSpPr/>
          <p:nvPr/>
        </p:nvSpPr>
        <p:spPr>
          <a:xfrm>
            <a:off x="4364444" y="4703159"/>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5" name="!!Smile">
            <a:extLst>
              <a:ext uri="{FF2B5EF4-FFF2-40B4-BE49-F238E27FC236}">
                <a16:creationId xmlns:a16="http://schemas.microsoft.com/office/drawing/2014/main" id="{C701A140-46AF-4F98-94B2-580E8A738D20}"/>
              </a:ext>
            </a:extLst>
          </p:cNvPr>
          <p:cNvCxnSpPr>
            <a:cxnSpLocks/>
          </p:cNvCxnSpPr>
          <p:nvPr/>
        </p:nvCxnSpPr>
        <p:spPr>
          <a:xfrm>
            <a:off x="4218134" y="4840941"/>
            <a:ext cx="192029" cy="0"/>
          </a:xfrm>
          <a:prstGeom prst="line">
            <a:avLst/>
          </a:prstGeom>
        </p:spPr>
        <p:style>
          <a:lnRef idx="1">
            <a:schemeClr val="accent1"/>
          </a:lnRef>
          <a:fillRef idx="0">
            <a:schemeClr val="accent1"/>
          </a:fillRef>
          <a:effectRef idx="0">
            <a:schemeClr val="accent1"/>
          </a:effectRef>
          <a:fontRef idx="minor">
            <a:schemeClr val="tx1"/>
          </a:fontRef>
        </p:style>
      </p:cxnSp>
      <p:sp>
        <p:nvSpPr>
          <p:cNvPr id="119" name="Header whiteout - blur">
            <a:extLst>
              <a:ext uri="{FF2B5EF4-FFF2-40B4-BE49-F238E27FC236}">
                <a16:creationId xmlns:a16="http://schemas.microsoft.com/office/drawing/2014/main" id="{F8041FC1-ED3A-4F30-862F-5625C5AAF628}"/>
              </a:ext>
            </a:extLst>
          </p:cNvPr>
          <p:cNvSpPr/>
          <p:nvPr/>
        </p:nvSpPr>
        <p:spPr>
          <a:xfrm>
            <a:off x="1" y="0"/>
            <a:ext cx="12191999" cy="765890"/>
          </a:xfrm>
          <a:prstGeom prst="rect">
            <a:avLst/>
          </a:prstGeom>
          <a:solidFill>
            <a:schemeClr val="bg1"/>
          </a:solid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Header whiteout">
            <a:extLst>
              <a:ext uri="{FF2B5EF4-FFF2-40B4-BE49-F238E27FC236}">
                <a16:creationId xmlns:a16="http://schemas.microsoft.com/office/drawing/2014/main" id="{C5F212FF-5940-499B-A599-02C2359ED2F7}"/>
              </a:ext>
            </a:extLst>
          </p:cNvPr>
          <p:cNvSpPr/>
          <p:nvPr/>
        </p:nvSpPr>
        <p:spPr>
          <a:xfrm>
            <a:off x="-10933" y="8983"/>
            <a:ext cx="12191999" cy="528777"/>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Speech bubble">
            <a:extLst>
              <a:ext uri="{FF2B5EF4-FFF2-40B4-BE49-F238E27FC236}">
                <a16:creationId xmlns:a16="http://schemas.microsoft.com/office/drawing/2014/main" id="{6AA9D9EA-F0F1-4573-822E-93A43C459038}"/>
              </a:ext>
            </a:extLst>
          </p:cNvPr>
          <p:cNvSpPr/>
          <p:nvPr/>
        </p:nvSpPr>
        <p:spPr>
          <a:xfrm>
            <a:off x="3380448" y="3619350"/>
            <a:ext cx="2807513" cy="660559"/>
          </a:xfrm>
          <a:prstGeom prst="wedgeRectCallout">
            <a:avLst>
              <a:gd name="adj1" fmla="val -19014"/>
              <a:gd name="adj2" fmla="val 7764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Bubble text 2">
            <a:extLst>
              <a:ext uri="{FF2B5EF4-FFF2-40B4-BE49-F238E27FC236}">
                <a16:creationId xmlns:a16="http://schemas.microsoft.com/office/drawing/2014/main" id="{33F3C501-0CE6-4F2F-9AA7-219B270C8EE7}"/>
              </a:ext>
            </a:extLst>
          </p:cNvPr>
          <p:cNvSpPr txBox="1"/>
          <p:nvPr/>
        </p:nvSpPr>
        <p:spPr>
          <a:xfrm>
            <a:off x="3392628" y="3633579"/>
            <a:ext cx="2827792" cy="646331"/>
          </a:xfrm>
          <a:prstGeom prst="rect">
            <a:avLst/>
          </a:prstGeom>
          <a:noFill/>
        </p:spPr>
        <p:txBody>
          <a:bodyPr wrap="square" rtlCol="0">
            <a:spAutoFit/>
          </a:bodyPr>
          <a:lstStyle/>
          <a:p>
            <a:r>
              <a:rPr lang="en-US" dirty="0">
                <a:latin typeface="Roboto" panose="02000000000000000000" pitchFamily="2" charset="0"/>
                <a:ea typeface="Roboto" panose="02000000000000000000" pitchFamily="2" charset="0"/>
              </a:rPr>
              <a:t>I want to watch a movie, but I’m already so comfy…</a:t>
            </a:r>
          </a:p>
        </p:txBody>
      </p:sp>
      <p:sp>
        <p:nvSpPr>
          <p:cNvPr id="25" name="Red text">
            <a:extLst>
              <a:ext uri="{FF2B5EF4-FFF2-40B4-BE49-F238E27FC236}">
                <a16:creationId xmlns:a16="http://schemas.microsoft.com/office/drawing/2014/main" id="{C3EFCCCB-3AC1-4721-A424-B8D75764DABD}"/>
              </a:ext>
            </a:extLst>
          </p:cNvPr>
          <p:cNvSpPr txBox="1"/>
          <p:nvPr/>
        </p:nvSpPr>
        <p:spPr>
          <a:xfrm>
            <a:off x="4892909" y="2055160"/>
            <a:ext cx="2427268" cy="400110"/>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I have a dream…</a:t>
            </a:r>
          </a:p>
        </p:txBody>
      </p:sp>
      <p:pic>
        <p:nvPicPr>
          <p:cNvPr id="7" name="!!House">
            <a:extLst>
              <a:ext uri="{FF2B5EF4-FFF2-40B4-BE49-F238E27FC236}">
                <a16:creationId xmlns:a16="http://schemas.microsoft.com/office/drawing/2014/main" id="{897BEBB1-958F-CBEC-6E06-E1286413195F}"/>
              </a:ext>
            </a:extLst>
          </p:cNvPr>
          <p:cNvPicPr>
            <a:picLocks noChangeAspect="1"/>
          </p:cNvPicPr>
          <p:nvPr/>
        </p:nvPicPr>
        <p:blipFill>
          <a:blip r:embed="rId6">
            <a:alphaModFix/>
          </a:blip>
          <a:srcRect/>
          <a:stretch/>
        </p:blipFill>
        <p:spPr>
          <a:xfrm>
            <a:off x="6700180" y="3086550"/>
            <a:ext cx="3458887" cy="2983094"/>
          </a:xfrm>
          <a:prstGeom prst="rect">
            <a:avLst/>
          </a:prstGeom>
        </p:spPr>
      </p:pic>
      <p:pic>
        <p:nvPicPr>
          <p:cNvPr id="8" name="!!Bulb">
            <a:extLst>
              <a:ext uri="{FF2B5EF4-FFF2-40B4-BE49-F238E27FC236}">
                <a16:creationId xmlns:a16="http://schemas.microsoft.com/office/drawing/2014/main" id="{03B4A319-1B1B-B5C3-5211-128FC28F4C7D}"/>
              </a:ext>
            </a:extLst>
          </p:cNvPr>
          <p:cNvPicPr>
            <a:picLocks noChangeAspect="1"/>
          </p:cNvPicPr>
          <p:nvPr/>
        </p:nvPicPr>
        <p:blipFill>
          <a:blip r:embed="rId7"/>
          <a:stretch>
            <a:fillRect/>
          </a:stretch>
        </p:blipFill>
        <p:spPr>
          <a:xfrm>
            <a:off x="7827988" y="4415083"/>
            <a:ext cx="1203269" cy="1264264"/>
          </a:xfrm>
          <a:prstGeom prst="rect">
            <a:avLst/>
          </a:prstGeom>
        </p:spPr>
      </p:pic>
      <p:sp>
        <p:nvSpPr>
          <p:cNvPr id="4" name="!!Header whiteout">
            <a:extLst>
              <a:ext uri="{FF2B5EF4-FFF2-40B4-BE49-F238E27FC236}">
                <a16:creationId xmlns:a16="http://schemas.microsoft.com/office/drawing/2014/main" id="{06811549-BFCE-500B-0D7D-50E95F84A232}"/>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1B38E375-C131-A77E-2E2D-C80A78580D4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43332641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126"/>
                                        </p:tgtEl>
                                        <p:attrNameLst>
                                          <p:attrName>style.visibility</p:attrName>
                                        </p:attrNameLst>
                                      </p:cBhvr>
                                      <p:to>
                                        <p:strVal val="visible"/>
                                      </p:to>
                                    </p:set>
                                    <p:animEffect transition="in" filter="fade">
                                      <p:cBhvr>
                                        <p:cTn id="9" dur="500"/>
                                        <p:tgtEl>
                                          <p:spTgt spid="1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P spid="12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2AC23153-4CEB-4BDB-A349-DFF3C958E68F}"/>
              </a:ext>
            </a:extLst>
          </p:cNvPr>
          <p:cNvSpPr/>
          <p:nvPr/>
        </p:nvSpPr>
        <p:spPr>
          <a:xfrm>
            <a:off x="3979194" y="4290661"/>
            <a:ext cx="663931" cy="1912915"/>
          </a:xfrm>
          <a:prstGeom prst="roundRect">
            <a:avLst/>
          </a:prstGeom>
          <a:solidFill>
            <a:srgbClr val="7030A0">
              <a:alpha val="20000"/>
            </a:srgbClr>
          </a:solidFill>
          <a:effectLst>
            <a:softEdge rad="2286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 name="Body">
            <a:extLst>
              <a:ext uri="{FF2B5EF4-FFF2-40B4-BE49-F238E27FC236}">
                <a16:creationId xmlns:a16="http://schemas.microsoft.com/office/drawing/2014/main" id="{14B4F3A8-7AF5-4EE7-9AFD-92ABC30F8D9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123" name="Arm right">
            <a:extLst>
              <a:ext uri="{FF2B5EF4-FFF2-40B4-BE49-F238E27FC236}">
                <a16:creationId xmlns:a16="http://schemas.microsoft.com/office/drawing/2014/main" id="{24AEE040-C376-46F2-A3EE-E308A0F9C561}"/>
              </a:ext>
            </a:extLst>
          </p:cNvPr>
          <p:cNvPicPr>
            <a:picLocks noChangeAspect="1"/>
          </p:cNvPicPr>
          <p:nvPr/>
        </p:nvPicPr>
        <p:blipFill>
          <a:blip r:embed="rId4"/>
          <a:stretch>
            <a:fillRect/>
          </a:stretch>
        </p:blipFill>
        <p:spPr>
          <a:xfrm rot="1077995">
            <a:off x="4394100" y="4813755"/>
            <a:ext cx="203585" cy="326807"/>
          </a:xfrm>
          <a:prstGeom prst="rect">
            <a:avLst/>
          </a:prstGeom>
        </p:spPr>
      </p:pic>
      <p:pic>
        <p:nvPicPr>
          <p:cNvPr id="124" name="Arm left">
            <a:extLst>
              <a:ext uri="{FF2B5EF4-FFF2-40B4-BE49-F238E27FC236}">
                <a16:creationId xmlns:a16="http://schemas.microsoft.com/office/drawing/2014/main" id="{CB7B38D1-6377-41B9-B199-B0FED3B9C8D0}"/>
              </a:ext>
            </a:extLst>
          </p:cNvPr>
          <p:cNvPicPr>
            <a:picLocks noChangeAspect="1"/>
          </p:cNvPicPr>
          <p:nvPr/>
        </p:nvPicPr>
        <p:blipFill>
          <a:blip r:embed="rId5"/>
          <a:stretch>
            <a:fillRect/>
          </a:stretch>
        </p:blipFill>
        <p:spPr>
          <a:xfrm rot="4603573">
            <a:off x="4091524" y="4919923"/>
            <a:ext cx="253220" cy="257910"/>
          </a:xfrm>
          <a:prstGeom prst="rect">
            <a:avLst/>
          </a:prstGeom>
        </p:spPr>
      </p:pic>
      <p:sp>
        <p:nvSpPr>
          <p:cNvPr id="116" name="Eye 2">
            <a:extLst>
              <a:ext uri="{FF2B5EF4-FFF2-40B4-BE49-F238E27FC236}">
                <a16:creationId xmlns:a16="http://schemas.microsoft.com/office/drawing/2014/main" id="{F40B8E36-8F86-4CAF-A075-06C34BC89B95}"/>
              </a:ext>
            </a:extLst>
          </p:cNvPr>
          <p:cNvSpPr/>
          <p:nvPr/>
        </p:nvSpPr>
        <p:spPr>
          <a:xfrm>
            <a:off x="4220697" y="4698398"/>
            <a:ext cx="73152" cy="73152"/>
          </a:xfrm>
          <a:prstGeom prst="ellipse">
            <a:avLst/>
          </a:prstGeom>
          <a:solidFill>
            <a:schemeClr val="bg1"/>
          </a:solidFill>
          <a:ln w="25400">
            <a:solidFill>
              <a:srgbClr val="7030A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7" name="Eye 1">
            <a:extLst>
              <a:ext uri="{FF2B5EF4-FFF2-40B4-BE49-F238E27FC236}">
                <a16:creationId xmlns:a16="http://schemas.microsoft.com/office/drawing/2014/main" id="{B6516907-006D-44A5-936F-0D458B94A74F}"/>
              </a:ext>
            </a:extLst>
          </p:cNvPr>
          <p:cNvSpPr/>
          <p:nvPr/>
        </p:nvSpPr>
        <p:spPr>
          <a:xfrm>
            <a:off x="4361268" y="4696808"/>
            <a:ext cx="73152" cy="73152"/>
          </a:xfrm>
          <a:prstGeom prst="ellipse">
            <a:avLst/>
          </a:prstGeom>
          <a:solidFill>
            <a:schemeClr val="bg1"/>
          </a:solidFill>
          <a:ln w="25400">
            <a:solidFill>
              <a:srgbClr val="7030A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 name="!!Smile">
            <a:extLst>
              <a:ext uri="{FF2B5EF4-FFF2-40B4-BE49-F238E27FC236}">
                <a16:creationId xmlns:a16="http://schemas.microsoft.com/office/drawing/2014/main" id="{BD5675C5-84E1-4C85-992F-175A8798A2D4}"/>
              </a:ext>
            </a:extLst>
          </p:cNvPr>
          <p:cNvSpPr/>
          <p:nvPr/>
        </p:nvSpPr>
        <p:spPr>
          <a:xfrm>
            <a:off x="4222842" y="4818957"/>
            <a:ext cx="209458" cy="53772"/>
          </a:xfrm>
          <a:prstGeom prst="roundRect">
            <a:avLst/>
          </a:prstGeom>
          <a:noFill/>
          <a:ln w="2222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Header whiteout - blur">
            <a:extLst>
              <a:ext uri="{FF2B5EF4-FFF2-40B4-BE49-F238E27FC236}">
                <a16:creationId xmlns:a16="http://schemas.microsoft.com/office/drawing/2014/main" id="{F8041FC1-ED3A-4F30-862F-5625C5AAF628}"/>
              </a:ext>
            </a:extLst>
          </p:cNvPr>
          <p:cNvSpPr/>
          <p:nvPr/>
        </p:nvSpPr>
        <p:spPr>
          <a:xfrm>
            <a:off x="1" y="0"/>
            <a:ext cx="12191999" cy="765890"/>
          </a:xfrm>
          <a:prstGeom prst="rect">
            <a:avLst/>
          </a:prstGeom>
          <a:solidFill>
            <a:schemeClr val="bg1"/>
          </a:solid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Speech bubble">
            <a:extLst>
              <a:ext uri="{FF2B5EF4-FFF2-40B4-BE49-F238E27FC236}">
                <a16:creationId xmlns:a16="http://schemas.microsoft.com/office/drawing/2014/main" id="{6AA9D9EA-F0F1-4573-822E-93A43C459038}"/>
              </a:ext>
            </a:extLst>
          </p:cNvPr>
          <p:cNvSpPr/>
          <p:nvPr/>
        </p:nvSpPr>
        <p:spPr>
          <a:xfrm>
            <a:off x="3380448" y="3873843"/>
            <a:ext cx="2807513" cy="406066"/>
          </a:xfrm>
          <a:prstGeom prst="wedgeRectCallout">
            <a:avLst>
              <a:gd name="adj1" fmla="val -19014"/>
              <a:gd name="adj2" fmla="val 9530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Bubble text">
            <a:extLst>
              <a:ext uri="{FF2B5EF4-FFF2-40B4-BE49-F238E27FC236}">
                <a16:creationId xmlns:a16="http://schemas.microsoft.com/office/drawing/2014/main" id="{33F3C501-0CE6-4F2F-9AA7-219B270C8EE7}"/>
              </a:ext>
            </a:extLst>
          </p:cNvPr>
          <p:cNvSpPr txBox="1"/>
          <p:nvPr/>
        </p:nvSpPr>
        <p:spPr>
          <a:xfrm>
            <a:off x="3392628" y="3884595"/>
            <a:ext cx="2827792" cy="369332"/>
          </a:xfrm>
          <a:prstGeom prst="rect">
            <a:avLst/>
          </a:prstGeom>
          <a:noFill/>
        </p:spPr>
        <p:txBody>
          <a:bodyPr wrap="square" rtlCol="0">
            <a:spAutoFit/>
          </a:bodyPr>
          <a:lstStyle/>
          <a:p>
            <a:r>
              <a:rPr lang="en-US" dirty="0">
                <a:latin typeface="Showcard Gothic" panose="04020904020102020604" pitchFamily="82" charset="0"/>
                <a:ea typeface="Roboto Light" panose="02000000000000000000" pitchFamily="2" charset="0"/>
              </a:rPr>
              <a:t>Conform to my will! </a:t>
            </a:r>
          </a:p>
        </p:txBody>
      </p:sp>
      <p:sp>
        <p:nvSpPr>
          <p:cNvPr id="22" name="Red text">
            <a:extLst>
              <a:ext uri="{FF2B5EF4-FFF2-40B4-BE49-F238E27FC236}">
                <a16:creationId xmlns:a16="http://schemas.microsoft.com/office/drawing/2014/main" id="{5C875CD1-6E63-4B53-8485-0B4DB7A91E27}"/>
              </a:ext>
            </a:extLst>
          </p:cNvPr>
          <p:cNvSpPr txBox="1"/>
          <p:nvPr/>
        </p:nvSpPr>
        <p:spPr>
          <a:xfrm>
            <a:off x="4892909" y="2055160"/>
            <a:ext cx="2427268" cy="400110"/>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I have a dream…</a:t>
            </a:r>
          </a:p>
        </p:txBody>
      </p:sp>
      <p:sp>
        <p:nvSpPr>
          <p:cNvPr id="4" name="!!House bubble">
            <a:extLst>
              <a:ext uri="{FF2B5EF4-FFF2-40B4-BE49-F238E27FC236}">
                <a16:creationId xmlns:a16="http://schemas.microsoft.com/office/drawing/2014/main" id="{6B357F2D-0571-63CB-4A7D-D267C086897B}"/>
              </a:ext>
            </a:extLst>
          </p:cNvPr>
          <p:cNvSpPr/>
          <p:nvPr/>
        </p:nvSpPr>
        <p:spPr>
          <a:xfrm>
            <a:off x="5887061" y="3129740"/>
            <a:ext cx="1921198" cy="339028"/>
          </a:xfrm>
          <a:prstGeom prst="wedgeRectCallout">
            <a:avLst>
              <a:gd name="adj1" fmla="val 45838"/>
              <a:gd name="adj2" fmla="val 132931"/>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ouse text">
            <a:extLst>
              <a:ext uri="{FF2B5EF4-FFF2-40B4-BE49-F238E27FC236}">
                <a16:creationId xmlns:a16="http://schemas.microsoft.com/office/drawing/2014/main" id="{0CCAF54C-5F3E-2AEE-C1EC-ABA7CB8BB91D}"/>
              </a:ext>
            </a:extLst>
          </p:cNvPr>
          <p:cNvSpPr txBox="1"/>
          <p:nvPr/>
        </p:nvSpPr>
        <p:spPr>
          <a:xfrm>
            <a:off x="5887061" y="3091198"/>
            <a:ext cx="1951514"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Sure thing, boss! </a:t>
            </a:r>
          </a:p>
        </p:txBody>
      </p:sp>
      <p:pic>
        <p:nvPicPr>
          <p:cNvPr id="6" name="!!House">
            <a:extLst>
              <a:ext uri="{FF2B5EF4-FFF2-40B4-BE49-F238E27FC236}">
                <a16:creationId xmlns:a16="http://schemas.microsoft.com/office/drawing/2014/main" id="{1CD31EB4-6632-7C40-E9C4-D67422448F4E}"/>
              </a:ext>
            </a:extLst>
          </p:cNvPr>
          <p:cNvPicPr>
            <a:picLocks noChangeAspect="1"/>
          </p:cNvPicPr>
          <p:nvPr/>
        </p:nvPicPr>
        <p:blipFill>
          <a:blip r:embed="rId6">
            <a:alphaModFix/>
          </a:blip>
          <a:srcRect/>
          <a:stretch/>
        </p:blipFill>
        <p:spPr>
          <a:xfrm>
            <a:off x="6700180" y="3086550"/>
            <a:ext cx="3458887" cy="2983094"/>
          </a:xfrm>
          <a:prstGeom prst="rect">
            <a:avLst/>
          </a:prstGeom>
        </p:spPr>
      </p:pic>
      <p:pic>
        <p:nvPicPr>
          <p:cNvPr id="7" name="!!Bulb">
            <a:extLst>
              <a:ext uri="{FF2B5EF4-FFF2-40B4-BE49-F238E27FC236}">
                <a16:creationId xmlns:a16="http://schemas.microsoft.com/office/drawing/2014/main" id="{89736987-0D98-0F8D-9BC0-EEC905949A5A}"/>
              </a:ext>
            </a:extLst>
          </p:cNvPr>
          <p:cNvPicPr>
            <a:picLocks noChangeAspect="1"/>
          </p:cNvPicPr>
          <p:nvPr/>
        </p:nvPicPr>
        <p:blipFill>
          <a:blip r:embed="rId7"/>
          <a:stretch>
            <a:fillRect/>
          </a:stretch>
        </p:blipFill>
        <p:spPr>
          <a:xfrm>
            <a:off x="7827988" y="4415083"/>
            <a:ext cx="1203269" cy="1264264"/>
          </a:xfrm>
          <a:prstGeom prst="rect">
            <a:avLst/>
          </a:prstGeom>
        </p:spPr>
      </p:pic>
      <p:sp>
        <p:nvSpPr>
          <p:cNvPr id="8" name="!!Header whiteout">
            <a:extLst>
              <a:ext uri="{FF2B5EF4-FFF2-40B4-BE49-F238E27FC236}">
                <a16:creationId xmlns:a16="http://schemas.microsoft.com/office/drawing/2014/main" id="{3A6281D1-7D52-F561-E7A3-4E565A6591E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ader Text 1">
            <a:extLst>
              <a:ext uri="{FF2B5EF4-FFF2-40B4-BE49-F238E27FC236}">
                <a16:creationId xmlns:a16="http://schemas.microsoft.com/office/drawing/2014/main" id="{8CBEFDFF-B783-A643-E484-11FA035A446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714301053"/>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descr="Free Cat Stick Figure, Download Free Cat Stick Figure png images, Free ...">
            <a:extLst>
              <a:ext uri="{FF2B5EF4-FFF2-40B4-BE49-F238E27FC236}">
                <a16:creationId xmlns:a16="http://schemas.microsoft.com/office/drawing/2014/main" id="{C60BE8F4-316C-C77C-DFE1-4D8820E9D5F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203" y="5252147"/>
            <a:ext cx="807148" cy="684991"/>
          </a:xfrm>
          <a:prstGeom prst="rect">
            <a:avLst/>
          </a:prstGeom>
          <a:noFill/>
          <a:extLst>
            <a:ext uri="{909E8E84-426E-40DD-AFC4-6F175D3DCCD1}">
              <a14:hiddenFill xmlns:a14="http://schemas.microsoft.com/office/drawing/2010/main">
                <a:solidFill>
                  <a:srgbClr val="FFFFFF"/>
                </a:solidFill>
              </a14:hiddenFill>
            </a:ext>
          </a:extLst>
        </p:spPr>
      </p:pic>
      <p:pic>
        <p:nvPicPr>
          <p:cNvPr id="122" name="Body">
            <a:extLst>
              <a:ext uri="{FF2B5EF4-FFF2-40B4-BE49-F238E27FC236}">
                <a16:creationId xmlns:a16="http://schemas.microsoft.com/office/drawing/2014/main" id="{14B4F3A8-7AF5-4EE7-9AFD-92ABC30F8D9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123" name="Arm right">
            <a:extLst>
              <a:ext uri="{FF2B5EF4-FFF2-40B4-BE49-F238E27FC236}">
                <a16:creationId xmlns:a16="http://schemas.microsoft.com/office/drawing/2014/main" id="{24AEE040-C376-46F2-A3EE-E308A0F9C561}"/>
              </a:ext>
            </a:extLst>
          </p:cNvPr>
          <p:cNvPicPr>
            <a:picLocks noChangeAspect="1"/>
          </p:cNvPicPr>
          <p:nvPr/>
        </p:nvPicPr>
        <p:blipFill>
          <a:blip r:embed="rId5"/>
          <a:stretch>
            <a:fillRect/>
          </a:stretch>
        </p:blipFill>
        <p:spPr>
          <a:xfrm rot="5945033">
            <a:off x="4394100" y="5019943"/>
            <a:ext cx="203585" cy="326807"/>
          </a:xfrm>
          <a:prstGeom prst="rect">
            <a:avLst/>
          </a:prstGeom>
        </p:spPr>
      </p:pic>
      <p:pic>
        <p:nvPicPr>
          <p:cNvPr id="124" name="Arm left">
            <a:extLst>
              <a:ext uri="{FF2B5EF4-FFF2-40B4-BE49-F238E27FC236}">
                <a16:creationId xmlns:a16="http://schemas.microsoft.com/office/drawing/2014/main" id="{CB7B38D1-6377-41B9-B199-B0FED3B9C8D0}"/>
              </a:ext>
            </a:extLst>
          </p:cNvPr>
          <p:cNvPicPr>
            <a:picLocks noChangeAspect="1"/>
          </p:cNvPicPr>
          <p:nvPr/>
        </p:nvPicPr>
        <p:blipFill>
          <a:blip r:embed="rId6"/>
          <a:stretch>
            <a:fillRect/>
          </a:stretch>
        </p:blipFill>
        <p:spPr>
          <a:xfrm rot="737570">
            <a:off x="4091524" y="5054392"/>
            <a:ext cx="253220" cy="257910"/>
          </a:xfrm>
          <a:prstGeom prst="rect">
            <a:avLst/>
          </a:prstGeom>
        </p:spPr>
      </p:pic>
      <p:sp>
        <p:nvSpPr>
          <p:cNvPr id="25" name="Eye 2">
            <a:extLst>
              <a:ext uri="{FF2B5EF4-FFF2-40B4-BE49-F238E27FC236}">
                <a16:creationId xmlns:a16="http://schemas.microsoft.com/office/drawing/2014/main" id="{10DB8A6E-F362-464C-8F31-390565D95B40}"/>
              </a:ext>
            </a:extLst>
          </p:cNvPr>
          <p:cNvSpPr/>
          <p:nvPr/>
        </p:nvSpPr>
        <p:spPr>
          <a:xfrm>
            <a:off x="4227048" y="4707924"/>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417E0496-8307-40D2-9C3E-52A8DEA0E2D0}"/>
              </a:ext>
            </a:extLst>
          </p:cNvPr>
          <p:cNvSpPr/>
          <p:nvPr/>
        </p:nvSpPr>
        <p:spPr>
          <a:xfrm>
            <a:off x="4364444" y="4703159"/>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7" name="!!Smile">
            <a:extLst>
              <a:ext uri="{FF2B5EF4-FFF2-40B4-BE49-F238E27FC236}">
                <a16:creationId xmlns:a16="http://schemas.microsoft.com/office/drawing/2014/main" id="{9E1B7D45-D384-4A81-91CD-E11B78729FBF}"/>
              </a:ext>
            </a:extLst>
          </p:cNvPr>
          <p:cNvSpPr/>
          <p:nvPr/>
        </p:nvSpPr>
        <p:spPr>
          <a:xfrm>
            <a:off x="4218540"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d text">
            <a:extLst>
              <a:ext uri="{FF2B5EF4-FFF2-40B4-BE49-F238E27FC236}">
                <a16:creationId xmlns:a16="http://schemas.microsoft.com/office/drawing/2014/main" id="{90729240-955B-4B3E-BFEE-CAD0B6E00EEB}"/>
              </a:ext>
            </a:extLst>
          </p:cNvPr>
          <p:cNvSpPr txBox="1"/>
          <p:nvPr/>
        </p:nvSpPr>
        <p:spPr>
          <a:xfrm>
            <a:off x="4892909" y="2055160"/>
            <a:ext cx="2427268" cy="400110"/>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I have a dream…</a:t>
            </a:r>
          </a:p>
        </p:txBody>
      </p:sp>
      <p:sp>
        <p:nvSpPr>
          <p:cNvPr id="7" name="!!House bubble">
            <a:extLst>
              <a:ext uri="{FF2B5EF4-FFF2-40B4-BE49-F238E27FC236}">
                <a16:creationId xmlns:a16="http://schemas.microsoft.com/office/drawing/2014/main" id="{A0F6F0DE-759E-A18D-666B-A0348E6126EF}"/>
              </a:ext>
            </a:extLst>
          </p:cNvPr>
          <p:cNvSpPr/>
          <p:nvPr/>
        </p:nvSpPr>
        <p:spPr>
          <a:xfrm>
            <a:off x="5887061" y="3129740"/>
            <a:ext cx="1921198" cy="339028"/>
          </a:xfrm>
          <a:prstGeom prst="wedgeRectCallout">
            <a:avLst>
              <a:gd name="adj1" fmla="val 45838"/>
              <a:gd name="adj2" fmla="val 132931"/>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ouse text">
            <a:extLst>
              <a:ext uri="{FF2B5EF4-FFF2-40B4-BE49-F238E27FC236}">
                <a16:creationId xmlns:a16="http://schemas.microsoft.com/office/drawing/2014/main" id="{E624F013-7641-48AC-ED8E-12249FC9F0F4}"/>
              </a:ext>
            </a:extLst>
          </p:cNvPr>
          <p:cNvSpPr txBox="1"/>
          <p:nvPr/>
        </p:nvSpPr>
        <p:spPr>
          <a:xfrm>
            <a:off x="5887061" y="3091198"/>
            <a:ext cx="1951514"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Sure thing, boss! </a:t>
            </a:r>
          </a:p>
        </p:txBody>
      </p:sp>
      <p:pic>
        <p:nvPicPr>
          <p:cNvPr id="14" name="!!House">
            <a:extLst>
              <a:ext uri="{FF2B5EF4-FFF2-40B4-BE49-F238E27FC236}">
                <a16:creationId xmlns:a16="http://schemas.microsoft.com/office/drawing/2014/main" id="{DFA89D99-E6E6-E8ED-FA5E-DF7245C4215B}"/>
              </a:ext>
            </a:extLst>
          </p:cNvPr>
          <p:cNvPicPr>
            <a:picLocks noChangeAspect="1"/>
          </p:cNvPicPr>
          <p:nvPr/>
        </p:nvPicPr>
        <p:blipFill>
          <a:blip r:embed="rId7"/>
          <a:srcRect/>
          <a:stretch/>
        </p:blipFill>
        <p:spPr>
          <a:xfrm>
            <a:off x="6700180" y="3086738"/>
            <a:ext cx="3458887" cy="2982718"/>
          </a:xfrm>
          <a:prstGeom prst="rect">
            <a:avLst/>
          </a:prstGeom>
        </p:spPr>
      </p:pic>
      <p:pic>
        <p:nvPicPr>
          <p:cNvPr id="21" name="!!Bulb">
            <a:extLst>
              <a:ext uri="{FF2B5EF4-FFF2-40B4-BE49-F238E27FC236}">
                <a16:creationId xmlns:a16="http://schemas.microsoft.com/office/drawing/2014/main" id="{F407C631-6709-4BC1-A465-EE2C1EC0576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113419" y="3992125"/>
            <a:ext cx="615693" cy="646902"/>
          </a:xfrm>
          <a:prstGeom prst="rect">
            <a:avLst/>
          </a:prstGeom>
        </p:spPr>
      </p:pic>
      <p:pic>
        <p:nvPicPr>
          <p:cNvPr id="3" name="Picture 2">
            <a:extLst>
              <a:ext uri="{FF2B5EF4-FFF2-40B4-BE49-F238E27FC236}">
                <a16:creationId xmlns:a16="http://schemas.microsoft.com/office/drawing/2014/main" id="{5855E8BC-63F9-4AEE-A9CC-50FFE13DAE57}"/>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7593845" y="5116879"/>
            <a:ext cx="830190" cy="646902"/>
          </a:xfrm>
          <a:prstGeom prst="rect">
            <a:avLst/>
          </a:prstGeom>
        </p:spPr>
      </p:pic>
      <p:pic>
        <p:nvPicPr>
          <p:cNvPr id="6" name="Picture 5">
            <a:extLst>
              <a:ext uri="{FF2B5EF4-FFF2-40B4-BE49-F238E27FC236}">
                <a16:creationId xmlns:a16="http://schemas.microsoft.com/office/drawing/2014/main" id="{5FC75B44-0113-42D1-AF8F-E059A8A4C88B}"/>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8436925" y="4987175"/>
            <a:ext cx="739295" cy="781633"/>
          </a:xfrm>
          <a:prstGeom prst="rect">
            <a:avLst/>
          </a:prstGeom>
        </p:spPr>
      </p:pic>
      <p:sp>
        <p:nvSpPr>
          <p:cNvPr id="15" name="!!Header whiteout">
            <a:extLst>
              <a:ext uri="{FF2B5EF4-FFF2-40B4-BE49-F238E27FC236}">
                <a16:creationId xmlns:a16="http://schemas.microsoft.com/office/drawing/2014/main" id="{6BE8F50C-CB3A-9382-ED9C-EF24080C771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05775CF9-A64E-00C0-E4B5-E507B6B3163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5690461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4" presetClass="entr" presetSubtype="1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randombar(horizontal)">
                                      <p:cBhvr>
                                        <p:cTn id="1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8695E-F4EF-81BC-BEA9-C0C711B357DF}"/>
            </a:ext>
          </a:extLst>
        </p:cNvPr>
        <p:cNvGrpSpPr/>
        <p:nvPr/>
      </p:nvGrpSpPr>
      <p:grpSpPr>
        <a:xfrm>
          <a:off x="0" y="0"/>
          <a:ext cx="0" cy="0"/>
          <a:chOff x="0" y="0"/>
          <a:chExt cx="0" cy="0"/>
        </a:xfrm>
      </p:grpSpPr>
      <p:pic>
        <p:nvPicPr>
          <p:cNvPr id="10" name="Picture 2" descr="Free Cat Stick Figure, Download Free Cat Stick Figure png images, Free ...">
            <a:extLst>
              <a:ext uri="{FF2B5EF4-FFF2-40B4-BE49-F238E27FC236}">
                <a16:creationId xmlns:a16="http://schemas.microsoft.com/office/drawing/2014/main" id="{2075BEC6-0046-9F9D-03AF-F3A22B4EB7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75336" y="5252147"/>
            <a:ext cx="807148" cy="684991"/>
          </a:xfrm>
          <a:prstGeom prst="rect">
            <a:avLst/>
          </a:prstGeom>
          <a:noFill/>
          <a:extLst>
            <a:ext uri="{909E8E84-426E-40DD-AFC4-6F175D3DCCD1}">
              <a14:hiddenFill xmlns:a14="http://schemas.microsoft.com/office/drawing/2010/main">
                <a:solidFill>
                  <a:srgbClr val="FFFFFF"/>
                </a:solidFill>
              </a14:hiddenFill>
            </a:ext>
          </a:extLst>
        </p:spPr>
      </p:pic>
      <p:pic>
        <p:nvPicPr>
          <p:cNvPr id="122" name="Body">
            <a:extLst>
              <a:ext uri="{FF2B5EF4-FFF2-40B4-BE49-F238E27FC236}">
                <a16:creationId xmlns:a16="http://schemas.microsoft.com/office/drawing/2014/main" id="{BD415183-12B1-71CD-9691-9D38BD724E4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123" name="Arm right">
            <a:extLst>
              <a:ext uri="{FF2B5EF4-FFF2-40B4-BE49-F238E27FC236}">
                <a16:creationId xmlns:a16="http://schemas.microsoft.com/office/drawing/2014/main" id="{C9805B58-915D-053F-1C7E-D22164F075EA}"/>
              </a:ext>
            </a:extLst>
          </p:cNvPr>
          <p:cNvPicPr>
            <a:picLocks noChangeAspect="1"/>
          </p:cNvPicPr>
          <p:nvPr/>
        </p:nvPicPr>
        <p:blipFill>
          <a:blip r:embed="rId5"/>
          <a:stretch>
            <a:fillRect/>
          </a:stretch>
        </p:blipFill>
        <p:spPr>
          <a:xfrm rot="5945033">
            <a:off x="4394100" y="5019943"/>
            <a:ext cx="203585" cy="326807"/>
          </a:xfrm>
          <a:prstGeom prst="rect">
            <a:avLst/>
          </a:prstGeom>
        </p:spPr>
      </p:pic>
      <p:pic>
        <p:nvPicPr>
          <p:cNvPr id="124" name="Arm left">
            <a:extLst>
              <a:ext uri="{FF2B5EF4-FFF2-40B4-BE49-F238E27FC236}">
                <a16:creationId xmlns:a16="http://schemas.microsoft.com/office/drawing/2014/main" id="{C436E280-948B-BE5A-27BF-50BB80D34275}"/>
              </a:ext>
            </a:extLst>
          </p:cNvPr>
          <p:cNvPicPr>
            <a:picLocks noChangeAspect="1"/>
          </p:cNvPicPr>
          <p:nvPr/>
        </p:nvPicPr>
        <p:blipFill>
          <a:blip r:embed="rId6"/>
          <a:stretch>
            <a:fillRect/>
          </a:stretch>
        </p:blipFill>
        <p:spPr>
          <a:xfrm rot="737570">
            <a:off x="4091524" y="5054392"/>
            <a:ext cx="253220" cy="257910"/>
          </a:xfrm>
          <a:prstGeom prst="rect">
            <a:avLst/>
          </a:prstGeom>
        </p:spPr>
      </p:pic>
      <p:sp>
        <p:nvSpPr>
          <p:cNvPr id="25" name="Eye 2">
            <a:extLst>
              <a:ext uri="{FF2B5EF4-FFF2-40B4-BE49-F238E27FC236}">
                <a16:creationId xmlns:a16="http://schemas.microsoft.com/office/drawing/2014/main" id="{DA9C846D-05B4-C438-80D9-1104D2A831C0}"/>
              </a:ext>
            </a:extLst>
          </p:cNvPr>
          <p:cNvSpPr/>
          <p:nvPr/>
        </p:nvSpPr>
        <p:spPr>
          <a:xfrm>
            <a:off x="4227048" y="4707924"/>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E030EC3D-6426-B3FD-60E9-8D7FA7DAA6C1}"/>
              </a:ext>
            </a:extLst>
          </p:cNvPr>
          <p:cNvSpPr/>
          <p:nvPr/>
        </p:nvSpPr>
        <p:spPr>
          <a:xfrm>
            <a:off x="4364444" y="4703159"/>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7" name="!!Smile">
            <a:extLst>
              <a:ext uri="{FF2B5EF4-FFF2-40B4-BE49-F238E27FC236}">
                <a16:creationId xmlns:a16="http://schemas.microsoft.com/office/drawing/2014/main" id="{42313D1F-3353-D388-6638-2A0E48EF00F4}"/>
              </a:ext>
            </a:extLst>
          </p:cNvPr>
          <p:cNvSpPr/>
          <p:nvPr/>
        </p:nvSpPr>
        <p:spPr>
          <a:xfrm>
            <a:off x="4218540"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d text">
            <a:extLst>
              <a:ext uri="{FF2B5EF4-FFF2-40B4-BE49-F238E27FC236}">
                <a16:creationId xmlns:a16="http://schemas.microsoft.com/office/drawing/2014/main" id="{0F0F6B2D-1F0D-E35C-3C72-3E59F8693F81}"/>
              </a:ext>
            </a:extLst>
          </p:cNvPr>
          <p:cNvSpPr txBox="1"/>
          <p:nvPr/>
        </p:nvSpPr>
        <p:spPr>
          <a:xfrm>
            <a:off x="4892909" y="2055160"/>
            <a:ext cx="2427268" cy="400110"/>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I have a dream…</a:t>
            </a:r>
          </a:p>
        </p:txBody>
      </p:sp>
      <p:pic>
        <p:nvPicPr>
          <p:cNvPr id="14" name="!!House">
            <a:extLst>
              <a:ext uri="{FF2B5EF4-FFF2-40B4-BE49-F238E27FC236}">
                <a16:creationId xmlns:a16="http://schemas.microsoft.com/office/drawing/2014/main" id="{AD247585-78A4-8447-67AB-7A8C10726108}"/>
              </a:ext>
            </a:extLst>
          </p:cNvPr>
          <p:cNvPicPr>
            <a:picLocks noChangeAspect="1"/>
          </p:cNvPicPr>
          <p:nvPr/>
        </p:nvPicPr>
        <p:blipFill>
          <a:blip r:embed="rId7"/>
          <a:srcRect/>
          <a:stretch/>
        </p:blipFill>
        <p:spPr>
          <a:xfrm>
            <a:off x="6700180" y="3086738"/>
            <a:ext cx="3458887" cy="2982718"/>
          </a:xfrm>
          <a:prstGeom prst="rect">
            <a:avLst/>
          </a:prstGeom>
        </p:spPr>
      </p:pic>
      <p:pic>
        <p:nvPicPr>
          <p:cNvPr id="21" name="!!Bulb">
            <a:extLst>
              <a:ext uri="{FF2B5EF4-FFF2-40B4-BE49-F238E27FC236}">
                <a16:creationId xmlns:a16="http://schemas.microsoft.com/office/drawing/2014/main" id="{409A6A74-7A26-B47B-04E7-0FF8F8E14410}"/>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113419" y="3992125"/>
            <a:ext cx="615693" cy="646902"/>
          </a:xfrm>
          <a:prstGeom prst="rect">
            <a:avLst/>
          </a:prstGeom>
        </p:spPr>
      </p:pic>
      <p:pic>
        <p:nvPicPr>
          <p:cNvPr id="3" name="Picture 2">
            <a:extLst>
              <a:ext uri="{FF2B5EF4-FFF2-40B4-BE49-F238E27FC236}">
                <a16:creationId xmlns:a16="http://schemas.microsoft.com/office/drawing/2014/main" id="{861D6525-F0AD-8DF5-D2C7-2B39C9965E55}"/>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7593845" y="5116879"/>
            <a:ext cx="830190" cy="646902"/>
          </a:xfrm>
          <a:prstGeom prst="rect">
            <a:avLst/>
          </a:prstGeom>
        </p:spPr>
      </p:pic>
      <p:pic>
        <p:nvPicPr>
          <p:cNvPr id="6" name="Picture 5">
            <a:extLst>
              <a:ext uri="{FF2B5EF4-FFF2-40B4-BE49-F238E27FC236}">
                <a16:creationId xmlns:a16="http://schemas.microsoft.com/office/drawing/2014/main" id="{2E539A02-3EBE-7824-5DC6-D1A5E7A33A76}"/>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8436925" y="4987175"/>
            <a:ext cx="739295" cy="781633"/>
          </a:xfrm>
          <a:prstGeom prst="rect">
            <a:avLst/>
          </a:prstGeom>
        </p:spPr>
      </p:pic>
      <p:sp>
        <p:nvSpPr>
          <p:cNvPr id="2" name="!!House bubble">
            <a:extLst>
              <a:ext uri="{FF2B5EF4-FFF2-40B4-BE49-F238E27FC236}">
                <a16:creationId xmlns:a16="http://schemas.microsoft.com/office/drawing/2014/main" id="{15B7B03E-A4C3-920D-903E-039D7F107309}"/>
              </a:ext>
            </a:extLst>
          </p:cNvPr>
          <p:cNvSpPr/>
          <p:nvPr/>
        </p:nvSpPr>
        <p:spPr>
          <a:xfrm>
            <a:off x="5432373" y="4689625"/>
            <a:ext cx="1508988" cy="339028"/>
          </a:xfrm>
          <a:prstGeom prst="wedgeRectCallout">
            <a:avLst>
              <a:gd name="adj1" fmla="val -25958"/>
              <a:gd name="adj2" fmla="val 94074"/>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ouse text 2">
            <a:extLst>
              <a:ext uri="{FF2B5EF4-FFF2-40B4-BE49-F238E27FC236}">
                <a16:creationId xmlns:a16="http://schemas.microsoft.com/office/drawing/2014/main" id="{387A99E9-BA31-F16F-5631-6BDC54FAF30C}"/>
              </a:ext>
            </a:extLst>
          </p:cNvPr>
          <p:cNvSpPr txBox="1"/>
          <p:nvPr/>
        </p:nvSpPr>
        <p:spPr>
          <a:xfrm>
            <a:off x="5432373" y="4651083"/>
            <a:ext cx="1951514"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Let’s do this!</a:t>
            </a:r>
          </a:p>
        </p:txBody>
      </p:sp>
      <p:sp>
        <p:nvSpPr>
          <p:cNvPr id="15" name="!!Header whiteout">
            <a:extLst>
              <a:ext uri="{FF2B5EF4-FFF2-40B4-BE49-F238E27FC236}">
                <a16:creationId xmlns:a16="http://schemas.microsoft.com/office/drawing/2014/main" id="{F992FFFD-A3EF-0824-F844-B8319B56BD1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52F253A1-7746-3101-5E48-6FF6DD4C6A1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82598509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12BE5-DF93-D6E5-E841-C5658EEAA995}"/>
            </a:ext>
          </a:extLst>
        </p:cNvPr>
        <p:cNvGrpSpPr/>
        <p:nvPr/>
      </p:nvGrpSpPr>
      <p:grpSpPr>
        <a:xfrm>
          <a:off x="0" y="0"/>
          <a:ext cx="0" cy="0"/>
          <a:chOff x="0" y="0"/>
          <a:chExt cx="0" cy="0"/>
        </a:xfrm>
      </p:grpSpPr>
      <p:pic>
        <p:nvPicPr>
          <p:cNvPr id="10" name="Picture 2" descr="Free Cat Stick Figure, Download Free Cat Stick Figure png images, Free ...">
            <a:extLst>
              <a:ext uri="{FF2B5EF4-FFF2-40B4-BE49-F238E27FC236}">
                <a16:creationId xmlns:a16="http://schemas.microsoft.com/office/drawing/2014/main" id="{3673CA57-286F-7212-1D21-4EF35E0260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75336" y="5252147"/>
            <a:ext cx="807148" cy="684991"/>
          </a:xfrm>
          <a:prstGeom prst="rect">
            <a:avLst/>
          </a:prstGeom>
          <a:noFill/>
          <a:extLst>
            <a:ext uri="{909E8E84-426E-40DD-AFC4-6F175D3DCCD1}">
              <a14:hiddenFill xmlns:a14="http://schemas.microsoft.com/office/drawing/2010/main">
                <a:solidFill>
                  <a:srgbClr val="FFFFFF"/>
                </a:solidFill>
              </a14:hiddenFill>
            </a:ext>
          </a:extLst>
        </p:spPr>
      </p:pic>
      <p:pic>
        <p:nvPicPr>
          <p:cNvPr id="122" name="Body">
            <a:extLst>
              <a:ext uri="{FF2B5EF4-FFF2-40B4-BE49-F238E27FC236}">
                <a16:creationId xmlns:a16="http://schemas.microsoft.com/office/drawing/2014/main" id="{60FF31AA-406A-5B8A-5382-4105AF4A150B}"/>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123" name="Arm right">
            <a:extLst>
              <a:ext uri="{FF2B5EF4-FFF2-40B4-BE49-F238E27FC236}">
                <a16:creationId xmlns:a16="http://schemas.microsoft.com/office/drawing/2014/main" id="{FB59FD89-8EAD-F05E-25C2-B02781414592}"/>
              </a:ext>
            </a:extLst>
          </p:cNvPr>
          <p:cNvPicPr>
            <a:picLocks noChangeAspect="1"/>
          </p:cNvPicPr>
          <p:nvPr/>
        </p:nvPicPr>
        <p:blipFill>
          <a:blip r:embed="rId5"/>
          <a:stretch>
            <a:fillRect/>
          </a:stretch>
        </p:blipFill>
        <p:spPr>
          <a:xfrm rot="5945033">
            <a:off x="4394100" y="5019943"/>
            <a:ext cx="203585" cy="326807"/>
          </a:xfrm>
          <a:prstGeom prst="rect">
            <a:avLst/>
          </a:prstGeom>
        </p:spPr>
      </p:pic>
      <p:pic>
        <p:nvPicPr>
          <p:cNvPr id="124" name="Arm left">
            <a:extLst>
              <a:ext uri="{FF2B5EF4-FFF2-40B4-BE49-F238E27FC236}">
                <a16:creationId xmlns:a16="http://schemas.microsoft.com/office/drawing/2014/main" id="{C296816E-B505-E8C7-0FC3-AEB6DD7F6636}"/>
              </a:ext>
            </a:extLst>
          </p:cNvPr>
          <p:cNvPicPr>
            <a:picLocks noChangeAspect="1"/>
          </p:cNvPicPr>
          <p:nvPr/>
        </p:nvPicPr>
        <p:blipFill>
          <a:blip r:embed="rId6"/>
          <a:stretch>
            <a:fillRect/>
          </a:stretch>
        </p:blipFill>
        <p:spPr>
          <a:xfrm rot="737570">
            <a:off x="4091524" y="5054392"/>
            <a:ext cx="253220" cy="257910"/>
          </a:xfrm>
          <a:prstGeom prst="rect">
            <a:avLst/>
          </a:prstGeom>
        </p:spPr>
      </p:pic>
      <p:sp>
        <p:nvSpPr>
          <p:cNvPr id="25" name="Eye 2">
            <a:extLst>
              <a:ext uri="{FF2B5EF4-FFF2-40B4-BE49-F238E27FC236}">
                <a16:creationId xmlns:a16="http://schemas.microsoft.com/office/drawing/2014/main" id="{C6CFDDBD-F65A-09CD-06A7-5FE0B9C6D82B}"/>
              </a:ext>
            </a:extLst>
          </p:cNvPr>
          <p:cNvSpPr/>
          <p:nvPr/>
        </p:nvSpPr>
        <p:spPr>
          <a:xfrm>
            <a:off x="4227048" y="4707924"/>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5DA6355A-138D-392A-5C3F-AD3A92B5D522}"/>
              </a:ext>
            </a:extLst>
          </p:cNvPr>
          <p:cNvSpPr/>
          <p:nvPr/>
        </p:nvSpPr>
        <p:spPr>
          <a:xfrm>
            <a:off x="4364444" y="4703159"/>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7" name="!!Smile">
            <a:extLst>
              <a:ext uri="{FF2B5EF4-FFF2-40B4-BE49-F238E27FC236}">
                <a16:creationId xmlns:a16="http://schemas.microsoft.com/office/drawing/2014/main" id="{BD05F39A-8726-BC1C-AFC3-48800FC5452C}"/>
              </a:ext>
            </a:extLst>
          </p:cNvPr>
          <p:cNvSpPr/>
          <p:nvPr/>
        </p:nvSpPr>
        <p:spPr>
          <a:xfrm>
            <a:off x="4218540"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d text">
            <a:extLst>
              <a:ext uri="{FF2B5EF4-FFF2-40B4-BE49-F238E27FC236}">
                <a16:creationId xmlns:a16="http://schemas.microsoft.com/office/drawing/2014/main" id="{F8443F96-FFF3-9A13-D91F-2312F5182678}"/>
              </a:ext>
            </a:extLst>
          </p:cNvPr>
          <p:cNvSpPr txBox="1"/>
          <p:nvPr/>
        </p:nvSpPr>
        <p:spPr>
          <a:xfrm>
            <a:off x="4892909" y="2055160"/>
            <a:ext cx="2427268" cy="400110"/>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I have a dream…</a:t>
            </a:r>
          </a:p>
        </p:txBody>
      </p:sp>
      <p:pic>
        <p:nvPicPr>
          <p:cNvPr id="14" name="!!House">
            <a:extLst>
              <a:ext uri="{FF2B5EF4-FFF2-40B4-BE49-F238E27FC236}">
                <a16:creationId xmlns:a16="http://schemas.microsoft.com/office/drawing/2014/main" id="{C21E2ED7-8DDC-787E-3DA9-09378DE8280D}"/>
              </a:ext>
            </a:extLst>
          </p:cNvPr>
          <p:cNvPicPr>
            <a:picLocks noChangeAspect="1"/>
          </p:cNvPicPr>
          <p:nvPr/>
        </p:nvPicPr>
        <p:blipFill>
          <a:blip r:embed="rId7"/>
          <a:srcRect/>
          <a:stretch/>
        </p:blipFill>
        <p:spPr>
          <a:xfrm>
            <a:off x="6700180" y="3086738"/>
            <a:ext cx="3458887" cy="2982718"/>
          </a:xfrm>
          <a:prstGeom prst="rect">
            <a:avLst/>
          </a:prstGeom>
        </p:spPr>
      </p:pic>
      <p:pic>
        <p:nvPicPr>
          <p:cNvPr id="21" name="!!Bulb">
            <a:extLst>
              <a:ext uri="{FF2B5EF4-FFF2-40B4-BE49-F238E27FC236}">
                <a16:creationId xmlns:a16="http://schemas.microsoft.com/office/drawing/2014/main" id="{7C897F6E-5480-AB05-0516-D3D8B6F3DDBA}"/>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113419" y="3992125"/>
            <a:ext cx="615693" cy="646902"/>
          </a:xfrm>
          <a:prstGeom prst="rect">
            <a:avLst/>
          </a:prstGeom>
        </p:spPr>
      </p:pic>
      <p:pic>
        <p:nvPicPr>
          <p:cNvPr id="3" name="Picture 2">
            <a:extLst>
              <a:ext uri="{FF2B5EF4-FFF2-40B4-BE49-F238E27FC236}">
                <a16:creationId xmlns:a16="http://schemas.microsoft.com/office/drawing/2014/main" id="{A0C6324A-B09E-075C-43CB-0301095838A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7593845" y="5116879"/>
            <a:ext cx="830190" cy="646902"/>
          </a:xfrm>
          <a:prstGeom prst="rect">
            <a:avLst/>
          </a:prstGeom>
        </p:spPr>
      </p:pic>
      <p:pic>
        <p:nvPicPr>
          <p:cNvPr id="6" name="Picture 5">
            <a:extLst>
              <a:ext uri="{FF2B5EF4-FFF2-40B4-BE49-F238E27FC236}">
                <a16:creationId xmlns:a16="http://schemas.microsoft.com/office/drawing/2014/main" id="{0C8EEB13-D8B1-EFFC-F0B7-10FB327934B4}"/>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8436925" y="4987175"/>
            <a:ext cx="739295" cy="781633"/>
          </a:xfrm>
          <a:prstGeom prst="rect">
            <a:avLst/>
          </a:prstGeom>
        </p:spPr>
      </p:pic>
      <p:sp>
        <p:nvSpPr>
          <p:cNvPr id="5" name="!!House bubble">
            <a:extLst>
              <a:ext uri="{FF2B5EF4-FFF2-40B4-BE49-F238E27FC236}">
                <a16:creationId xmlns:a16="http://schemas.microsoft.com/office/drawing/2014/main" id="{D5A5AA50-6A81-C61D-989F-17894ADFB2E8}"/>
              </a:ext>
            </a:extLst>
          </p:cNvPr>
          <p:cNvSpPr/>
          <p:nvPr/>
        </p:nvSpPr>
        <p:spPr>
          <a:xfrm>
            <a:off x="5706772" y="3259349"/>
            <a:ext cx="2268506" cy="339028"/>
          </a:xfrm>
          <a:prstGeom prst="wedgeRectCallout">
            <a:avLst>
              <a:gd name="adj1" fmla="val 38262"/>
              <a:gd name="adj2" fmla="val 11464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ouse text">
            <a:extLst>
              <a:ext uri="{FF2B5EF4-FFF2-40B4-BE49-F238E27FC236}">
                <a16:creationId xmlns:a16="http://schemas.microsoft.com/office/drawing/2014/main" id="{A8EC136B-0489-00ED-2EF7-4FD0E22C48F2}"/>
              </a:ext>
            </a:extLst>
          </p:cNvPr>
          <p:cNvSpPr txBox="1"/>
          <p:nvPr/>
        </p:nvSpPr>
        <p:spPr>
          <a:xfrm>
            <a:off x="5706771" y="3220807"/>
            <a:ext cx="2268507"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Uh, here’s the thing…</a:t>
            </a:r>
          </a:p>
        </p:txBody>
      </p:sp>
      <p:sp>
        <p:nvSpPr>
          <p:cNvPr id="15" name="!!Header whiteout">
            <a:extLst>
              <a:ext uri="{FF2B5EF4-FFF2-40B4-BE49-F238E27FC236}">
                <a16:creationId xmlns:a16="http://schemas.microsoft.com/office/drawing/2014/main" id="{5FDC9F27-BAE2-7628-5D70-54F5D787452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B4310E64-59FD-CCDE-783B-BADE5E2E282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54380383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7F9C4-46A8-6B8A-53A7-6A68A99E1FF7}"/>
            </a:ext>
          </a:extLst>
        </p:cNvPr>
        <p:cNvGrpSpPr/>
        <p:nvPr/>
      </p:nvGrpSpPr>
      <p:grpSpPr>
        <a:xfrm>
          <a:off x="0" y="0"/>
          <a:ext cx="0" cy="0"/>
          <a:chOff x="0" y="0"/>
          <a:chExt cx="0" cy="0"/>
        </a:xfrm>
      </p:grpSpPr>
      <p:pic>
        <p:nvPicPr>
          <p:cNvPr id="10" name="Picture 2" descr="Free Cat Stick Figure, Download Free Cat Stick Figure png images, Free ...">
            <a:extLst>
              <a:ext uri="{FF2B5EF4-FFF2-40B4-BE49-F238E27FC236}">
                <a16:creationId xmlns:a16="http://schemas.microsoft.com/office/drawing/2014/main" id="{AE75CA14-80AB-7963-54AC-A8C27D7245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26260" y="5252147"/>
            <a:ext cx="807148" cy="684991"/>
          </a:xfrm>
          <a:prstGeom prst="rect">
            <a:avLst/>
          </a:prstGeom>
          <a:noFill/>
          <a:extLst>
            <a:ext uri="{909E8E84-426E-40DD-AFC4-6F175D3DCCD1}">
              <a14:hiddenFill xmlns:a14="http://schemas.microsoft.com/office/drawing/2010/main">
                <a:solidFill>
                  <a:srgbClr val="FFFFFF"/>
                </a:solidFill>
              </a14:hiddenFill>
            </a:ext>
          </a:extLst>
        </p:spPr>
      </p:pic>
      <p:pic>
        <p:nvPicPr>
          <p:cNvPr id="122" name="Body">
            <a:extLst>
              <a:ext uri="{FF2B5EF4-FFF2-40B4-BE49-F238E27FC236}">
                <a16:creationId xmlns:a16="http://schemas.microsoft.com/office/drawing/2014/main" id="{C334AB9F-6AC4-023E-0CE2-BE136DE6A5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123" name="Arm right">
            <a:extLst>
              <a:ext uri="{FF2B5EF4-FFF2-40B4-BE49-F238E27FC236}">
                <a16:creationId xmlns:a16="http://schemas.microsoft.com/office/drawing/2014/main" id="{F10465B3-662D-6C3F-20DB-FA4CC5217D46}"/>
              </a:ext>
            </a:extLst>
          </p:cNvPr>
          <p:cNvPicPr>
            <a:picLocks noChangeAspect="1"/>
          </p:cNvPicPr>
          <p:nvPr/>
        </p:nvPicPr>
        <p:blipFill>
          <a:blip r:embed="rId5"/>
          <a:stretch>
            <a:fillRect/>
          </a:stretch>
        </p:blipFill>
        <p:spPr>
          <a:xfrm rot="5945033">
            <a:off x="4394100" y="5019943"/>
            <a:ext cx="203585" cy="326807"/>
          </a:xfrm>
          <a:prstGeom prst="rect">
            <a:avLst/>
          </a:prstGeom>
        </p:spPr>
      </p:pic>
      <p:pic>
        <p:nvPicPr>
          <p:cNvPr id="124" name="Arm left">
            <a:extLst>
              <a:ext uri="{FF2B5EF4-FFF2-40B4-BE49-F238E27FC236}">
                <a16:creationId xmlns:a16="http://schemas.microsoft.com/office/drawing/2014/main" id="{F4BE4032-BBCE-4977-AB0F-072AE6D2E5BF}"/>
              </a:ext>
            </a:extLst>
          </p:cNvPr>
          <p:cNvPicPr>
            <a:picLocks noChangeAspect="1"/>
          </p:cNvPicPr>
          <p:nvPr/>
        </p:nvPicPr>
        <p:blipFill>
          <a:blip r:embed="rId6"/>
          <a:stretch>
            <a:fillRect/>
          </a:stretch>
        </p:blipFill>
        <p:spPr>
          <a:xfrm rot="737570">
            <a:off x="4091524" y="5054392"/>
            <a:ext cx="253220" cy="257910"/>
          </a:xfrm>
          <a:prstGeom prst="rect">
            <a:avLst/>
          </a:prstGeom>
        </p:spPr>
      </p:pic>
      <p:sp>
        <p:nvSpPr>
          <p:cNvPr id="25" name="Eye 2">
            <a:extLst>
              <a:ext uri="{FF2B5EF4-FFF2-40B4-BE49-F238E27FC236}">
                <a16:creationId xmlns:a16="http://schemas.microsoft.com/office/drawing/2014/main" id="{90AC08DC-5517-2A4B-664B-DE71AA274C3B}"/>
              </a:ext>
            </a:extLst>
          </p:cNvPr>
          <p:cNvSpPr/>
          <p:nvPr/>
        </p:nvSpPr>
        <p:spPr>
          <a:xfrm>
            <a:off x="4227048" y="4707924"/>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6E401746-435B-3A14-FFD4-EE4E07986AA9}"/>
              </a:ext>
            </a:extLst>
          </p:cNvPr>
          <p:cNvSpPr/>
          <p:nvPr/>
        </p:nvSpPr>
        <p:spPr>
          <a:xfrm>
            <a:off x="4364444" y="4703159"/>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7" name="!!Smile">
            <a:extLst>
              <a:ext uri="{FF2B5EF4-FFF2-40B4-BE49-F238E27FC236}">
                <a16:creationId xmlns:a16="http://schemas.microsoft.com/office/drawing/2014/main" id="{811BDE11-A8ED-E0B5-77A2-8A47E6436A57}"/>
              </a:ext>
            </a:extLst>
          </p:cNvPr>
          <p:cNvSpPr/>
          <p:nvPr/>
        </p:nvSpPr>
        <p:spPr>
          <a:xfrm>
            <a:off x="4218540"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House">
            <a:extLst>
              <a:ext uri="{FF2B5EF4-FFF2-40B4-BE49-F238E27FC236}">
                <a16:creationId xmlns:a16="http://schemas.microsoft.com/office/drawing/2014/main" id="{30A4E629-8C2B-0C08-DDA8-C817BEA746D4}"/>
              </a:ext>
            </a:extLst>
          </p:cNvPr>
          <p:cNvPicPr>
            <a:picLocks noChangeAspect="1"/>
          </p:cNvPicPr>
          <p:nvPr/>
        </p:nvPicPr>
        <p:blipFill>
          <a:blip r:embed="rId7"/>
          <a:srcRect/>
          <a:stretch/>
        </p:blipFill>
        <p:spPr>
          <a:xfrm>
            <a:off x="6700180" y="3086738"/>
            <a:ext cx="3458887" cy="2982718"/>
          </a:xfrm>
          <a:prstGeom prst="rect">
            <a:avLst/>
          </a:prstGeom>
        </p:spPr>
      </p:pic>
      <p:pic>
        <p:nvPicPr>
          <p:cNvPr id="21" name="!!Bulb">
            <a:extLst>
              <a:ext uri="{FF2B5EF4-FFF2-40B4-BE49-F238E27FC236}">
                <a16:creationId xmlns:a16="http://schemas.microsoft.com/office/drawing/2014/main" id="{A3544045-FA9F-A803-7643-2E2A34C51BB0}"/>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113419" y="3992125"/>
            <a:ext cx="615693" cy="646902"/>
          </a:xfrm>
          <a:prstGeom prst="rect">
            <a:avLst/>
          </a:prstGeom>
        </p:spPr>
      </p:pic>
      <p:sp>
        <p:nvSpPr>
          <p:cNvPr id="2" name="Red text">
            <a:extLst>
              <a:ext uri="{FF2B5EF4-FFF2-40B4-BE49-F238E27FC236}">
                <a16:creationId xmlns:a16="http://schemas.microsoft.com/office/drawing/2014/main" id="{C6107B57-56FF-C643-2A94-DB162D25154D}"/>
              </a:ext>
            </a:extLst>
          </p:cNvPr>
          <p:cNvSpPr txBox="1"/>
          <p:nvPr/>
        </p:nvSpPr>
        <p:spPr>
          <a:xfrm>
            <a:off x="4203618" y="1831043"/>
            <a:ext cx="3805850" cy="707886"/>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Sadly, most “smart homes”</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are kind of dumb</a:t>
            </a:r>
          </a:p>
        </p:txBody>
      </p:sp>
      <p:sp>
        <p:nvSpPr>
          <p:cNvPr id="4" name="!!House bubble">
            <a:extLst>
              <a:ext uri="{FF2B5EF4-FFF2-40B4-BE49-F238E27FC236}">
                <a16:creationId xmlns:a16="http://schemas.microsoft.com/office/drawing/2014/main" id="{2238B497-57A3-C30A-D542-923F59AA4B21}"/>
              </a:ext>
            </a:extLst>
          </p:cNvPr>
          <p:cNvSpPr/>
          <p:nvPr/>
        </p:nvSpPr>
        <p:spPr>
          <a:xfrm>
            <a:off x="9120912" y="3190768"/>
            <a:ext cx="2268506" cy="607789"/>
          </a:xfrm>
          <a:prstGeom prst="wedgeRectCallout">
            <a:avLst>
              <a:gd name="adj1" fmla="val -63255"/>
              <a:gd name="adj2" fmla="val 3661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ouse text">
            <a:extLst>
              <a:ext uri="{FF2B5EF4-FFF2-40B4-BE49-F238E27FC236}">
                <a16:creationId xmlns:a16="http://schemas.microsoft.com/office/drawing/2014/main" id="{08F4C05F-4C82-77B8-906D-C3372F325C64}"/>
              </a:ext>
            </a:extLst>
          </p:cNvPr>
          <p:cNvSpPr txBox="1"/>
          <p:nvPr/>
        </p:nvSpPr>
        <p:spPr>
          <a:xfrm>
            <a:off x="9120911" y="3152227"/>
            <a:ext cx="2451395"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 I'm dumb and don’t know how to do that</a:t>
            </a:r>
          </a:p>
        </p:txBody>
      </p:sp>
      <p:sp>
        <p:nvSpPr>
          <p:cNvPr id="9" name="TextBox 8">
            <a:extLst>
              <a:ext uri="{FF2B5EF4-FFF2-40B4-BE49-F238E27FC236}">
                <a16:creationId xmlns:a16="http://schemas.microsoft.com/office/drawing/2014/main" id="{F5DF87EB-114A-B98D-2193-0DB084269346}"/>
              </a:ext>
            </a:extLst>
          </p:cNvPr>
          <p:cNvSpPr txBox="1"/>
          <p:nvPr/>
        </p:nvSpPr>
        <p:spPr>
          <a:xfrm>
            <a:off x="8009468" y="4748878"/>
            <a:ext cx="378630" cy="1107996"/>
          </a:xfrm>
          <a:prstGeom prst="rect">
            <a:avLst/>
          </a:prstGeom>
          <a:noFill/>
        </p:spPr>
        <p:txBody>
          <a:bodyPr wrap="square" rtlCol="0">
            <a:spAutoFit/>
          </a:bodyPr>
          <a:lstStyle/>
          <a:p>
            <a:r>
              <a:rPr lang="en-US" sz="6600" dirty="0">
                <a:solidFill>
                  <a:srgbClr val="C00000"/>
                </a:solidFill>
                <a:sym typeface="Wingdings" panose="05000000000000000000" pitchFamily="2" charset="2"/>
              </a:rPr>
              <a:t></a:t>
            </a:r>
            <a:endParaRPr lang="en-US" sz="6600" dirty="0">
              <a:solidFill>
                <a:srgbClr val="C00000"/>
              </a:solidFill>
            </a:endParaRPr>
          </a:p>
        </p:txBody>
      </p:sp>
      <p:sp>
        <p:nvSpPr>
          <p:cNvPr id="15" name="!!Header whiteout">
            <a:extLst>
              <a:ext uri="{FF2B5EF4-FFF2-40B4-BE49-F238E27FC236}">
                <a16:creationId xmlns:a16="http://schemas.microsoft.com/office/drawing/2014/main" id="{FAE9CDA7-AB29-6348-1398-60FCF7230EF0}"/>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34348D11-9E5A-44B1-4A2F-80FC254FF25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2754960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E2423-8062-B434-E28C-71E88D02A1ED}"/>
            </a:ext>
          </a:extLst>
        </p:cNvPr>
        <p:cNvGrpSpPr/>
        <p:nvPr/>
      </p:nvGrpSpPr>
      <p:grpSpPr>
        <a:xfrm>
          <a:off x="0" y="0"/>
          <a:ext cx="0" cy="0"/>
          <a:chOff x="0" y="0"/>
          <a:chExt cx="0" cy="0"/>
        </a:xfrm>
      </p:grpSpPr>
      <p:pic>
        <p:nvPicPr>
          <p:cNvPr id="10" name="Picture 2" descr="Free Cat Stick Figure, Download Free Cat Stick Figure png images, Free ...">
            <a:extLst>
              <a:ext uri="{FF2B5EF4-FFF2-40B4-BE49-F238E27FC236}">
                <a16:creationId xmlns:a16="http://schemas.microsoft.com/office/drawing/2014/main" id="{E88F7394-91D8-3E4D-2CE4-387A301436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26260" y="5252147"/>
            <a:ext cx="807148" cy="684991"/>
          </a:xfrm>
          <a:prstGeom prst="rect">
            <a:avLst/>
          </a:prstGeom>
          <a:noFill/>
          <a:extLst>
            <a:ext uri="{909E8E84-426E-40DD-AFC4-6F175D3DCCD1}">
              <a14:hiddenFill xmlns:a14="http://schemas.microsoft.com/office/drawing/2010/main">
                <a:solidFill>
                  <a:srgbClr val="FFFFFF"/>
                </a:solidFill>
              </a14:hiddenFill>
            </a:ext>
          </a:extLst>
        </p:spPr>
      </p:pic>
      <p:pic>
        <p:nvPicPr>
          <p:cNvPr id="14" name="!!House">
            <a:extLst>
              <a:ext uri="{FF2B5EF4-FFF2-40B4-BE49-F238E27FC236}">
                <a16:creationId xmlns:a16="http://schemas.microsoft.com/office/drawing/2014/main" id="{F6EF5705-08FE-CE39-B39E-11B5DF97B80E}"/>
              </a:ext>
            </a:extLst>
          </p:cNvPr>
          <p:cNvPicPr>
            <a:picLocks noChangeAspect="1"/>
          </p:cNvPicPr>
          <p:nvPr/>
        </p:nvPicPr>
        <p:blipFill>
          <a:blip r:embed="rId4"/>
          <a:srcRect/>
          <a:stretch/>
        </p:blipFill>
        <p:spPr>
          <a:xfrm>
            <a:off x="6700180" y="3086738"/>
            <a:ext cx="3458887" cy="2982718"/>
          </a:xfrm>
          <a:prstGeom prst="rect">
            <a:avLst/>
          </a:prstGeom>
        </p:spPr>
      </p:pic>
      <p:pic>
        <p:nvPicPr>
          <p:cNvPr id="21" name="!!Bulb">
            <a:extLst>
              <a:ext uri="{FF2B5EF4-FFF2-40B4-BE49-F238E27FC236}">
                <a16:creationId xmlns:a16="http://schemas.microsoft.com/office/drawing/2014/main" id="{93881C63-F84D-3422-0C0C-782DDEE7C3E5}"/>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113419" y="3992125"/>
            <a:ext cx="615693" cy="646902"/>
          </a:xfrm>
          <a:prstGeom prst="rect">
            <a:avLst/>
          </a:prstGeom>
        </p:spPr>
      </p:pic>
      <p:sp>
        <p:nvSpPr>
          <p:cNvPr id="2" name="Red text">
            <a:extLst>
              <a:ext uri="{FF2B5EF4-FFF2-40B4-BE49-F238E27FC236}">
                <a16:creationId xmlns:a16="http://schemas.microsoft.com/office/drawing/2014/main" id="{3167276C-98ED-34F6-7431-0161FD3D7481}"/>
              </a:ext>
            </a:extLst>
          </p:cNvPr>
          <p:cNvSpPr txBox="1"/>
          <p:nvPr/>
        </p:nvSpPr>
        <p:spPr>
          <a:xfrm>
            <a:off x="4203618" y="1831043"/>
            <a:ext cx="3805850" cy="707886"/>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Sadly, most “smart homes”</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are kind of dumb</a:t>
            </a:r>
          </a:p>
        </p:txBody>
      </p:sp>
      <p:sp>
        <p:nvSpPr>
          <p:cNvPr id="4" name="!!House bubble">
            <a:extLst>
              <a:ext uri="{FF2B5EF4-FFF2-40B4-BE49-F238E27FC236}">
                <a16:creationId xmlns:a16="http://schemas.microsoft.com/office/drawing/2014/main" id="{84A55441-6896-D276-9895-0D816E281A89}"/>
              </a:ext>
            </a:extLst>
          </p:cNvPr>
          <p:cNvSpPr/>
          <p:nvPr/>
        </p:nvSpPr>
        <p:spPr>
          <a:xfrm>
            <a:off x="9120912" y="3190768"/>
            <a:ext cx="2268506" cy="607789"/>
          </a:xfrm>
          <a:prstGeom prst="wedgeRectCallout">
            <a:avLst>
              <a:gd name="adj1" fmla="val -63255"/>
              <a:gd name="adj2" fmla="val 3661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ouse text">
            <a:extLst>
              <a:ext uri="{FF2B5EF4-FFF2-40B4-BE49-F238E27FC236}">
                <a16:creationId xmlns:a16="http://schemas.microsoft.com/office/drawing/2014/main" id="{E6DAB065-599C-830F-A253-5BFCC92D803A}"/>
              </a:ext>
            </a:extLst>
          </p:cNvPr>
          <p:cNvSpPr txBox="1"/>
          <p:nvPr/>
        </p:nvSpPr>
        <p:spPr>
          <a:xfrm>
            <a:off x="9120911" y="3152227"/>
            <a:ext cx="2451395"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 I'm dumb and don’t know how to do that</a:t>
            </a:r>
          </a:p>
        </p:txBody>
      </p:sp>
      <p:sp>
        <p:nvSpPr>
          <p:cNvPr id="9" name="TextBox 8">
            <a:extLst>
              <a:ext uri="{FF2B5EF4-FFF2-40B4-BE49-F238E27FC236}">
                <a16:creationId xmlns:a16="http://schemas.microsoft.com/office/drawing/2014/main" id="{B76A185D-E48B-353C-7C4F-DD8AD768CD4F}"/>
              </a:ext>
            </a:extLst>
          </p:cNvPr>
          <p:cNvSpPr txBox="1"/>
          <p:nvPr/>
        </p:nvSpPr>
        <p:spPr>
          <a:xfrm>
            <a:off x="8009468" y="4748878"/>
            <a:ext cx="378630" cy="1107996"/>
          </a:xfrm>
          <a:prstGeom prst="rect">
            <a:avLst/>
          </a:prstGeom>
          <a:noFill/>
        </p:spPr>
        <p:txBody>
          <a:bodyPr wrap="square" rtlCol="0">
            <a:spAutoFit/>
          </a:bodyPr>
          <a:lstStyle/>
          <a:p>
            <a:r>
              <a:rPr lang="en-US" sz="6600" dirty="0">
                <a:solidFill>
                  <a:srgbClr val="C00000"/>
                </a:solidFill>
                <a:sym typeface="Wingdings" panose="05000000000000000000" pitchFamily="2" charset="2"/>
              </a:rPr>
              <a:t></a:t>
            </a:r>
            <a:endParaRPr lang="en-US" sz="6600" dirty="0">
              <a:solidFill>
                <a:srgbClr val="C00000"/>
              </a:solidFill>
            </a:endParaRPr>
          </a:p>
        </p:txBody>
      </p:sp>
      <p:sp>
        <p:nvSpPr>
          <p:cNvPr id="3" name="!!Speech bubble">
            <a:extLst>
              <a:ext uri="{FF2B5EF4-FFF2-40B4-BE49-F238E27FC236}">
                <a16:creationId xmlns:a16="http://schemas.microsoft.com/office/drawing/2014/main" id="{615DEB1C-FC18-6380-D457-816573561935}"/>
              </a:ext>
            </a:extLst>
          </p:cNvPr>
          <p:cNvSpPr/>
          <p:nvPr/>
        </p:nvSpPr>
        <p:spPr>
          <a:xfrm>
            <a:off x="3954191" y="3990117"/>
            <a:ext cx="1490246" cy="376138"/>
          </a:xfrm>
          <a:prstGeom prst="wedgeRectCallout">
            <a:avLst>
              <a:gd name="adj1" fmla="val -19741"/>
              <a:gd name="adj2" fmla="val 7628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Me text 2">
            <a:extLst>
              <a:ext uri="{FF2B5EF4-FFF2-40B4-BE49-F238E27FC236}">
                <a16:creationId xmlns:a16="http://schemas.microsoft.com/office/drawing/2014/main" id="{42BA26C2-53C5-CDF9-FCF0-E407CD1F3BC8}"/>
              </a:ext>
            </a:extLst>
          </p:cNvPr>
          <p:cNvSpPr txBox="1"/>
          <p:nvPr/>
        </p:nvSpPr>
        <p:spPr>
          <a:xfrm>
            <a:off x="4005119" y="3990116"/>
            <a:ext cx="1490245"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Well… crap.</a:t>
            </a:r>
          </a:p>
        </p:txBody>
      </p:sp>
      <p:pic>
        <p:nvPicPr>
          <p:cNvPr id="6" name="Body">
            <a:extLst>
              <a:ext uri="{FF2B5EF4-FFF2-40B4-BE49-F238E27FC236}">
                <a16:creationId xmlns:a16="http://schemas.microsoft.com/office/drawing/2014/main" id="{6AF16E81-C61B-DA32-1EA2-D47EA184444C}"/>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7" name="Arm right">
            <a:extLst>
              <a:ext uri="{FF2B5EF4-FFF2-40B4-BE49-F238E27FC236}">
                <a16:creationId xmlns:a16="http://schemas.microsoft.com/office/drawing/2014/main" id="{486A1EA3-52B0-3028-2D5E-B0A3899A232A}"/>
              </a:ext>
            </a:extLst>
          </p:cNvPr>
          <p:cNvPicPr>
            <a:picLocks noChangeAspect="1"/>
          </p:cNvPicPr>
          <p:nvPr/>
        </p:nvPicPr>
        <p:blipFill>
          <a:blip r:embed="rId7"/>
          <a:stretch>
            <a:fillRect/>
          </a:stretch>
        </p:blipFill>
        <p:spPr>
          <a:xfrm rot="7886011">
            <a:off x="4331345" y="5136485"/>
            <a:ext cx="203585" cy="326807"/>
          </a:xfrm>
          <a:prstGeom prst="rect">
            <a:avLst/>
          </a:prstGeom>
        </p:spPr>
      </p:pic>
      <p:pic>
        <p:nvPicPr>
          <p:cNvPr id="11" name="Arm left">
            <a:extLst>
              <a:ext uri="{FF2B5EF4-FFF2-40B4-BE49-F238E27FC236}">
                <a16:creationId xmlns:a16="http://schemas.microsoft.com/office/drawing/2014/main" id="{27E06F97-58EB-22CA-C9A4-8B63AC210D3D}"/>
              </a:ext>
            </a:extLst>
          </p:cNvPr>
          <p:cNvPicPr>
            <a:picLocks noChangeAspect="1"/>
          </p:cNvPicPr>
          <p:nvPr/>
        </p:nvPicPr>
        <p:blipFill>
          <a:blip r:embed="rId8"/>
          <a:stretch>
            <a:fillRect/>
          </a:stretch>
        </p:blipFill>
        <p:spPr>
          <a:xfrm rot="20218941">
            <a:off x="4127384" y="5170933"/>
            <a:ext cx="253220" cy="257910"/>
          </a:xfrm>
          <a:prstGeom prst="rect">
            <a:avLst/>
          </a:prstGeom>
        </p:spPr>
      </p:pic>
      <p:sp>
        <p:nvSpPr>
          <p:cNvPr id="12" name="Eye 2">
            <a:extLst>
              <a:ext uri="{FF2B5EF4-FFF2-40B4-BE49-F238E27FC236}">
                <a16:creationId xmlns:a16="http://schemas.microsoft.com/office/drawing/2014/main" id="{5F7A0A01-B2FA-B5D0-1728-AAFA50E76B68}"/>
              </a:ext>
            </a:extLst>
          </p:cNvPr>
          <p:cNvSpPr/>
          <p:nvPr/>
        </p:nvSpPr>
        <p:spPr>
          <a:xfrm>
            <a:off x="4227046" y="4707924"/>
            <a:ext cx="45719" cy="45719"/>
          </a:xfrm>
          <a:prstGeom prst="ellipse">
            <a:avLst/>
          </a:prstGeom>
          <a:solidFill>
            <a:srgbClr val="C00000"/>
          </a:solidFill>
          <a:ln>
            <a:solidFill>
              <a:srgbClr val="C0000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Eye 1">
            <a:extLst>
              <a:ext uri="{FF2B5EF4-FFF2-40B4-BE49-F238E27FC236}">
                <a16:creationId xmlns:a16="http://schemas.microsoft.com/office/drawing/2014/main" id="{50F22F44-3C40-3F6E-D2B7-43C072EEB811}"/>
              </a:ext>
            </a:extLst>
          </p:cNvPr>
          <p:cNvSpPr/>
          <p:nvPr/>
        </p:nvSpPr>
        <p:spPr>
          <a:xfrm>
            <a:off x="4364442" y="4703159"/>
            <a:ext cx="45719" cy="45719"/>
          </a:xfrm>
          <a:prstGeom prst="ellipse">
            <a:avLst/>
          </a:prstGeom>
          <a:solidFill>
            <a:srgbClr val="C00000"/>
          </a:solidFill>
          <a:ln>
            <a:solidFill>
              <a:srgbClr val="C0000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Smile">
            <a:extLst>
              <a:ext uri="{FF2B5EF4-FFF2-40B4-BE49-F238E27FC236}">
                <a16:creationId xmlns:a16="http://schemas.microsoft.com/office/drawing/2014/main" id="{A2D30038-92A3-B95D-875D-CAB886500C82}"/>
              </a:ext>
            </a:extLst>
          </p:cNvPr>
          <p:cNvSpPr/>
          <p:nvPr/>
        </p:nvSpPr>
        <p:spPr>
          <a:xfrm rot="10800000">
            <a:off x="4218538"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Header whiteout">
            <a:extLst>
              <a:ext uri="{FF2B5EF4-FFF2-40B4-BE49-F238E27FC236}">
                <a16:creationId xmlns:a16="http://schemas.microsoft.com/office/drawing/2014/main" id="{6AD4EF22-ADEC-206D-397F-E302308C0F4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27DEBC23-0C05-A758-024F-C508A2A65198}"/>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10288752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4EFE2C-C10E-E942-F087-75E84C618477}"/>
            </a:ext>
          </a:extLst>
        </p:cNvPr>
        <p:cNvGrpSpPr/>
        <p:nvPr/>
      </p:nvGrpSpPr>
      <p:grpSpPr>
        <a:xfrm>
          <a:off x="0" y="0"/>
          <a:ext cx="0" cy="0"/>
          <a:chOff x="0" y="0"/>
          <a:chExt cx="0" cy="0"/>
        </a:xfrm>
      </p:grpSpPr>
      <p:pic>
        <p:nvPicPr>
          <p:cNvPr id="10" name="Picture 2" descr="Free Cat Stick Figure, Download Free Cat Stick Figure png images, Free ...">
            <a:extLst>
              <a:ext uri="{FF2B5EF4-FFF2-40B4-BE49-F238E27FC236}">
                <a16:creationId xmlns:a16="http://schemas.microsoft.com/office/drawing/2014/main" id="{BB46594B-70C0-C3B4-C9FF-A8E9A7DEB9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26260" y="5252147"/>
            <a:ext cx="807148" cy="684991"/>
          </a:xfrm>
          <a:prstGeom prst="rect">
            <a:avLst/>
          </a:prstGeom>
          <a:noFill/>
          <a:extLst>
            <a:ext uri="{909E8E84-426E-40DD-AFC4-6F175D3DCCD1}">
              <a14:hiddenFill xmlns:a14="http://schemas.microsoft.com/office/drawing/2010/main">
                <a:solidFill>
                  <a:srgbClr val="FFFFFF"/>
                </a:solidFill>
              </a14:hiddenFill>
            </a:ext>
          </a:extLst>
        </p:spPr>
      </p:pic>
      <p:pic>
        <p:nvPicPr>
          <p:cNvPr id="14" name="!!House">
            <a:extLst>
              <a:ext uri="{FF2B5EF4-FFF2-40B4-BE49-F238E27FC236}">
                <a16:creationId xmlns:a16="http://schemas.microsoft.com/office/drawing/2014/main" id="{3CD481B2-2BEB-93C6-455A-3D4D9CDD4A8B}"/>
              </a:ext>
            </a:extLst>
          </p:cNvPr>
          <p:cNvPicPr>
            <a:picLocks noChangeAspect="1"/>
          </p:cNvPicPr>
          <p:nvPr/>
        </p:nvPicPr>
        <p:blipFill>
          <a:blip r:embed="rId4"/>
          <a:srcRect/>
          <a:stretch/>
        </p:blipFill>
        <p:spPr>
          <a:xfrm>
            <a:off x="6700180" y="3086738"/>
            <a:ext cx="3458886" cy="2982718"/>
          </a:xfrm>
          <a:prstGeom prst="rect">
            <a:avLst/>
          </a:prstGeom>
        </p:spPr>
      </p:pic>
      <p:sp>
        <p:nvSpPr>
          <p:cNvPr id="2" name="Red text">
            <a:extLst>
              <a:ext uri="{FF2B5EF4-FFF2-40B4-BE49-F238E27FC236}">
                <a16:creationId xmlns:a16="http://schemas.microsoft.com/office/drawing/2014/main" id="{878F7D6E-9895-0D15-ECB3-9375FD78328F}"/>
              </a:ext>
            </a:extLst>
          </p:cNvPr>
          <p:cNvSpPr txBox="1"/>
          <p:nvPr/>
        </p:nvSpPr>
        <p:spPr>
          <a:xfrm>
            <a:off x="4203618" y="1831043"/>
            <a:ext cx="3805850" cy="707886"/>
          </a:xfrm>
          <a:prstGeom prst="rect">
            <a:avLst/>
          </a:prstGeom>
          <a:noFill/>
        </p:spPr>
        <p:txBody>
          <a:bodyPr wrap="none" rtlCol="0">
            <a:spAutoFit/>
          </a:bodyPr>
          <a:lstStyle/>
          <a:p>
            <a:pPr algn="ctr"/>
            <a:r>
              <a:rPr lang="en-US" sz="2000" dirty="0">
                <a:solidFill>
                  <a:srgbClr val="C00000"/>
                </a:solidFill>
                <a:latin typeface="Segoe Print" panose="02000600000000000000" pitchFamily="2" charset="0"/>
              </a:rPr>
              <a:t>Sadly, most “smart homes”</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are kind of dumb</a:t>
            </a:r>
          </a:p>
        </p:txBody>
      </p:sp>
      <p:pic>
        <p:nvPicPr>
          <p:cNvPr id="18" name="Body">
            <a:extLst>
              <a:ext uri="{FF2B5EF4-FFF2-40B4-BE49-F238E27FC236}">
                <a16:creationId xmlns:a16="http://schemas.microsoft.com/office/drawing/2014/main" id="{017C3138-83B9-D936-B023-6F52F41C0D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966376" y="4510985"/>
            <a:ext cx="789764" cy="1482325"/>
          </a:xfrm>
          <a:prstGeom prst="rect">
            <a:avLst/>
          </a:prstGeom>
        </p:spPr>
      </p:pic>
      <p:pic>
        <p:nvPicPr>
          <p:cNvPr id="19" name="Arm right">
            <a:extLst>
              <a:ext uri="{FF2B5EF4-FFF2-40B4-BE49-F238E27FC236}">
                <a16:creationId xmlns:a16="http://schemas.microsoft.com/office/drawing/2014/main" id="{0580DA7B-FF52-19DF-54BD-AE92138EC732}"/>
              </a:ext>
            </a:extLst>
          </p:cNvPr>
          <p:cNvPicPr>
            <a:picLocks noChangeAspect="1"/>
          </p:cNvPicPr>
          <p:nvPr/>
        </p:nvPicPr>
        <p:blipFill>
          <a:blip r:embed="rId6"/>
          <a:stretch>
            <a:fillRect/>
          </a:stretch>
        </p:blipFill>
        <p:spPr>
          <a:xfrm rot="1497168">
            <a:off x="4400892" y="4950703"/>
            <a:ext cx="203585" cy="326807"/>
          </a:xfrm>
          <a:prstGeom prst="rect">
            <a:avLst/>
          </a:prstGeom>
        </p:spPr>
      </p:pic>
      <p:pic>
        <p:nvPicPr>
          <p:cNvPr id="20" name="Arm left">
            <a:extLst>
              <a:ext uri="{FF2B5EF4-FFF2-40B4-BE49-F238E27FC236}">
                <a16:creationId xmlns:a16="http://schemas.microsoft.com/office/drawing/2014/main" id="{E49CB19D-205A-14C6-C7A5-B3F5F016DBFA}"/>
              </a:ext>
            </a:extLst>
          </p:cNvPr>
          <p:cNvPicPr>
            <a:picLocks noChangeAspect="1"/>
          </p:cNvPicPr>
          <p:nvPr/>
        </p:nvPicPr>
        <p:blipFill>
          <a:blip r:embed="rId7"/>
          <a:stretch>
            <a:fillRect/>
          </a:stretch>
        </p:blipFill>
        <p:spPr>
          <a:xfrm rot="5111301">
            <a:off x="4054328" y="4985151"/>
            <a:ext cx="253220" cy="257910"/>
          </a:xfrm>
          <a:prstGeom prst="rect">
            <a:avLst/>
          </a:prstGeom>
        </p:spPr>
      </p:pic>
      <p:sp>
        <p:nvSpPr>
          <p:cNvPr id="22" name="Eye 2">
            <a:extLst>
              <a:ext uri="{FF2B5EF4-FFF2-40B4-BE49-F238E27FC236}">
                <a16:creationId xmlns:a16="http://schemas.microsoft.com/office/drawing/2014/main" id="{E49EFC49-534D-7E1F-3010-BFF14C6535D3}"/>
              </a:ext>
            </a:extLst>
          </p:cNvPr>
          <p:cNvSpPr/>
          <p:nvPr/>
        </p:nvSpPr>
        <p:spPr>
          <a:xfrm>
            <a:off x="4227046" y="4707924"/>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3" name="Eye 1">
            <a:extLst>
              <a:ext uri="{FF2B5EF4-FFF2-40B4-BE49-F238E27FC236}">
                <a16:creationId xmlns:a16="http://schemas.microsoft.com/office/drawing/2014/main" id="{B28D7D28-6DAF-6676-3A7C-6245CE0EE1E9}"/>
              </a:ext>
            </a:extLst>
          </p:cNvPr>
          <p:cNvSpPr/>
          <p:nvPr/>
        </p:nvSpPr>
        <p:spPr>
          <a:xfrm>
            <a:off x="4364442" y="4703159"/>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4" name="!!Smile">
            <a:extLst>
              <a:ext uri="{FF2B5EF4-FFF2-40B4-BE49-F238E27FC236}">
                <a16:creationId xmlns:a16="http://schemas.microsoft.com/office/drawing/2014/main" id="{1BCE66D1-F0CB-E8BE-258D-6D5AFE6C4FED}"/>
              </a:ext>
            </a:extLst>
          </p:cNvPr>
          <p:cNvSpPr/>
          <p:nvPr/>
        </p:nvSpPr>
        <p:spPr>
          <a:xfrm>
            <a:off x="4218538"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Speech bubble">
            <a:extLst>
              <a:ext uri="{FF2B5EF4-FFF2-40B4-BE49-F238E27FC236}">
                <a16:creationId xmlns:a16="http://schemas.microsoft.com/office/drawing/2014/main" id="{D7EA8284-7472-B5BF-7A96-6F6030A26807}"/>
              </a:ext>
            </a:extLst>
          </p:cNvPr>
          <p:cNvSpPr/>
          <p:nvPr/>
        </p:nvSpPr>
        <p:spPr>
          <a:xfrm>
            <a:off x="3954190" y="3726501"/>
            <a:ext cx="1911151" cy="631932"/>
          </a:xfrm>
          <a:prstGeom prst="wedgeRectCallout">
            <a:avLst>
              <a:gd name="adj1" fmla="val -24838"/>
              <a:gd name="adj2" fmla="val 73888"/>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Me text 3">
            <a:extLst>
              <a:ext uri="{FF2B5EF4-FFF2-40B4-BE49-F238E27FC236}">
                <a16:creationId xmlns:a16="http://schemas.microsoft.com/office/drawing/2014/main" id="{B080852B-BC15-0041-A5B2-A3D55761B106}"/>
              </a:ext>
            </a:extLst>
          </p:cNvPr>
          <p:cNvSpPr txBox="1"/>
          <p:nvPr/>
        </p:nvSpPr>
        <p:spPr>
          <a:xfrm>
            <a:off x="4005119" y="3726500"/>
            <a:ext cx="2177069"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Allow me to enlighten you…</a:t>
            </a:r>
          </a:p>
        </p:txBody>
      </p:sp>
      <p:sp>
        <p:nvSpPr>
          <p:cNvPr id="27" name="!!House bubble">
            <a:extLst>
              <a:ext uri="{FF2B5EF4-FFF2-40B4-BE49-F238E27FC236}">
                <a16:creationId xmlns:a16="http://schemas.microsoft.com/office/drawing/2014/main" id="{45615633-6AC1-306F-C3D8-067CAD83B9D1}"/>
              </a:ext>
            </a:extLst>
          </p:cNvPr>
          <p:cNvSpPr/>
          <p:nvPr/>
        </p:nvSpPr>
        <p:spPr>
          <a:xfrm>
            <a:off x="9120912" y="3299255"/>
            <a:ext cx="1983624" cy="631036"/>
          </a:xfrm>
          <a:prstGeom prst="wedgeRectCallout">
            <a:avLst>
              <a:gd name="adj1" fmla="val -62766"/>
              <a:gd name="adj2" fmla="val 27093"/>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House text">
            <a:extLst>
              <a:ext uri="{FF2B5EF4-FFF2-40B4-BE49-F238E27FC236}">
                <a16:creationId xmlns:a16="http://schemas.microsoft.com/office/drawing/2014/main" id="{85067CBD-DE53-E0E1-6AD4-D54F550B4E66}"/>
              </a:ext>
            </a:extLst>
          </p:cNvPr>
          <p:cNvSpPr txBox="1"/>
          <p:nvPr/>
        </p:nvSpPr>
        <p:spPr>
          <a:xfrm>
            <a:off x="9120911" y="3283960"/>
            <a:ext cx="2099862"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Awesome! Being dumb sucks! </a:t>
            </a:r>
          </a:p>
        </p:txBody>
      </p:sp>
      <p:pic>
        <p:nvPicPr>
          <p:cNvPr id="29" name="!!Bulb">
            <a:extLst>
              <a:ext uri="{FF2B5EF4-FFF2-40B4-BE49-F238E27FC236}">
                <a16:creationId xmlns:a16="http://schemas.microsoft.com/office/drawing/2014/main" id="{C8D11D0B-A5DF-558C-29FD-5FB5EF4F6B55}"/>
              </a:ext>
            </a:extLst>
          </p:cNvPr>
          <p:cNvPicPr>
            <a:picLocks noChangeAspect="1"/>
          </p:cNvPicPr>
          <p:nvPr/>
        </p:nvPicPr>
        <p:blipFill>
          <a:blip r:embed="rId8"/>
          <a:stretch>
            <a:fillRect/>
          </a:stretch>
        </p:blipFill>
        <p:spPr>
          <a:xfrm>
            <a:off x="7827988" y="4415083"/>
            <a:ext cx="1203269" cy="1264264"/>
          </a:xfrm>
          <a:prstGeom prst="rect">
            <a:avLst/>
          </a:prstGeom>
        </p:spPr>
      </p:pic>
      <p:sp>
        <p:nvSpPr>
          <p:cNvPr id="15" name="!!Header whiteout">
            <a:extLst>
              <a:ext uri="{FF2B5EF4-FFF2-40B4-BE49-F238E27FC236}">
                <a16:creationId xmlns:a16="http://schemas.microsoft.com/office/drawing/2014/main" id="{4C105A2E-0AB1-A286-98C6-43C7595DD99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DC48AFBC-681F-BECD-CB76-2C04C2EB99F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716160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4BFE6-440C-914E-2105-7E34F01D99EB}"/>
            </a:ext>
          </a:extLst>
        </p:cNvPr>
        <p:cNvGrpSpPr/>
        <p:nvPr/>
      </p:nvGrpSpPr>
      <p:grpSpPr>
        <a:xfrm>
          <a:off x="0" y="0"/>
          <a:ext cx="0" cy="0"/>
          <a:chOff x="0" y="0"/>
          <a:chExt cx="0" cy="0"/>
        </a:xfrm>
      </p:grpSpPr>
      <p:pic>
        <p:nvPicPr>
          <p:cNvPr id="10" name="Picture 2" descr="Free Cat Stick Figure, Download Free Cat Stick Figure png images, Free ...">
            <a:extLst>
              <a:ext uri="{FF2B5EF4-FFF2-40B4-BE49-F238E27FC236}">
                <a16:creationId xmlns:a16="http://schemas.microsoft.com/office/drawing/2014/main" id="{8CF718FA-FAEF-489F-DF44-454CFCD9EB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80602" y="5252147"/>
            <a:ext cx="807148" cy="684991"/>
          </a:xfrm>
          <a:prstGeom prst="rect">
            <a:avLst/>
          </a:prstGeom>
          <a:noFill/>
          <a:extLst>
            <a:ext uri="{909E8E84-426E-40DD-AFC4-6F175D3DCCD1}">
              <a14:hiddenFill xmlns:a14="http://schemas.microsoft.com/office/drawing/2010/main">
                <a:solidFill>
                  <a:srgbClr val="FFFFFF"/>
                </a:solidFill>
              </a14:hiddenFill>
            </a:ext>
          </a:extLst>
        </p:spPr>
      </p:pic>
      <p:pic>
        <p:nvPicPr>
          <p:cNvPr id="14" name="!!House">
            <a:extLst>
              <a:ext uri="{FF2B5EF4-FFF2-40B4-BE49-F238E27FC236}">
                <a16:creationId xmlns:a16="http://schemas.microsoft.com/office/drawing/2014/main" id="{237FA60C-1C98-5537-C975-AAEF51AC8D38}"/>
              </a:ext>
            </a:extLst>
          </p:cNvPr>
          <p:cNvPicPr>
            <a:picLocks noChangeAspect="1"/>
          </p:cNvPicPr>
          <p:nvPr/>
        </p:nvPicPr>
        <p:blipFill>
          <a:blip r:embed="rId4"/>
          <a:srcRect/>
          <a:stretch/>
        </p:blipFill>
        <p:spPr>
          <a:xfrm>
            <a:off x="7354522" y="3086738"/>
            <a:ext cx="3458886" cy="2982718"/>
          </a:xfrm>
          <a:prstGeom prst="rect">
            <a:avLst/>
          </a:prstGeom>
        </p:spPr>
      </p:pic>
      <p:pic>
        <p:nvPicPr>
          <p:cNvPr id="29" name="!!Bulb">
            <a:extLst>
              <a:ext uri="{FF2B5EF4-FFF2-40B4-BE49-F238E27FC236}">
                <a16:creationId xmlns:a16="http://schemas.microsoft.com/office/drawing/2014/main" id="{F26B9ED2-9A67-2437-591C-B3F1ED746A4E}"/>
              </a:ext>
            </a:extLst>
          </p:cNvPr>
          <p:cNvPicPr>
            <a:picLocks noChangeAspect="1"/>
          </p:cNvPicPr>
          <p:nvPr/>
        </p:nvPicPr>
        <p:blipFill>
          <a:blip r:embed="rId5"/>
          <a:stretch>
            <a:fillRect/>
          </a:stretch>
        </p:blipFill>
        <p:spPr>
          <a:xfrm>
            <a:off x="8482330" y="4415083"/>
            <a:ext cx="1203269" cy="1264264"/>
          </a:xfrm>
          <a:prstGeom prst="rect">
            <a:avLst/>
          </a:prstGeom>
        </p:spPr>
      </p:pic>
      <p:pic>
        <p:nvPicPr>
          <p:cNvPr id="9" name="Body">
            <a:extLst>
              <a:ext uri="{FF2B5EF4-FFF2-40B4-BE49-F238E27FC236}">
                <a16:creationId xmlns:a16="http://schemas.microsoft.com/office/drawing/2014/main" id="{DC59467C-CCA8-6D4C-0819-5A7A25000603}"/>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801409" y="4510985"/>
            <a:ext cx="789764" cy="1482325"/>
          </a:xfrm>
          <a:prstGeom prst="rect">
            <a:avLst/>
          </a:prstGeom>
        </p:spPr>
      </p:pic>
      <p:pic>
        <p:nvPicPr>
          <p:cNvPr id="11" name="Arm right">
            <a:extLst>
              <a:ext uri="{FF2B5EF4-FFF2-40B4-BE49-F238E27FC236}">
                <a16:creationId xmlns:a16="http://schemas.microsoft.com/office/drawing/2014/main" id="{908C6F64-16D3-8470-B05B-CBC6E6B6A03F}"/>
              </a:ext>
            </a:extLst>
          </p:cNvPr>
          <p:cNvPicPr>
            <a:picLocks noChangeAspect="1"/>
          </p:cNvPicPr>
          <p:nvPr/>
        </p:nvPicPr>
        <p:blipFill>
          <a:blip r:embed="rId7"/>
          <a:stretch>
            <a:fillRect/>
          </a:stretch>
        </p:blipFill>
        <p:spPr>
          <a:xfrm rot="1122275">
            <a:off x="7220168" y="4894436"/>
            <a:ext cx="203585" cy="326807"/>
          </a:xfrm>
          <a:prstGeom prst="rect">
            <a:avLst/>
          </a:prstGeom>
        </p:spPr>
      </p:pic>
      <p:pic>
        <p:nvPicPr>
          <p:cNvPr id="12" name="Arm left">
            <a:extLst>
              <a:ext uri="{FF2B5EF4-FFF2-40B4-BE49-F238E27FC236}">
                <a16:creationId xmlns:a16="http://schemas.microsoft.com/office/drawing/2014/main" id="{10C0921D-B432-876E-BCF9-FF1395AEC4B8}"/>
              </a:ext>
            </a:extLst>
          </p:cNvPr>
          <p:cNvPicPr>
            <a:picLocks noChangeAspect="1"/>
          </p:cNvPicPr>
          <p:nvPr/>
        </p:nvPicPr>
        <p:blipFill>
          <a:blip r:embed="rId8"/>
          <a:stretch>
            <a:fillRect/>
          </a:stretch>
        </p:blipFill>
        <p:spPr>
          <a:xfrm rot="5934162">
            <a:off x="6926557" y="4946816"/>
            <a:ext cx="253220" cy="257910"/>
          </a:xfrm>
          <a:prstGeom prst="rect">
            <a:avLst/>
          </a:prstGeom>
        </p:spPr>
      </p:pic>
      <p:sp>
        <p:nvSpPr>
          <p:cNvPr id="13" name="Eye 2">
            <a:extLst>
              <a:ext uri="{FF2B5EF4-FFF2-40B4-BE49-F238E27FC236}">
                <a16:creationId xmlns:a16="http://schemas.microsoft.com/office/drawing/2014/main" id="{0F0E0903-8DF8-394D-4905-2F5E515AA74C}"/>
              </a:ext>
            </a:extLst>
          </p:cNvPr>
          <p:cNvSpPr/>
          <p:nvPr/>
        </p:nvSpPr>
        <p:spPr>
          <a:xfrm>
            <a:off x="7062081" y="4707924"/>
            <a:ext cx="45719" cy="45719"/>
          </a:xfrm>
          <a:prstGeom prst="ellipse">
            <a:avLst/>
          </a:prstGeom>
          <a:solidFill>
            <a:srgbClr val="0070C0"/>
          </a:solidFill>
          <a:ln>
            <a:solidFill>
              <a:srgbClr val="0070C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Eye 1">
            <a:extLst>
              <a:ext uri="{FF2B5EF4-FFF2-40B4-BE49-F238E27FC236}">
                <a16:creationId xmlns:a16="http://schemas.microsoft.com/office/drawing/2014/main" id="{D583EF73-F22B-114C-EB4A-135FE1F779AE}"/>
              </a:ext>
            </a:extLst>
          </p:cNvPr>
          <p:cNvSpPr/>
          <p:nvPr/>
        </p:nvSpPr>
        <p:spPr>
          <a:xfrm>
            <a:off x="7199477" y="4703159"/>
            <a:ext cx="45719" cy="45719"/>
          </a:xfrm>
          <a:prstGeom prst="ellipse">
            <a:avLst/>
          </a:prstGeom>
          <a:solidFill>
            <a:srgbClr val="0070C0"/>
          </a:solidFill>
          <a:ln>
            <a:solidFill>
              <a:srgbClr val="0070C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1" name="!!Smile">
            <a:extLst>
              <a:ext uri="{FF2B5EF4-FFF2-40B4-BE49-F238E27FC236}">
                <a16:creationId xmlns:a16="http://schemas.microsoft.com/office/drawing/2014/main" id="{DD8CBD43-AF96-F78B-CF0F-DF8DAC04608B}"/>
              </a:ext>
            </a:extLst>
          </p:cNvPr>
          <p:cNvSpPr/>
          <p:nvPr/>
        </p:nvSpPr>
        <p:spPr>
          <a:xfrm rot="313770">
            <a:off x="7053573"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2" name="Arrow">
            <a:extLst>
              <a:ext uri="{FF2B5EF4-FFF2-40B4-BE49-F238E27FC236}">
                <a16:creationId xmlns:a16="http://schemas.microsoft.com/office/drawing/2014/main" id="{FF1E65FE-BC76-0F7C-EC68-D7BBBF15BA31}"/>
              </a:ext>
            </a:extLst>
          </p:cNvPr>
          <p:cNvGrpSpPr>
            <a:grpSpLocks noChangeAspect="1"/>
          </p:cNvGrpSpPr>
          <p:nvPr/>
        </p:nvGrpSpPr>
        <p:grpSpPr bwMode="auto">
          <a:xfrm rot="16967923" flipV="1">
            <a:off x="3898581" y="1592000"/>
            <a:ext cx="904172" cy="943180"/>
            <a:chOff x="1328" y="0"/>
            <a:chExt cx="3106" cy="3240"/>
          </a:xfrm>
          <a:solidFill>
            <a:srgbClr val="C00000"/>
          </a:solidFill>
        </p:grpSpPr>
        <p:sp>
          <p:nvSpPr>
            <p:cNvPr id="143" name="Freeform 716">
              <a:extLst>
                <a:ext uri="{FF2B5EF4-FFF2-40B4-BE49-F238E27FC236}">
                  <a16:creationId xmlns:a16="http://schemas.microsoft.com/office/drawing/2014/main" id="{C3A73050-0A1A-10F7-8154-550F07C39B81}"/>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17">
              <a:extLst>
                <a:ext uri="{FF2B5EF4-FFF2-40B4-BE49-F238E27FC236}">
                  <a16:creationId xmlns:a16="http://schemas.microsoft.com/office/drawing/2014/main" id="{0E4E95B3-6B14-2C08-C2F6-F831B112A2F0}"/>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18">
              <a:extLst>
                <a:ext uri="{FF2B5EF4-FFF2-40B4-BE49-F238E27FC236}">
                  <a16:creationId xmlns:a16="http://schemas.microsoft.com/office/drawing/2014/main" id="{08F4B55A-42EA-8D97-72A2-88C022F45FC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19">
              <a:extLst>
                <a:ext uri="{FF2B5EF4-FFF2-40B4-BE49-F238E27FC236}">
                  <a16:creationId xmlns:a16="http://schemas.microsoft.com/office/drawing/2014/main" id="{3D51BBDC-17EF-D285-5E0D-B14DBF9AC616}"/>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20">
              <a:extLst>
                <a:ext uri="{FF2B5EF4-FFF2-40B4-BE49-F238E27FC236}">
                  <a16:creationId xmlns:a16="http://schemas.microsoft.com/office/drawing/2014/main" id="{0511F683-A768-9252-CE2C-370C87985991}"/>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21">
              <a:extLst>
                <a:ext uri="{FF2B5EF4-FFF2-40B4-BE49-F238E27FC236}">
                  <a16:creationId xmlns:a16="http://schemas.microsoft.com/office/drawing/2014/main" id="{46BDCC60-D823-4E31-8871-40CD15A94107}"/>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22">
              <a:extLst>
                <a:ext uri="{FF2B5EF4-FFF2-40B4-BE49-F238E27FC236}">
                  <a16:creationId xmlns:a16="http://schemas.microsoft.com/office/drawing/2014/main" id="{8A66F3E4-B0E1-384B-6932-0A59D9AE779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23">
              <a:extLst>
                <a:ext uri="{FF2B5EF4-FFF2-40B4-BE49-F238E27FC236}">
                  <a16:creationId xmlns:a16="http://schemas.microsoft.com/office/drawing/2014/main" id="{01CAE881-D2F2-2A70-AAAA-7B777763DB1D}"/>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24">
              <a:extLst>
                <a:ext uri="{FF2B5EF4-FFF2-40B4-BE49-F238E27FC236}">
                  <a16:creationId xmlns:a16="http://schemas.microsoft.com/office/drawing/2014/main" id="{9761EC86-1315-D4DF-C62D-14493B07B0F0}"/>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25">
              <a:extLst>
                <a:ext uri="{FF2B5EF4-FFF2-40B4-BE49-F238E27FC236}">
                  <a16:creationId xmlns:a16="http://schemas.microsoft.com/office/drawing/2014/main" id="{B3D4C04E-8761-3D86-2FC0-85E975EAE10C}"/>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26">
              <a:extLst>
                <a:ext uri="{FF2B5EF4-FFF2-40B4-BE49-F238E27FC236}">
                  <a16:creationId xmlns:a16="http://schemas.microsoft.com/office/drawing/2014/main" id="{2DA8DE2C-28CA-A1BF-98B4-5ACB3043E30A}"/>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27">
              <a:extLst>
                <a:ext uri="{FF2B5EF4-FFF2-40B4-BE49-F238E27FC236}">
                  <a16:creationId xmlns:a16="http://schemas.microsoft.com/office/drawing/2014/main" id="{D6977BE0-2F7E-B127-C406-6A2B00B59EC6}"/>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28">
              <a:extLst>
                <a:ext uri="{FF2B5EF4-FFF2-40B4-BE49-F238E27FC236}">
                  <a16:creationId xmlns:a16="http://schemas.microsoft.com/office/drawing/2014/main" id="{C5962020-2DCA-87F3-A08F-F166BAA7337C}"/>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29">
              <a:extLst>
                <a:ext uri="{FF2B5EF4-FFF2-40B4-BE49-F238E27FC236}">
                  <a16:creationId xmlns:a16="http://schemas.microsoft.com/office/drawing/2014/main" id="{1CE0A23D-8E1B-CC3A-C454-303346759B9A}"/>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30">
              <a:extLst>
                <a:ext uri="{FF2B5EF4-FFF2-40B4-BE49-F238E27FC236}">
                  <a16:creationId xmlns:a16="http://schemas.microsoft.com/office/drawing/2014/main" id="{1315B688-DF5C-20AB-E333-858A38E415AA}"/>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31">
              <a:extLst>
                <a:ext uri="{FF2B5EF4-FFF2-40B4-BE49-F238E27FC236}">
                  <a16:creationId xmlns:a16="http://schemas.microsoft.com/office/drawing/2014/main" id="{4EF7D0D7-595C-FF0F-806E-60782CD43EE3}"/>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32">
              <a:extLst>
                <a:ext uri="{FF2B5EF4-FFF2-40B4-BE49-F238E27FC236}">
                  <a16:creationId xmlns:a16="http://schemas.microsoft.com/office/drawing/2014/main" id="{7B44B01D-6840-7EA6-C35D-0E8F7B48B89D}"/>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33">
              <a:extLst>
                <a:ext uri="{FF2B5EF4-FFF2-40B4-BE49-F238E27FC236}">
                  <a16:creationId xmlns:a16="http://schemas.microsoft.com/office/drawing/2014/main" id="{E40BDBA1-7C60-EDBB-5DA6-B258F1FAA38E}"/>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34">
              <a:extLst>
                <a:ext uri="{FF2B5EF4-FFF2-40B4-BE49-F238E27FC236}">
                  <a16:creationId xmlns:a16="http://schemas.microsoft.com/office/drawing/2014/main" id="{0CD5999C-4F11-01F5-5609-0159C2729820}"/>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35">
              <a:extLst>
                <a:ext uri="{FF2B5EF4-FFF2-40B4-BE49-F238E27FC236}">
                  <a16:creationId xmlns:a16="http://schemas.microsoft.com/office/drawing/2014/main" id="{BA27768B-7B50-62BC-0558-E17F38B72FD4}"/>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36">
              <a:extLst>
                <a:ext uri="{FF2B5EF4-FFF2-40B4-BE49-F238E27FC236}">
                  <a16:creationId xmlns:a16="http://schemas.microsoft.com/office/drawing/2014/main" id="{5F2F1D2E-367F-9CC7-AFA1-01D58B98C790}"/>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37">
              <a:extLst>
                <a:ext uri="{FF2B5EF4-FFF2-40B4-BE49-F238E27FC236}">
                  <a16:creationId xmlns:a16="http://schemas.microsoft.com/office/drawing/2014/main" id="{0AE67817-3AEA-BE08-A3C2-6E00EA272090}"/>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38">
              <a:extLst>
                <a:ext uri="{FF2B5EF4-FFF2-40B4-BE49-F238E27FC236}">
                  <a16:creationId xmlns:a16="http://schemas.microsoft.com/office/drawing/2014/main" id="{45855653-FD5F-3BA5-8728-E2FA55F45505}"/>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39">
              <a:extLst>
                <a:ext uri="{FF2B5EF4-FFF2-40B4-BE49-F238E27FC236}">
                  <a16:creationId xmlns:a16="http://schemas.microsoft.com/office/drawing/2014/main" id="{F13D5EAF-63E3-611C-4828-38F11C546A90}"/>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40">
              <a:extLst>
                <a:ext uri="{FF2B5EF4-FFF2-40B4-BE49-F238E27FC236}">
                  <a16:creationId xmlns:a16="http://schemas.microsoft.com/office/drawing/2014/main" id="{444BCA11-96CB-A837-5FDA-679C048BC7BE}"/>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41">
              <a:extLst>
                <a:ext uri="{FF2B5EF4-FFF2-40B4-BE49-F238E27FC236}">
                  <a16:creationId xmlns:a16="http://schemas.microsoft.com/office/drawing/2014/main" id="{3585B5E0-7C60-5673-042C-B54576D4AA6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42">
              <a:extLst>
                <a:ext uri="{FF2B5EF4-FFF2-40B4-BE49-F238E27FC236}">
                  <a16:creationId xmlns:a16="http://schemas.microsoft.com/office/drawing/2014/main" id="{37274777-62CB-6187-C39B-04667C5AD3A7}"/>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43">
              <a:extLst>
                <a:ext uri="{FF2B5EF4-FFF2-40B4-BE49-F238E27FC236}">
                  <a16:creationId xmlns:a16="http://schemas.microsoft.com/office/drawing/2014/main" id="{4A7DCE45-E3A4-4FBE-AC3A-38FCD110C66B}"/>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44">
              <a:extLst>
                <a:ext uri="{FF2B5EF4-FFF2-40B4-BE49-F238E27FC236}">
                  <a16:creationId xmlns:a16="http://schemas.microsoft.com/office/drawing/2014/main" id="{05D5CE3F-D685-0977-AAB1-847EF9E0E055}"/>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45">
              <a:extLst>
                <a:ext uri="{FF2B5EF4-FFF2-40B4-BE49-F238E27FC236}">
                  <a16:creationId xmlns:a16="http://schemas.microsoft.com/office/drawing/2014/main" id="{08235FF1-895B-94D9-2F22-32F21492E6DF}"/>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46">
              <a:extLst>
                <a:ext uri="{FF2B5EF4-FFF2-40B4-BE49-F238E27FC236}">
                  <a16:creationId xmlns:a16="http://schemas.microsoft.com/office/drawing/2014/main" id="{6FE4A0ED-1A7B-B8E1-EA5A-10E80CCAC8FA}"/>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47">
              <a:extLst>
                <a:ext uri="{FF2B5EF4-FFF2-40B4-BE49-F238E27FC236}">
                  <a16:creationId xmlns:a16="http://schemas.microsoft.com/office/drawing/2014/main" id="{300E1311-06E2-1762-9702-B7BCCAFCF89E}"/>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48">
              <a:extLst>
                <a:ext uri="{FF2B5EF4-FFF2-40B4-BE49-F238E27FC236}">
                  <a16:creationId xmlns:a16="http://schemas.microsoft.com/office/drawing/2014/main" id="{56F5D443-6158-87F6-2218-197ABA92F2C7}"/>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49">
              <a:extLst>
                <a:ext uri="{FF2B5EF4-FFF2-40B4-BE49-F238E27FC236}">
                  <a16:creationId xmlns:a16="http://schemas.microsoft.com/office/drawing/2014/main" id="{AEB846F9-3537-4A54-E909-11857DCDC1E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50">
              <a:extLst>
                <a:ext uri="{FF2B5EF4-FFF2-40B4-BE49-F238E27FC236}">
                  <a16:creationId xmlns:a16="http://schemas.microsoft.com/office/drawing/2014/main" id="{F2D17992-103C-32B9-57AE-CCE58B4008C4}"/>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51">
              <a:extLst>
                <a:ext uri="{FF2B5EF4-FFF2-40B4-BE49-F238E27FC236}">
                  <a16:creationId xmlns:a16="http://schemas.microsoft.com/office/drawing/2014/main" id="{5ED68038-FF4D-42FC-5A48-370FD83F815E}"/>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52">
              <a:extLst>
                <a:ext uri="{FF2B5EF4-FFF2-40B4-BE49-F238E27FC236}">
                  <a16:creationId xmlns:a16="http://schemas.microsoft.com/office/drawing/2014/main" id="{6A8C23FF-CAAA-B357-80FE-039E265D11CF}"/>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53">
              <a:extLst>
                <a:ext uri="{FF2B5EF4-FFF2-40B4-BE49-F238E27FC236}">
                  <a16:creationId xmlns:a16="http://schemas.microsoft.com/office/drawing/2014/main" id="{F8A8B40C-35DF-CC7F-ACF9-398CA68E678C}"/>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54">
              <a:extLst>
                <a:ext uri="{FF2B5EF4-FFF2-40B4-BE49-F238E27FC236}">
                  <a16:creationId xmlns:a16="http://schemas.microsoft.com/office/drawing/2014/main" id="{2A615B7E-1F34-D6C8-1AF8-A20FB8085DFA}"/>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55">
              <a:extLst>
                <a:ext uri="{FF2B5EF4-FFF2-40B4-BE49-F238E27FC236}">
                  <a16:creationId xmlns:a16="http://schemas.microsoft.com/office/drawing/2014/main" id="{D3B3C5DD-7C77-FFBD-7CBD-27AFA2B628BE}"/>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56">
              <a:extLst>
                <a:ext uri="{FF2B5EF4-FFF2-40B4-BE49-F238E27FC236}">
                  <a16:creationId xmlns:a16="http://schemas.microsoft.com/office/drawing/2014/main" id="{D992386E-087F-B954-1935-02235936DD3F}"/>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57">
              <a:extLst>
                <a:ext uri="{FF2B5EF4-FFF2-40B4-BE49-F238E27FC236}">
                  <a16:creationId xmlns:a16="http://schemas.microsoft.com/office/drawing/2014/main" id="{63ED6B22-5E7F-E0D7-160F-F9956C9A846E}"/>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58">
              <a:extLst>
                <a:ext uri="{FF2B5EF4-FFF2-40B4-BE49-F238E27FC236}">
                  <a16:creationId xmlns:a16="http://schemas.microsoft.com/office/drawing/2014/main" id="{22D06B6F-DB9C-748D-751A-CB9F71075D62}"/>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59">
              <a:extLst>
                <a:ext uri="{FF2B5EF4-FFF2-40B4-BE49-F238E27FC236}">
                  <a16:creationId xmlns:a16="http://schemas.microsoft.com/office/drawing/2014/main" id="{0F865D8A-16F5-F96A-B0BF-B0EBAFC62832}"/>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60">
              <a:extLst>
                <a:ext uri="{FF2B5EF4-FFF2-40B4-BE49-F238E27FC236}">
                  <a16:creationId xmlns:a16="http://schemas.microsoft.com/office/drawing/2014/main" id="{01F96F9F-5682-9A07-8D4A-1F5B753DDE15}"/>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61">
              <a:extLst>
                <a:ext uri="{FF2B5EF4-FFF2-40B4-BE49-F238E27FC236}">
                  <a16:creationId xmlns:a16="http://schemas.microsoft.com/office/drawing/2014/main" id="{A4BA85FB-2EE3-961B-B2DE-A5ABA28882B8}"/>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62">
              <a:extLst>
                <a:ext uri="{FF2B5EF4-FFF2-40B4-BE49-F238E27FC236}">
                  <a16:creationId xmlns:a16="http://schemas.microsoft.com/office/drawing/2014/main" id="{2A52213A-8D71-DAC4-9BE8-E4763CA432A1}"/>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63">
              <a:extLst>
                <a:ext uri="{FF2B5EF4-FFF2-40B4-BE49-F238E27FC236}">
                  <a16:creationId xmlns:a16="http://schemas.microsoft.com/office/drawing/2014/main" id="{6D7CEB3C-6938-E909-D0CE-3C7DCA7CC0FC}"/>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64">
              <a:extLst>
                <a:ext uri="{FF2B5EF4-FFF2-40B4-BE49-F238E27FC236}">
                  <a16:creationId xmlns:a16="http://schemas.microsoft.com/office/drawing/2014/main" id="{04F80D83-CE31-FF1E-10B5-3F7E0B35AC76}"/>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65">
              <a:extLst>
                <a:ext uri="{FF2B5EF4-FFF2-40B4-BE49-F238E27FC236}">
                  <a16:creationId xmlns:a16="http://schemas.microsoft.com/office/drawing/2014/main" id="{E29FC694-5992-BE81-4991-FD5EFF068979}"/>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66">
              <a:extLst>
                <a:ext uri="{FF2B5EF4-FFF2-40B4-BE49-F238E27FC236}">
                  <a16:creationId xmlns:a16="http://schemas.microsoft.com/office/drawing/2014/main" id="{9F09B8DD-976B-1518-A27B-052706A176F2}"/>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67">
              <a:extLst>
                <a:ext uri="{FF2B5EF4-FFF2-40B4-BE49-F238E27FC236}">
                  <a16:creationId xmlns:a16="http://schemas.microsoft.com/office/drawing/2014/main" id="{D022D510-F090-DAD2-7FCE-512C457743EA}"/>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68">
              <a:extLst>
                <a:ext uri="{FF2B5EF4-FFF2-40B4-BE49-F238E27FC236}">
                  <a16:creationId xmlns:a16="http://schemas.microsoft.com/office/drawing/2014/main" id="{76A39897-6A70-C9D3-1609-57E781408BA3}"/>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69">
              <a:extLst>
                <a:ext uri="{FF2B5EF4-FFF2-40B4-BE49-F238E27FC236}">
                  <a16:creationId xmlns:a16="http://schemas.microsoft.com/office/drawing/2014/main" id="{13344ED2-E47A-5D6B-153B-041DF3F5981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70">
              <a:extLst>
                <a:ext uri="{FF2B5EF4-FFF2-40B4-BE49-F238E27FC236}">
                  <a16:creationId xmlns:a16="http://schemas.microsoft.com/office/drawing/2014/main" id="{332BC302-3580-BB5E-1053-587ACD99B82B}"/>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71">
              <a:extLst>
                <a:ext uri="{FF2B5EF4-FFF2-40B4-BE49-F238E27FC236}">
                  <a16:creationId xmlns:a16="http://schemas.microsoft.com/office/drawing/2014/main" id="{6405E5DF-9A4A-AE2D-60A9-286E671FFAC3}"/>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72">
              <a:extLst>
                <a:ext uri="{FF2B5EF4-FFF2-40B4-BE49-F238E27FC236}">
                  <a16:creationId xmlns:a16="http://schemas.microsoft.com/office/drawing/2014/main" id="{06C41179-CB49-6EC4-8D35-7C54251D72B5}"/>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73">
              <a:extLst>
                <a:ext uri="{FF2B5EF4-FFF2-40B4-BE49-F238E27FC236}">
                  <a16:creationId xmlns:a16="http://schemas.microsoft.com/office/drawing/2014/main" id="{2ABAA06B-5ADA-6899-B00B-D7E183D177A1}"/>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74">
              <a:extLst>
                <a:ext uri="{FF2B5EF4-FFF2-40B4-BE49-F238E27FC236}">
                  <a16:creationId xmlns:a16="http://schemas.microsoft.com/office/drawing/2014/main" id="{DC504B26-9EE3-CBC8-AEB9-5CC172787EF3}"/>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75">
              <a:extLst>
                <a:ext uri="{FF2B5EF4-FFF2-40B4-BE49-F238E27FC236}">
                  <a16:creationId xmlns:a16="http://schemas.microsoft.com/office/drawing/2014/main" id="{5CC5758C-B14E-07A9-D424-AD508E0E1BB9}"/>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76">
              <a:extLst>
                <a:ext uri="{FF2B5EF4-FFF2-40B4-BE49-F238E27FC236}">
                  <a16:creationId xmlns:a16="http://schemas.microsoft.com/office/drawing/2014/main" id="{1B3D3D30-2B2F-9A30-E2A2-31D061D23C20}"/>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77">
              <a:extLst>
                <a:ext uri="{FF2B5EF4-FFF2-40B4-BE49-F238E27FC236}">
                  <a16:creationId xmlns:a16="http://schemas.microsoft.com/office/drawing/2014/main" id="{80808BB6-E0CF-FFD7-721A-D654E580A1C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78">
              <a:extLst>
                <a:ext uri="{FF2B5EF4-FFF2-40B4-BE49-F238E27FC236}">
                  <a16:creationId xmlns:a16="http://schemas.microsoft.com/office/drawing/2014/main" id="{28A9C1B4-741E-E9F8-B187-28B55B65DE7E}"/>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79">
              <a:extLst>
                <a:ext uri="{FF2B5EF4-FFF2-40B4-BE49-F238E27FC236}">
                  <a16:creationId xmlns:a16="http://schemas.microsoft.com/office/drawing/2014/main" id="{B7A8EF41-3B01-B865-83CC-6E34DC74EF63}"/>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80">
              <a:extLst>
                <a:ext uri="{FF2B5EF4-FFF2-40B4-BE49-F238E27FC236}">
                  <a16:creationId xmlns:a16="http://schemas.microsoft.com/office/drawing/2014/main" id="{390DDD7A-8484-8311-AEC5-1D2BEBF1DA90}"/>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81">
              <a:extLst>
                <a:ext uri="{FF2B5EF4-FFF2-40B4-BE49-F238E27FC236}">
                  <a16:creationId xmlns:a16="http://schemas.microsoft.com/office/drawing/2014/main" id="{DDE693BE-A6F3-37AA-47BF-C9E03BFCD613}"/>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82">
              <a:extLst>
                <a:ext uri="{FF2B5EF4-FFF2-40B4-BE49-F238E27FC236}">
                  <a16:creationId xmlns:a16="http://schemas.microsoft.com/office/drawing/2014/main" id="{BC352150-A221-08EC-6E84-4C76CD5FE5E2}"/>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83">
              <a:extLst>
                <a:ext uri="{FF2B5EF4-FFF2-40B4-BE49-F238E27FC236}">
                  <a16:creationId xmlns:a16="http://schemas.microsoft.com/office/drawing/2014/main" id="{5AB8FB90-0CAD-84FE-C307-4596EB79097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84">
              <a:extLst>
                <a:ext uri="{FF2B5EF4-FFF2-40B4-BE49-F238E27FC236}">
                  <a16:creationId xmlns:a16="http://schemas.microsoft.com/office/drawing/2014/main" id="{B46465A8-6623-B4D0-935B-5FFADA3216F0}"/>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85">
              <a:extLst>
                <a:ext uri="{FF2B5EF4-FFF2-40B4-BE49-F238E27FC236}">
                  <a16:creationId xmlns:a16="http://schemas.microsoft.com/office/drawing/2014/main" id="{CCCAA780-B06A-0521-055A-8C6ACA92CA7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86">
              <a:extLst>
                <a:ext uri="{FF2B5EF4-FFF2-40B4-BE49-F238E27FC236}">
                  <a16:creationId xmlns:a16="http://schemas.microsoft.com/office/drawing/2014/main" id="{74323A97-1D4A-7C06-4BA0-E2DB03284A6D}"/>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87">
              <a:extLst>
                <a:ext uri="{FF2B5EF4-FFF2-40B4-BE49-F238E27FC236}">
                  <a16:creationId xmlns:a16="http://schemas.microsoft.com/office/drawing/2014/main" id="{C80DC68C-D717-1E01-8E01-5176A497F5A2}"/>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788">
              <a:extLst>
                <a:ext uri="{FF2B5EF4-FFF2-40B4-BE49-F238E27FC236}">
                  <a16:creationId xmlns:a16="http://schemas.microsoft.com/office/drawing/2014/main" id="{613D6CA4-C9A7-C065-8429-C1CC7A5C050D}"/>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789">
              <a:extLst>
                <a:ext uri="{FF2B5EF4-FFF2-40B4-BE49-F238E27FC236}">
                  <a16:creationId xmlns:a16="http://schemas.microsoft.com/office/drawing/2014/main" id="{45F747CD-D7B0-3EF9-EC3B-049E854D61D6}"/>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790">
              <a:extLst>
                <a:ext uri="{FF2B5EF4-FFF2-40B4-BE49-F238E27FC236}">
                  <a16:creationId xmlns:a16="http://schemas.microsoft.com/office/drawing/2014/main" id="{6373C32A-54BA-A43E-AE73-0575F7146638}"/>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791">
              <a:extLst>
                <a:ext uri="{FF2B5EF4-FFF2-40B4-BE49-F238E27FC236}">
                  <a16:creationId xmlns:a16="http://schemas.microsoft.com/office/drawing/2014/main" id="{F6A81036-1F69-E0CE-4715-AD290B9E22D4}"/>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792">
              <a:extLst>
                <a:ext uri="{FF2B5EF4-FFF2-40B4-BE49-F238E27FC236}">
                  <a16:creationId xmlns:a16="http://schemas.microsoft.com/office/drawing/2014/main" id="{71ABFCBE-B381-AA61-3BF2-097025CED6AE}"/>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793">
              <a:extLst>
                <a:ext uri="{FF2B5EF4-FFF2-40B4-BE49-F238E27FC236}">
                  <a16:creationId xmlns:a16="http://schemas.microsoft.com/office/drawing/2014/main" id="{578FA582-8618-7956-848E-DFA3ADD01892}"/>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794">
              <a:extLst>
                <a:ext uri="{FF2B5EF4-FFF2-40B4-BE49-F238E27FC236}">
                  <a16:creationId xmlns:a16="http://schemas.microsoft.com/office/drawing/2014/main" id="{61970906-FF15-62E7-8FAC-A7FC14FAF3F0}"/>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795">
              <a:extLst>
                <a:ext uri="{FF2B5EF4-FFF2-40B4-BE49-F238E27FC236}">
                  <a16:creationId xmlns:a16="http://schemas.microsoft.com/office/drawing/2014/main" id="{B419B5D6-1A38-E470-A0FC-161DC3C3269D}"/>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796">
              <a:extLst>
                <a:ext uri="{FF2B5EF4-FFF2-40B4-BE49-F238E27FC236}">
                  <a16:creationId xmlns:a16="http://schemas.microsoft.com/office/drawing/2014/main" id="{FA410EBF-99BF-F44E-7CEF-A389129E0A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797">
              <a:extLst>
                <a:ext uri="{FF2B5EF4-FFF2-40B4-BE49-F238E27FC236}">
                  <a16:creationId xmlns:a16="http://schemas.microsoft.com/office/drawing/2014/main" id="{3DCFBBF8-A3EC-6E72-6A36-769283A1A00B}"/>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798">
              <a:extLst>
                <a:ext uri="{FF2B5EF4-FFF2-40B4-BE49-F238E27FC236}">
                  <a16:creationId xmlns:a16="http://schemas.microsoft.com/office/drawing/2014/main" id="{CB697A06-C413-4605-04AD-5D676593A553}"/>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799">
              <a:extLst>
                <a:ext uri="{FF2B5EF4-FFF2-40B4-BE49-F238E27FC236}">
                  <a16:creationId xmlns:a16="http://schemas.microsoft.com/office/drawing/2014/main" id="{DA2CD0C7-12B0-BA95-0041-E9B9A83E9A79}"/>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00">
              <a:extLst>
                <a:ext uri="{FF2B5EF4-FFF2-40B4-BE49-F238E27FC236}">
                  <a16:creationId xmlns:a16="http://schemas.microsoft.com/office/drawing/2014/main" id="{5C4C697A-561E-15A4-FABE-22DC3FFFFEE4}"/>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01">
              <a:extLst>
                <a:ext uri="{FF2B5EF4-FFF2-40B4-BE49-F238E27FC236}">
                  <a16:creationId xmlns:a16="http://schemas.microsoft.com/office/drawing/2014/main" id="{C4AE60C6-ADF7-21CB-A454-F2728AB44F2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02">
              <a:extLst>
                <a:ext uri="{FF2B5EF4-FFF2-40B4-BE49-F238E27FC236}">
                  <a16:creationId xmlns:a16="http://schemas.microsoft.com/office/drawing/2014/main" id="{B61907D5-1D8A-6CA2-4E51-E2755EF106FE}"/>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0" name="Freeform 803">
              <a:extLst>
                <a:ext uri="{FF2B5EF4-FFF2-40B4-BE49-F238E27FC236}">
                  <a16:creationId xmlns:a16="http://schemas.microsoft.com/office/drawing/2014/main" id="{D85C1B5E-650F-FBB2-4827-DBD91BC15F8A}"/>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804">
              <a:extLst>
                <a:ext uri="{FF2B5EF4-FFF2-40B4-BE49-F238E27FC236}">
                  <a16:creationId xmlns:a16="http://schemas.microsoft.com/office/drawing/2014/main" id="{81AFA3C6-9AB8-7514-20D1-F5F979FC4683}"/>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805">
              <a:extLst>
                <a:ext uri="{FF2B5EF4-FFF2-40B4-BE49-F238E27FC236}">
                  <a16:creationId xmlns:a16="http://schemas.microsoft.com/office/drawing/2014/main" id="{4D44E183-87C8-B8DC-F0C9-F68FD4C4FE4C}"/>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806">
              <a:extLst>
                <a:ext uri="{FF2B5EF4-FFF2-40B4-BE49-F238E27FC236}">
                  <a16:creationId xmlns:a16="http://schemas.microsoft.com/office/drawing/2014/main" id="{F2B215A0-33EE-0925-5972-3B043A2788B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807">
              <a:extLst>
                <a:ext uri="{FF2B5EF4-FFF2-40B4-BE49-F238E27FC236}">
                  <a16:creationId xmlns:a16="http://schemas.microsoft.com/office/drawing/2014/main" id="{8039C3EF-E0F3-2044-CB14-54C3CE2B1FA9}"/>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808">
              <a:extLst>
                <a:ext uri="{FF2B5EF4-FFF2-40B4-BE49-F238E27FC236}">
                  <a16:creationId xmlns:a16="http://schemas.microsoft.com/office/drawing/2014/main" id="{5719076D-C88A-2B9C-3299-01AE746831C7}"/>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809">
              <a:extLst>
                <a:ext uri="{FF2B5EF4-FFF2-40B4-BE49-F238E27FC236}">
                  <a16:creationId xmlns:a16="http://schemas.microsoft.com/office/drawing/2014/main" id="{D90AB2AD-01CE-3482-BE0E-6989899A52C7}"/>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810">
              <a:extLst>
                <a:ext uri="{FF2B5EF4-FFF2-40B4-BE49-F238E27FC236}">
                  <a16:creationId xmlns:a16="http://schemas.microsoft.com/office/drawing/2014/main" id="{03564265-DEAF-C3E1-8A21-B88B19532A16}"/>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811">
              <a:extLst>
                <a:ext uri="{FF2B5EF4-FFF2-40B4-BE49-F238E27FC236}">
                  <a16:creationId xmlns:a16="http://schemas.microsoft.com/office/drawing/2014/main" id="{9E489448-432E-5557-89EE-4E19D20EB46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812">
              <a:extLst>
                <a:ext uri="{FF2B5EF4-FFF2-40B4-BE49-F238E27FC236}">
                  <a16:creationId xmlns:a16="http://schemas.microsoft.com/office/drawing/2014/main" id="{2C9EE83E-C357-6478-CE9F-9F043CDBD847}"/>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813">
              <a:extLst>
                <a:ext uri="{FF2B5EF4-FFF2-40B4-BE49-F238E27FC236}">
                  <a16:creationId xmlns:a16="http://schemas.microsoft.com/office/drawing/2014/main" id="{0E696E67-F99D-01A6-F7C4-98065C1B23D4}"/>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814">
              <a:extLst>
                <a:ext uri="{FF2B5EF4-FFF2-40B4-BE49-F238E27FC236}">
                  <a16:creationId xmlns:a16="http://schemas.microsoft.com/office/drawing/2014/main" id="{E23B285C-B2F0-B2EC-067B-065603FEE518}"/>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42" name="Red text">
            <a:extLst>
              <a:ext uri="{FF2B5EF4-FFF2-40B4-BE49-F238E27FC236}">
                <a16:creationId xmlns:a16="http://schemas.microsoft.com/office/drawing/2014/main" id="{DEFAB210-4864-B281-E253-63276DF6F49A}"/>
              </a:ext>
            </a:extLst>
          </p:cNvPr>
          <p:cNvSpPr txBox="1"/>
          <p:nvPr/>
        </p:nvSpPr>
        <p:spPr>
          <a:xfrm>
            <a:off x="5016330" y="1541447"/>
            <a:ext cx="216918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Today’s agenda</a:t>
            </a:r>
          </a:p>
        </p:txBody>
      </p:sp>
      <p:sp>
        <p:nvSpPr>
          <p:cNvPr id="243" name="!!Line1">
            <a:extLst>
              <a:ext uri="{FF2B5EF4-FFF2-40B4-BE49-F238E27FC236}">
                <a16:creationId xmlns:a16="http://schemas.microsoft.com/office/drawing/2014/main" id="{12381392-9F14-18CC-5B9A-679CA1F70F6D}"/>
              </a:ext>
            </a:extLst>
          </p:cNvPr>
          <p:cNvSpPr txBox="1"/>
          <p:nvPr/>
        </p:nvSpPr>
        <p:spPr>
          <a:xfrm>
            <a:off x="1394406" y="2781509"/>
            <a:ext cx="2956259" cy="400110"/>
          </a:xfrm>
          <a:prstGeom prst="rect">
            <a:avLst/>
          </a:prstGeom>
          <a:noFill/>
        </p:spPr>
        <p:txBody>
          <a:bodyPr wrap="none" rtlCol="0">
            <a:spAutoFit/>
          </a:bodyPr>
          <a:lstStyle/>
          <a:p>
            <a:r>
              <a:rPr lang="en-US" sz="2000" dirty="0">
                <a:solidFill>
                  <a:srgbClr val="2D3E50"/>
                </a:solidFill>
                <a:latin typeface="Roboto" panose="02000000000000000000" pitchFamily="2" charset="0"/>
                <a:ea typeface="Roboto" panose="02000000000000000000" pitchFamily="2" charset="0"/>
              </a:rPr>
              <a:t>Why so anti-cloud, </a:t>
            </a:r>
            <a:r>
              <a:rPr lang="en-US" sz="2000" dirty="0" err="1">
                <a:solidFill>
                  <a:srgbClr val="2D3E50"/>
                </a:solidFill>
                <a:latin typeface="Roboto" panose="02000000000000000000" pitchFamily="2" charset="0"/>
                <a:ea typeface="Roboto" panose="02000000000000000000" pitchFamily="2" charset="0"/>
              </a:rPr>
              <a:t>bruh</a:t>
            </a:r>
            <a:r>
              <a:rPr lang="en-US" sz="2000" dirty="0">
                <a:solidFill>
                  <a:srgbClr val="2D3E50"/>
                </a:solidFill>
                <a:latin typeface="Roboto" panose="02000000000000000000" pitchFamily="2" charset="0"/>
                <a:ea typeface="Roboto" panose="02000000000000000000" pitchFamily="2" charset="0"/>
              </a:rPr>
              <a:t>?</a:t>
            </a:r>
            <a:endParaRPr lang="en-US" sz="2000" dirty="0">
              <a:solidFill>
                <a:srgbClr val="2D3E50"/>
              </a:solidFill>
            </a:endParaRPr>
          </a:p>
        </p:txBody>
      </p:sp>
      <p:pic>
        <p:nvPicPr>
          <p:cNvPr id="244" name="Bulb 1">
            <a:extLst>
              <a:ext uri="{FF2B5EF4-FFF2-40B4-BE49-F238E27FC236}">
                <a16:creationId xmlns:a16="http://schemas.microsoft.com/office/drawing/2014/main" id="{A2F508EB-CB82-01DE-A237-966CEEC3A9E1}"/>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1056902" y="2773792"/>
            <a:ext cx="426028" cy="400110"/>
          </a:xfrm>
          <a:prstGeom prst="rect">
            <a:avLst/>
          </a:prstGeom>
        </p:spPr>
      </p:pic>
      <p:sp>
        <p:nvSpPr>
          <p:cNvPr id="245" name="Line 3">
            <a:extLst>
              <a:ext uri="{FF2B5EF4-FFF2-40B4-BE49-F238E27FC236}">
                <a16:creationId xmlns:a16="http://schemas.microsoft.com/office/drawing/2014/main" id="{F0FB77E4-7EDB-BFB1-D2FE-BC7F26A91CF3}"/>
              </a:ext>
            </a:extLst>
          </p:cNvPr>
          <p:cNvSpPr txBox="1"/>
          <p:nvPr/>
        </p:nvSpPr>
        <p:spPr>
          <a:xfrm>
            <a:off x="1394406" y="3276272"/>
            <a:ext cx="4267515" cy="400110"/>
          </a:xfrm>
          <a:prstGeom prst="rect">
            <a:avLst/>
          </a:prstGeom>
          <a:noFill/>
        </p:spPr>
        <p:txBody>
          <a:bodyPr wrap="none" rtlCol="0">
            <a:spAutoFit/>
          </a:bodyPr>
          <a:lstStyle/>
          <a:p>
            <a:r>
              <a:rPr lang="en-US" sz="2000" dirty="0">
                <a:solidFill>
                  <a:srgbClr val="2D3E50"/>
                </a:solidFill>
                <a:latin typeface="Roboto" panose="02000000000000000000" pitchFamily="2" charset="0"/>
                <a:ea typeface="Roboto" panose="02000000000000000000" pitchFamily="2" charset="0"/>
              </a:rPr>
              <a:t>Z-Wave </a:t>
            </a:r>
            <a:r>
              <a:rPr lang="en-US" sz="2000" dirty="0">
                <a:solidFill>
                  <a:srgbClr val="2D3E50"/>
                </a:solidFill>
                <a:latin typeface="Roboto Thin" panose="02000000000000000000" pitchFamily="2" charset="0"/>
                <a:ea typeface="Roboto Thin" panose="02000000000000000000" pitchFamily="2" charset="0"/>
              </a:rPr>
              <a:t>vs</a:t>
            </a:r>
            <a:r>
              <a:rPr lang="en-US" sz="2000" dirty="0">
                <a:solidFill>
                  <a:srgbClr val="2D3E50"/>
                </a:solidFill>
                <a:latin typeface="Roboto" panose="02000000000000000000" pitchFamily="2" charset="0"/>
                <a:ea typeface="Roboto" panose="02000000000000000000" pitchFamily="2" charset="0"/>
              </a:rPr>
              <a:t> Zigbee </a:t>
            </a:r>
            <a:r>
              <a:rPr lang="en-US" sz="2000" dirty="0">
                <a:solidFill>
                  <a:srgbClr val="2D3E50"/>
                </a:solidFill>
                <a:latin typeface="Roboto Thin" panose="02000000000000000000" pitchFamily="2" charset="0"/>
                <a:ea typeface="Roboto Thin" panose="02000000000000000000" pitchFamily="2" charset="0"/>
              </a:rPr>
              <a:t>vs</a:t>
            </a:r>
            <a:r>
              <a:rPr lang="en-US" sz="2000" dirty="0">
                <a:solidFill>
                  <a:srgbClr val="2D3E50"/>
                </a:solidFill>
                <a:latin typeface="Roboto" panose="02000000000000000000" pitchFamily="2" charset="0"/>
                <a:ea typeface="Roboto" panose="02000000000000000000" pitchFamily="2" charset="0"/>
              </a:rPr>
              <a:t> Wi-Fi </a:t>
            </a:r>
            <a:r>
              <a:rPr lang="en-US" sz="2000" dirty="0">
                <a:solidFill>
                  <a:srgbClr val="2D3E50"/>
                </a:solidFill>
                <a:latin typeface="Roboto Thin" panose="02000000000000000000" pitchFamily="2" charset="0"/>
                <a:ea typeface="Roboto Thin" panose="02000000000000000000" pitchFamily="2" charset="0"/>
              </a:rPr>
              <a:t>vs</a:t>
            </a:r>
            <a:r>
              <a:rPr lang="en-US" sz="2000" dirty="0">
                <a:solidFill>
                  <a:srgbClr val="2D3E50"/>
                </a:solidFill>
                <a:latin typeface="Roboto" panose="02000000000000000000" pitchFamily="2" charset="0"/>
                <a:ea typeface="Roboto" panose="02000000000000000000" pitchFamily="2" charset="0"/>
              </a:rPr>
              <a:t> Matter</a:t>
            </a:r>
          </a:p>
        </p:txBody>
      </p:sp>
      <p:pic>
        <p:nvPicPr>
          <p:cNvPr id="246" name="Bulb 3">
            <a:extLst>
              <a:ext uri="{FF2B5EF4-FFF2-40B4-BE49-F238E27FC236}">
                <a16:creationId xmlns:a16="http://schemas.microsoft.com/office/drawing/2014/main" id="{8FCF10D1-0DA1-B781-3AD2-4A9789E47A2A}"/>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1053229" y="3268162"/>
            <a:ext cx="426028" cy="400110"/>
          </a:xfrm>
          <a:prstGeom prst="rect">
            <a:avLst/>
          </a:prstGeom>
        </p:spPr>
      </p:pic>
      <p:sp>
        <p:nvSpPr>
          <p:cNvPr id="247" name="Line 4">
            <a:extLst>
              <a:ext uri="{FF2B5EF4-FFF2-40B4-BE49-F238E27FC236}">
                <a16:creationId xmlns:a16="http://schemas.microsoft.com/office/drawing/2014/main" id="{58D9B820-4676-DBA7-B8C9-8E24ADB63D6D}"/>
              </a:ext>
            </a:extLst>
          </p:cNvPr>
          <p:cNvSpPr txBox="1"/>
          <p:nvPr/>
        </p:nvSpPr>
        <p:spPr>
          <a:xfrm>
            <a:off x="1394406" y="3776673"/>
            <a:ext cx="4317207" cy="400110"/>
          </a:xfrm>
          <a:prstGeom prst="rect">
            <a:avLst/>
          </a:prstGeom>
          <a:noFill/>
        </p:spPr>
        <p:txBody>
          <a:bodyPr wrap="none" rtlCol="0">
            <a:spAutoFit/>
          </a:bodyPr>
          <a:lstStyle/>
          <a:p>
            <a:r>
              <a:rPr lang="en-US" sz="2000" dirty="0">
                <a:solidFill>
                  <a:srgbClr val="2D3E50"/>
                </a:solidFill>
                <a:latin typeface="Roboto" panose="02000000000000000000" pitchFamily="2" charset="0"/>
                <a:ea typeface="Roboto" panose="02000000000000000000" pitchFamily="2" charset="0"/>
              </a:rPr>
              <a:t>Getting started with Home Assistant</a:t>
            </a:r>
          </a:p>
        </p:txBody>
      </p:sp>
      <p:pic>
        <p:nvPicPr>
          <p:cNvPr id="248" name="Bulb 4">
            <a:extLst>
              <a:ext uri="{FF2B5EF4-FFF2-40B4-BE49-F238E27FC236}">
                <a16:creationId xmlns:a16="http://schemas.microsoft.com/office/drawing/2014/main" id="{4DCDF3E1-16A7-A6C7-6AF7-1DF5DB35E3CF}"/>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1053229" y="3768563"/>
            <a:ext cx="426028" cy="400110"/>
          </a:xfrm>
          <a:prstGeom prst="rect">
            <a:avLst/>
          </a:prstGeom>
        </p:spPr>
      </p:pic>
      <p:pic>
        <p:nvPicPr>
          <p:cNvPr id="249" name="Bulb 5">
            <a:extLst>
              <a:ext uri="{FF2B5EF4-FFF2-40B4-BE49-F238E27FC236}">
                <a16:creationId xmlns:a16="http://schemas.microsoft.com/office/drawing/2014/main" id="{16B2D821-70A8-67EA-0A9B-B10F4E513186}"/>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1053229" y="4261928"/>
            <a:ext cx="426028" cy="400110"/>
          </a:xfrm>
          <a:prstGeom prst="rect">
            <a:avLst/>
          </a:prstGeom>
        </p:spPr>
      </p:pic>
      <p:sp>
        <p:nvSpPr>
          <p:cNvPr id="250" name="Line 6">
            <a:extLst>
              <a:ext uri="{FF2B5EF4-FFF2-40B4-BE49-F238E27FC236}">
                <a16:creationId xmlns:a16="http://schemas.microsoft.com/office/drawing/2014/main" id="{D70F9818-E47D-3C94-17F8-3F5B63A36B13}"/>
              </a:ext>
            </a:extLst>
          </p:cNvPr>
          <p:cNvSpPr txBox="1"/>
          <p:nvPr/>
        </p:nvSpPr>
        <p:spPr>
          <a:xfrm>
            <a:off x="1394406" y="4767580"/>
            <a:ext cx="1944763" cy="400110"/>
          </a:xfrm>
          <a:prstGeom prst="rect">
            <a:avLst/>
          </a:prstGeom>
          <a:noFill/>
        </p:spPr>
        <p:txBody>
          <a:bodyPr wrap="none" rtlCol="0">
            <a:spAutoFit/>
          </a:bodyPr>
          <a:lstStyle/>
          <a:p>
            <a:r>
              <a:rPr lang="en-US" sz="2000" dirty="0">
                <a:solidFill>
                  <a:srgbClr val="2D3E50"/>
                </a:solidFill>
                <a:latin typeface="Roboto" panose="02000000000000000000" pitchFamily="2" charset="0"/>
                <a:ea typeface="Roboto" panose="02000000000000000000" pitchFamily="2" charset="0"/>
              </a:rPr>
              <a:t>Remote access</a:t>
            </a:r>
          </a:p>
        </p:txBody>
      </p:sp>
      <p:pic>
        <p:nvPicPr>
          <p:cNvPr id="251" name="Bulb 6">
            <a:extLst>
              <a:ext uri="{FF2B5EF4-FFF2-40B4-BE49-F238E27FC236}">
                <a16:creationId xmlns:a16="http://schemas.microsoft.com/office/drawing/2014/main" id="{DDA15F79-60D6-5667-08D2-A807E0B9AF12}"/>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1053229" y="4759470"/>
            <a:ext cx="426028" cy="400110"/>
          </a:xfrm>
          <a:prstGeom prst="rect">
            <a:avLst/>
          </a:prstGeom>
        </p:spPr>
      </p:pic>
      <p:sp>
        <p:nvSpPr>
          <p:cNvPr id="252" name="Line 7">
            <a:extLst>
              <a:ext uri="{FF2B5EF4-FFF2-40B4-BE49-F238E27FC236}">
                <a16:creationId xmlns:a16="http://schemas.microsoft.com/office/drawing/2014/main" id="{4B795B93-BC77-7B2F-9194-5467953F6412}"/>
              </a:ext>
            </a:extLst>
          </p:cNvPr>
          <p:cNvSpPr txBox="1"/>
          <p:nvPr/>
        </p:nvSpPr>
        <p:spPr>
          <a:xfrm>
            <a:off x="1394406" y="5245257"/>
            <a:ext cx="1691489" cy="400110"/>
          </a:xfrm>
          <a:prstGeom prst="rect">
            <a:avLst/>
          </a:prstGeom>
          <a:noFill/>
        </p:spPr>
        <p:txBody>
          <a:bodyPr wrap="none" rtlCol="0">
            <a:spAutoFit/>
          </a:bodyPr>
          <a:lstStyle/>
          <a:p>
            <a:r>
              <a:rPr lang="en-US" sz="2000" dirty="0">
                <a:solidFill>
                  <a:srgbClr val="2D3E50"/>
                </a:solidFill>
                <a:latin typeface="Roboto" panose="02000000000000000000" pitchFamily="2" charset="0"/>
                <a:ea typeface="Roboto" panose="02000000000000000000" pitchFamily="2" charset="0"/>
              </a:rPr>
              <a:t>Voice control</a:t>
            </a:r>
          </a:p>
        </p:txBody>
      </p:sp>
      <p:pic>
        <p:nvPicPr>
          <p:cNvPr id="253" name="Bulb 7">
            <a:extLst>
              <a:ext uri="{FF2B5EF4-FFF2-40B4-BE49-F238E27FC236}">
                <a16:creationId xmlns:a16="http://schemas.microsoft.com/office/drawing/2014/main" id="{B7325BCF-3248-9E14-EB9F-22B5146F32BA}"/>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1053229" y="5237147"/>
            <a:ext cx="426028" cy="400110"/>
          </a:xfrm>
          <a:prstGeom prst="rect">
            <a:avLst/>
          </a:prstGeom>
        </p:spPr>
      </p:pic>
      <p:sp>
        <p:nvSpPr>
          <p:cNvPr id="254" name="Line 5">
            <a:extLst>
              <a:ext uri="{FF2B5EF4-FFF2-40B4-BE49-F238E27FC236}">
                <a16:creationId xmlns:a16="http://schemas.microsoft.com/office/drawing/2014/main" id="{A0041D8B-C133-3CFC-9523-E71C7742F627}"/>
              </a:ext>
            </a:extLst>
          </p:cNvPr>
          <p:cNvSpPr txBox="1"/>
          <p:nvPr/>
        </p:nvSpPr>
        <p:spPr>
          <a:xfrm>
            <a:off x="1394406" y="4270038"/>
            <a:ext cx="636647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Bright ideas for lights, appliances, and more</a:t>
            </a:r>
          </a:p>
        </p:txBody>
      </p:sp>
      <p:pic>
        <p:nvPicPr>
          <p:cNvPr id="256" name="Cloud">
            <a:extLst>
              <a:ext uri="{FF2B5EF4-FFF2-40B4-BE49-F238E27FC236}">
                <a16:creationId xmlns:a16="http://schemas.microsoft.com/office/drawing/2014/main" id="{B078086B-1D09-D51F-27A9-D76761D85659}"/>
              </a:ext>
            </a:extLst>
          </p:cNvPr>
          <p:cNvPicPr>
            <a:picLocks noChangeAspect="1"/>
          </p:cNvPicPr>
          <p:nvPr/>
        </p:nvPicPr>
        <p:blipFill>
          <a:blip r:embed="rId10" cstate="hqprint">
            <a:extLst>
              <a:ext uri="{28A0092B-C50C-407E-A947-70E740481C1C}">
                <a14:useLocalDpi xmlns:a14="http://schemas.microsoft.com/office/drawing/2010/main"/>
              </a:ext>
            </a:extLst>
          </a:blip>
          <a:stretch>
            <a:fillRect/>
          </a:stretch>
        </p:blipFill>
        <p:spPr>
          <a:xfrm>
            <a:off x="5415614" y="-1045387"/>
            <a:ext cx="1380345" cy="1380345"/>
          </a:xfrm>
          <a:prstGeom prst="rect">
            <a:avLst/>
          </a:prstGeom>
        </p:spPr>
      </p:pic>
      <p:sp>
        <p:nvSpPr>
          <p:cNvPr id="15" name="!!Header whiteout">
            <a:extLst>
              <a:ext uri="{FF2B5EF4-FFF2-40B4-BE49-F238E27FC236}">
                <a16:creationId xmlns:a16="http://schemas.microsoft.com/office/drawing/2014/main" id="{9A7077D7-07C7-0CFE-A899-3A1683B406F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3BC9DD3E-7EA9-6C3D-3BBC-0723EF89FF4A}"/>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605147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6"/>
                                        </p:tgtEl>
                                        <p:attrNameLst>
                                          <p:attrName>style.visibility</p:attrName>
                                        </p:attrNameLst>
                                      </p:cBhvr>
                                      <p:to>
                                        <p:strVal val="visible"/>
                                      </p:to>
                                    </p:set>
                                    <p:animEffect transition="in" filter="fade">
                                      <p:cBhvr>
                                        <p:cTn id="7" dur="500"/>
                                        <p:tgtEl>
                                          <p:spTgt spid="2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5"/>
                                        </p:tgtEl>
                                        <p:attrNameLst>
                                          <p:attrName>style.visibility</p:attrName>
                                        </p:attrNameLst>
                                      </p:cBhvr>
                                      <p:to>
                                        <p:strVal val="visible"/>
                                      </p:to>
                                    </p:set>
                                    <p:animEffect transition="in" filter="fade">
                                      <p:cBhvr>
                                        <p:cTn id="10" dur="500"/>
                                        <p:tgtEl>
                                          <p:spTgt spid="24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8"/>
                                        </p:tgtEl>
                                        <p:attrNameLst>
                                          <p:attrName>style.visibility</p:attrName>
                                        </p:attrNameLst>
                                      </p:cBhvr>
                                      <p:to>
                                        <p:strVal val="visible"/>
                                      </p:to>
                                    </p:set>
                                    <p:animEffect transition="in" filter="fade">
                                      <p:cBhvr>
                                        <p:cTn id="15" dur="500"/>
                                        <p:tgtEl>
                                          <p:spTgt spid="24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47"/>
                                        </p:tgtEl>
                                        <p:attrNameLst>
                                          <p:attrName>style.visibility</p:attrName>
                                        </p:attrNameLst>
                                      </p:cBhvr>
                                      <p:to>
                                        <p:strVal val="visible"/>
                                      </p:to>
                                    </p:set>
                                    <p:animEffect transition="in" filter="fade">
                                      <p:cBhvr>
                                        <p:cTn id="18" dur="500"/>
                                        <p:tgtEl>
                                          <p:spTgt spid="24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9"/>
                                        </p:tgtEl>
                                        <p:attrNameLst>
                                          <p:attrName>style.visibility</p:attrName>
                                        </p:attrNameLst>
                                      </p:cBhvr>
                                      <p:to>
                                        <p:strVal val="visible"/>
                                      </p:to>
                                    </p:set>
                                    <p:animEffect transition="in" filter="fade">
                                      <p:cBhvr>
                                        <p:cTn id="23" dur="500"/>
                                        <p:tgtEl>
                                          <p:spTgt spid="24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54"/>
                                        </p:tgtEl>
                                        <p:attrNameLst>
                                          <p:attrName>style.visibility</p:attrName>
                                        </p:attrNameLst>
                                      </p:cBhvr>
                                      <p:to>
                                        <p:strVal val="visible"/>
                                      </p:to>
                                    </p:set>
                                    <p:animEffect transition="in" filter="fade">
                                      <p:cBhvr>
                                        <p:cTn id="26" dur="500"/>
                                        <p:tgtEl>
                                          <p:spTgt spid="25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1"/>
                                        </p:tgtEl>
                                        <p:attrNameLst>
                                          <p:attrName>style.visibility</p:attrName>
                                        </p:attrNameLst>
                                      </p:cBhvr>
                                      <p:to>
                                        <p:strVal val="visible"/>
                                      </p:to>
                                    </p:set>
                                    <p:animEffect transition="in" filter="fade">
                                      <p:cBhvr>
                                        <p:cTn id="31" dur="500"/>
                                        <p:tgtEl>
                                          <p:spTgt spid="25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50"/>
                                        </p:tgtEl>
                                        <p:attrNameLst>
                                          <p:attrName>style.visibility</p:attrName>
                                        </p:attrNameLst>
                                      </p:cBhvr>
                                      <p:to>
                                        <p:strVal val="visible"/>
                                      </p:to>
                                    </p:set>
                                    <p:animEffect transition="in" filter="fade">
                                      <p:cBhvr>
                                        <p:cTn id="34" dur="500"/>
                                        <p:tgtEl>
                                          <p:spTgt spid="25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53"/>
                                        </p:tgtEl>
                                        <p:attrNameLst>
                                          <p:attrName>style.visibility</p:attrName>
                                        </p:attrNameLst>
                                      </p:cBhvr>
                                      <p:to>
                                        <p:strVal val="visible"/>
                                      </p:to>
                                    </p:set>
                                    <p:animEffect transition="in" filter="fade">
                                      <p:cBhvr>
                                        <p:cTn id="39" dur="500"/>
                                        <p:tgtEl>
                                          <p:spTgt spid="25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2"/>
                                        </p:tgtEl>
                                        <p:attrNameLst>
                                          <p:attrName>style.visibility</p:attrName>
                                        </p:attrNameLst>
                                      </p:cBhvr>
                                      <p:to>
                                        <p:strVal val="visible"/>
                                      </p:to>
                                    </p:set>
                                    <p:animEffect transition="in" filter="fade">
                                      <p:cBhvr>
                                        <p:cTn id="42" dur="500"/>
                                        <p:tgtEl>
                                          <p:spTgt spid="2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 grpId="0"/>
      <p:bldP spid="247" grpId="0"/>
      <p:bldP spid="250" grpId="0"/>
      <p:bldP spid="252" grpId="0"/>
      <p:bldP spid="25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Header whiteout - blur">
            <a:extLst>
              <a:ext uri="{FF2B5EF4-FFF2-40B4-BE49-F238E27FC236}">
                <a16:creationId xmlns:a16="http://schemas.microsoft.com/office/drawing/2014/main" id="{FDEED602-0E34-4CE1-A9BE-2DBA0A4168BF}"/>
              </a:ext>
            </a:extLst>
          </p:cNvPr>
          <p:cNvSpPr/>
          <p:nvPr/>
        </p:nvSpPr>
        <p:spPr>
          <a:xfrm>
            <a:off x="1" y="0"/>
            <a:ext cx="12191999" cy="765890"/>
          </a:xfrm>
          <a:prstGeom prst="rect">
            <a:avLst/>
          </a:prstGeom>
          <a:solidFill>
            <a:schemeClr val="bg1"/>
          </a:solid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Line1">
            <a:extLst>
              <a:ext uri="{FF2B5EF4-FFF2-40B4-BE49-F238E27FC236}">
                <a16:creationId xmlns:a16="http://schemas.microsoft.com/office/drawing/2014/main" id="{4399534A-4111-EB33-A786-E34105B9A29B}"/>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8" name="Picture 2" descr="Free Cat Stick Figure, Download Free Cat Stick Figure png images, Free ...">
            <a:extLst>
              <a:ext uri="{FF2B5EF4-FFF2-40B4-BE49-F238E27FC236}">
                <a16:creationId xmlns:a16="http://schemas.microsoft.com/office/drawing/2014/main" id="{6818E2BD-30DF-67F5-7DE1-D8B5BDC945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84961" y="5252147"/>
            <a:ext cx="807148" cy="684991"/>
          </a:xfrm>
          <a:prstGeom prst="rect">
            <a:avLst/>
          </a:prstGeom>
          <a:noFill/>
          <a:extLst>
            <a:ext uri="{909E8E84-426E-40DD-AFC4-6F175D3DCCD1}">
              <a14:hiddenFill xmlns:a14="http://schemas.microsoft.com/office/drawing/2010/main">
                <a:solidFill>
                  <a:srgbClr val="FFFFFF"/>
                </a:solidFill>
              </a14:hiddenFill>
            </a:ext>
          </a:extLst>
        </p:spPr>
      </p:pic>
      <p:pic>
        <p:nvPicPr>
          <p:cNvPr id="9" name="!!House">
            <a:extLst>
              <a:ext uri="{FF2B5EF4-FFF2-40B4-BE49-F238E27FC236}">
                <a16:creationId xmlns:a16="http://schemas.microsoft.com/office/drawing/2014/main" id="{44D8D40E-91DB-B361-F466-BF5B6BF279BF}"/>
              </a:ext>
            </a:extLst>
          </p:cNvPr>
          <p:cNvPicPr>
            <a:picLocks noChangeAspect="1"/>
          </p:cNvPicPr>
          <p:nvPr/>
        </p:nvPicPr>
        <p:blipFill>
          <a:blip r:embed="rId4"/>
          <a:srcRect/>
          <a:stretch/>
        </p:blipFill>
        <p:spPr>
          <a:xfrm>
            <a:off x="12858881" y="3086738"/>
            <a:ext cx="3458886" cy="2982718"/>
          </a:xfrm>
          <a:prstGeom prst="rect">
            <a:avLst/>
          </a:prstGeom>
        </p:spPr>
      </p:pic>
      <p:pic>
        <p:nvPicPr>
          <p:cNvPr id="10" name="!!Bulb">
            <a:extLst>
              <a:ext uri="{FF2B5EF4-FFF2-40B4-BE49-F238E27FC236}">
                <a16:creationId xmlns:a16="http://schemas.microsoft.com/office/drawing/2014/main" id="{022115AA-B9A9-D59C-EDB4-2DC5375F8B35}"/>
              </a:ext>
            </a:extLst>
          </p:cNvPr>
          <p:cNvPicPr>
            <a:picLocks noChangeAspect="1"/>
          </p:cNvPicPr>
          <p:nvPr/>
        </p:nvPicPr>
        <p:blipFill>
          <a:blip r:embed="rId5"/>
          <a:stretch>
            <a:fillRect/>
          </a:stretch>
        </p:blipFill>
        <p:spPr>
          <a:xfrm>
            <a:off x="13986689" y="4415083"/>
            <a:ext cx="1203269" cy="1264264"/>
          </a:xfrm>
          <a:prstGeom prst="rect">
            <a:avLst/>
          </a:prstGeom>
        </p:spPr>
      </p:pic>
      <p:pic>
        <p:nvPicPr>
          <p:cNvPr id="11" name="Body">
            <a:extLst>
              <a:ext uri="{FF2B5EF4-FFF2-40B4-BE49-F238E27FC236}">
                <a16:creationId xmlns:a16="http://schemas.microsoft.com/office/drawing/2014/main" id="{CDF6054A-E358-12D6-76CE-218F1319DAF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2305768" y="4510985"/>
            <a:ext cx="789764" cy="1482325"/>
          </a:xfrm>
          <a:prstGeom prst="rect">
            <a:avLst/>
          </a:prstGeom>
        </p:spPr>
      </p:pic>
      <p:pic>
        <p:nvPicPr>
          <p:cNvPr id="12" name="Arm right">
            <a:extLst>
              <a:ext uri="{FF2B5EF4-FFF2-40B4-BE49-F238E27FC236}">
                <a16:creationId xmlns:a16="http://schemas.microsoft.com/office/drawing/2014/main" id="{0B2F3753-8C51-B9B6-6F38-095A65C38965}"/>
              </a:ext>
            </a:extLst>
          </p:cNvPr>
          <p:cNvPicPr>
            <a:picLocks noChangeAspect="1"/>
          </p:cNvPicPr>
          <p:nvPr/>
        </p:nvPicPr>
        <p:blipFill>
          <a:blip r:embed="rId7"/>
          <a:stretch>
            <a:fillRect/>
          </a:stretch>
        </p:blipFill>
        <p:spPr>
          <a:xfrm rot="1122275">
            <a:off x="12724527" y="4894436"/>
            <a:ext cx="203585" cy="326807"/>
          </a:xfrm>
          <a:prstGeom prst="rect">
            <a:avLst/>
          </a:prstGeom>
        </p:spPr>
      </p:pic>
      <p:pic>
        <p:nvPicPr>
          <p:cNvPr id="19" name="Arm left">
            <a:extLst>
              <a:ext uri="{FF2B5EF4-FFF2-40B4-BE49-F238E27FC236}">
                <a16:creationId xmlns:a16="http://schemas.microsoft.com/office/drawing/2014/main" id="{2DB7539C-0DF9-D9C0-B31B-D4DC10B5D47F}"/>
              </a:ext>
            </a:extLst>
          </p:cNvPr>
          <p:cNvPicPr>
            <a:picLocks noChangeAspect="1"/>
          </p:cNvPicPr>
          <p:nvPr/>
        </p:nvPicPr>
        <p:blipFill>
          <a:blip r:embed="rId8"/>
          <a:stretch>
            <a:fillRect/>
          </a:stretch>
        </p:blipFill>
        <p:spPr>
          <a:xfrm rot="5934162">
            <a:off x="12430916" y="4946816"/>
            <a:ext cx="253220" cy="257910"/>
          </a:xfrm>
          <a:prstGeom prst="rect">
            <a:avLst/>
          </a:prstGeom>
        </p:spPr>
      </p:pic>
      <p:sp>
        <p:nvSpPr>
          <p:cNvPr id="20" name="Eye 2">
            <a:extLst>
              <a:ext uri="{FF2B5EF4-FFF2-40B4-BE49-F238E27FC236}">
                <a16:creationId xmlns:a16="http://schemas.microsoft.com/office/drawing/2014/main" id="{AA247A0E-41A8-BB69-266E-2D398FF193EF}"/>
              </a:ext>
            </a:extLst>
          </p:cNvPr>
          <p:cNvSpPr/>
          <p:nvPr/>
        </p:nvSpPr>
        <p:spPr>
          <a:xfrm>
            <a:off x="12566440" y="4707924"/>
            <a:ext cx="45719" cy="45719"/>
          </a:xfrm>
          <a:prstGeom prst="ellipse">
            <a:avLst/>
          </a:prstGeom>
          <a:solidFill>
            <a:srgbClr val="0070C0"/>
          </a:solidFill>
          <a:ln>
            <a:solidFill>
              <a:srgbClr val="0070C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1" name="Eye 1">
            <a:extLst>
              <a:ext uri="{FF2B5EF4-FFF2-40B4-BE49-F238E27FC236}">
                <a16:creationId xmlns:a16="http://schemas.microsoft.com/office/drawing/2014/main" id="{A0C07DEF-DE97-BC0D-F7A1-9115AF6D3460}"/>
              </a:ext>
            </a:extLst>
          </p:cNvPr>
          <p:cNvSpPr/>
          <p:nvPr/>
        </p:nvSpPr>
        <p:spPr>
          <a:xfrm>
            <a:off x="12703836" y="4703159"/>
            <a:ext cx="45719" cy="45719"/>
          </a:xfrm>
          <a:prstGeom prst="ellipse">
            <a:avLst/>
          </a:prstGeom>
          <a:solidFill>
            <a:srgbClr val="0070C0"/>
          </a:solidFill>
          <a:ln>
            <a:solidFill>
              <a:srgbClr val="0070C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2" name="!!Smile">
            <a:extLst>
              <a:ext uri="{FF2B5EF4-FFF2-40B4-BE49-F238E27FC236}">
                <a16:creationId xmlns:a16="http://schemas.microsoft.com/office/drawing/2014/main" id="{5220D756-C381-EC12-C7FC-BDF0A406E12B}"/>
              </a:ext>
            </a:extLst>
          </p:cNvPr>
          <p:cNvSpPr/>
          <p:nvPr/>
        </p:nvSpPr>
        <p:spPr>
          <a:xfrm rot="313770">
            <a:off x="12557932" y="481266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loud">
            <a:extLst>
              <a:ext uri="{FF2B5EF4-FFF2-40B4-BE49-F238E27FC236}">
                <a16:creationId xmlns:a16="http://schemas.microsoft.com/office/drawing/2014/main" id="{1BDD1406-4190-385F-8AF8-CABA3C51ED55}"/>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sp>
        <p:nvSpPr>
          <p:cNvPr id="6" name="!!Header whiteout">
            <a:extLst>
              <a:ext uri="{FF2B5EF4-FFF2-40B4-BE49-F238E27FC236}">
                <a16:creationId xmlns:a16="http://schemas.microsoft.com/office/drawing/2014/main" id="{79C72688-84B3-1A04-314A-77A3A89559D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AACFA207-916E-90DE-07A3-201277BF9C3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895207130"/>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B8009-9504-73FD-97D5-FDBCED243D72}"/>
            </a:ext>
          </a:extLst>
        </p:cNvPr>
        <p:cNvGrpSpPr/>
        <p:nvPr/>
      </p:nvGrpSpPr>
      <p:grpSpPr>
        <a:xfrm>
          <a:off x="0" y="0"/>
          <a:ext cx="0" cy="0"/>
          <a:chOff x="0" y="0"/>
          <a:chExt cx="0" cy="0"/>
        </a:xfrm>
      </p:grpSpPr>
      <p:sp>
        <p:nvSpPr>
          <p:cNvPr id="141" name="Header whiteout - blur">
            <a:extLst>
              <a:ext uri="{FF2B5EF4-FFF2-40B4-BE49-F238E27FC236}">
                <a16:creationId xmlns:a16="http://schemas.microsoft.com/office/drawing/2014/main" id="{86C4D38A-D5CE-5E8A-6071-CFDBE19E3D78}"/>
              </a:ext>
            </a:extLst>
          </p:cNvPr>
          <p:cNvSpPr/>
          <p:nvPr/>
        </p:nvSpPr>
        <p:spPr>
          <a:xfrm>
            <a:off x="1" y="0"/>
            <a:ext cx="12191999" cy="765890"/>
          </a:xfrm>
          <a:prstGeom prst="rect">
            <a:avLst/>
          </a:prstGeom>
          <a:solidFill>
            <a:schemeClr val="bg1"/>
          </a:solid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Line1">
            <a:extLst>
              <a:ext uri="{FF2B5EF4-FFF2-40B4-BE49-F238E27FC236}">
                <a16:creationId xmlns:a16="http://schemas.microsoft.com/office/drawing/2014/main" id="{BA0640B7-7E6A-E603-7D9C-B260A05F8EFB}"/>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5" name="Cloud">
            <a:extLst>
              <a:ext uri="{FF2B5EF4-FFF2-40B4-BE49-F238E27FC236}">
                <a16:creationId xmlns:a16="http://schemas.microsoft.com/office/drawing/2014/main" id="{192D760E-D08F-D5A6-6C7F-4D6F9618D550}"/>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sp>
        <p:nvSpPr>
          <p:cNvPr id="3" name="Red text 1">
            <a:extLst>
              <a:ext uri="{FF2B5EF4-FFF2-40B4-BE49-F238E27FC236}">
                <a16:creationId xmlns:a16="http://schemas.microsoft.com/office/drawing/2014/main" id="{94432022-2D55-12BA-5369-F997BB84A5AD}"/>
              </a:ext>
            </a:extLst>
          </p:cNvPr>
          <p:cNvSpPr txBox="1"/>
          <p:nvPr/>
        </p:nvSpPr>
        <p:spPr>
          <a:xfrm>
            <a:off x="3315600" y="2966448"/>
            <a:ext cx="558037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Stuff breaks when cloud services go down</a:t>
            </a:r>
          </a:p>
        </p:txBody>
      </p:sp>
      <p:sp>
        <p:nvSpPr>
          <p:cNvPr id="6" name="!!Header whiteout">
            <a:extLst>
              <a:ext uri="{FF2B5EF4-FFF2-40B4-BE49-F238E27FC236}">
                <a16:creationId xmlns:a16="http://schemas.microsoft.com/office/drawing/2014/main" id="{69E0391B-826D-C69A-CB29-DF1E1BC39BD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94123DBC-C7FC-ECAE-9CFD-F2B379ABBCB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478025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d text 1">
            <a:extLst>
              <a:ext uri="{FF2B5EF4-FFF2-40B4-BE49-F238E27FC236}">
                <a16:creationId xmlns:a16="http://schemas.microsoft.com/office/drawing/2014/main" id="{77F064C9-593D-46C0-9803-929195790EF8}"/>
              </a:ext>
            </a:extLst>
          </p:cNvPr>
          <p:cNvSpPr txBox="1"/>
          <p:nvPr/>
        </p:nvSpPr>
        <p:spPr>
          <a:xfrm>
            <a:off x="3315600" y="2966448"/>
            <a:ext cx="558037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Stuff breaks when cloud services go down</a:t>
            </a:r>
          </a:p>
        </p:txBody>
      </p:sp>
      <p:sp>
        <p:nvSpPr>
          <p:cNvPr id="11" name="Red text 2">
            <a:extLst>
              <a:ext uri="{FF2B5EF4-FFF2-40B4-BE49-F238E27FC236}">
                <a16:creationId xmlns:a16="http://schemas.microsoft.com/office/drawing/2014/main" id="{03B33BB8-2F14-4F6F-AFA0-8C71E2B5DD89}"/>
              </a:ext>
            </a:extLst>
          </p:cNvPr>
          <p:cNvSpPr txBox="1"/>
          <p:nvPr/>
        </p:nvSpPr>
        <p:spPr>
          <a:xfrm>
            <a:off x="3955282" y="3703048"/>
            <a:ext cx="4281941"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Lackluster attention to security</a:t>
            </a:r>
          </a:p>
        </p:txBody>
      </p:sp>
      <p:sp>
        <p:nvSpPr>
          <p:cNvPr id="3" name="!!Line1">
            <a:extLst>
              <a:ext uri="{FF2B5EF4-FFF2-40B4-BE49-F238E27FC236}">
                <a16:creationId xmlns:a16="http://schemas.microsoft.com/office/drawing/2014/main" id="{D0DA141E-E39A-4A7C-A241-0A775E793905}"/>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18" name="Cloud">
            <a:extLst>
              <a:ext uri="{FF2B5EF4-FFF2-40B4-BE49-F238E27FC236}">
                <a16:creationId xmlns:a16="http://schemas.microsoft.com/office/drawing/2014/main" id="{0423B876-7706-4D34-81E5-3B849A43989D}"/>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pic>
        <p:nvPicPr>
          <p:cNvPr id="2" name="Picture 1">
            <a:extLst>
              <a:ext uri="{FF2B5EF4-FFF2-40B4-BE49-F238E27FC236}">
                <a16:creationId xmlns:a16="http://schemas.microsoft.com/office/drawing/2014/main" id="{4A480583-B71B-9007-B2BD-C2C046E0859B}"/>
              </a:ext>
            </a:extLst>
          </p:cNvPr>
          <p:cNvPicPr>
            <a:picLocks noChangeAspect="1"/>
          </p:cNvPicPr>
          <p:nvPr/>
        </p:nvPicPr>
        <p:blipFill>
          <a:blip r:embed="rId4"/>
          <a:stretch>
            <a:fillRect/>
          </a:stretch>
        </p:blipFill>
        <p:spPr>
          <a:xfrm>
            <a:off x="5506675" y="6905813"/>
            <a:ext cx="1156782" cy="874517"/>
          </a:xfrm>
          <a:prstGeom prst="rect">
            <a:avLst/>
          </a:prstGeom>
        </p:spPr>
      </p:pic>
      <p:sp>
        <p:nvSpPr>
          <p:cNvPr id="4" name="!!Header whiteout">
            <a:extLst>
              <a:ext uri="{FF2B5EF4-FFF2-40B4-BE49-F238E27FC236}">
                <a16:creationId xmlns:a16="http://schemas.microsoft.com/office/drawing/2014/main" id="{EBB32BD5-1165-EDEB-9D32-5153EDEF21EA}"/>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DD4B30F4-7276-9FCE-6C0F-743B56B1DB2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192837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d text 1">
            <a:extLst>
              <a:ext uri="{FF2B5EF4-FFF2-40B4-BE49-F238E27FC236}">
                <a16:creationId xmlns:a16="http://schemas.microsoft.com/office/drawing/2014/main" id="{77F064C9-593D-46C0-9803-929195790EF8}"/>
              </a:ext>
            </a:extLst>
          </p:cNvPr>
          <p:cNvSpPr txBox="1"/>
          <p:nvPr/>
        </p:nvSpPr>
        <p:spPr>
          <a:xfrm>
            <a:off x="3315600" y="2966448"/>
            <a:ext cx="558037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Stuff breaks when cloud services go down</a:t>
            </a:r>
          </a:p>
        </p:txBody>
      </p:sp>
      <p:sp>
        <p:nvSpPr>
          <p:cNvPr id="11" name="Red text 2">
            <a:extLst>
              <a:ext uri="{FF2B5EF4-FFF2-40B4-BE49-F238E27FC236}">
                <a16:creationId xmlns:a16="http://schemas.microsoft.com/office/drawing/2014/main" id="{03B33BB8-2F14-4F6F-AFA0-8C71E2B5DD89}"/>
              </a:ext>
            </a:extLst>
          </p:cNvPr>
          <p:cNvSpPr txBox="1"/>
          <p:nvPr/>
        </p:nvSpPr>
        <p:spPr>
          <a:xfrm>
            <a:off x="3955282" y="3703048"/>
            <a:ext cx="4281941"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Lackluster attention to security</a:t>
            </a:r>
          </a:p>
        </p:txBody>
      </p:sp>
      <p:sp>
        <p:nvSpPr>
          <p:cNvPr id="12" name="Red text 3">
            <a:extLst>
              <a:ext uri="{FF2B5EF4-FFF2-40B4-BE49-F238E27FC236}">
                <a16:creationId xmlns:a16="http://schemas.microsoft.com/office/drawing/2014/main" id="{BA803466-1822-426F-A629-6EB92807E09C}"/>
              </a:ext>
            </a:extLst>
          </p:cNvPr>
          <p:cNvSpPr txBox="1"/>
          <p:nvPr/>
        </p:nvSpPr>
        <p:spPr>
          <a:xfrm>
            <a:off x="3461496" y="4439648"/>
            <a:ext cx="5259773"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Limited functionality / interoperability</a:t>
            </a:r>
          </a:p>
        </p:txBody>
      </p:sp>
      <p:sp>
        <p:nvSpPr>
          <p:cNvPr id="3" name="!!Line1">
            <a:extLst>
              <a:ext uri="{FF2B5EF4-FFF2-40B4-BE49-F238E27FC236}">
                <a16:creationId xmlns:a16="http://schemas.microsoft.com/office/drawing/2014/main" id="{D0DA141E-E39A-4A7C-A241-0A775E793905}"/>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16" name="Cloud">
            <a:extLst>
              <a:ext uri="{FF2B5EF4-FFF2-40B4-BE49-F238E27FC236}">
                <a16:creationId xmlns:a16="http://schemas.microsoft.com/office/drawing/2014/main" id="{EDFE9695-3A5A-4EDC-92D6-C7583DDB719B}"/>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sp>
        <p:nvSpPr>
          <p:cNvPr id="2" name="!!Header whiteout">
            <a:extLst>
              <a:ext uri="{FF2B5EF4-FFF2-40B4-BE49-F238E27FC236}">
                <a16:creationId xmlns:a16="http://schemas.microsoft.com/office/drawing/2014/main" id="{33B91B70-4777-A7B5-A826-4970076B3FC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827AC7B4-56FE-E2C6-A74C-82984C0F81CA}"/>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4670972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d text 1">
            <a:extLst>
              <a:ext uri="{FF2B5EF4-FFF2-40B4-BE49-F238E27FC236}">
                <a16:creationId xmlns:a16="http://schemas.microsoft.com/office/drawing/2014/main" id="{77F064C9-593D-46C0-9803-929195790EF8}"/>
              </a:ext>
            </a:extLst>
          </p:cNvPr>
          <p:cNvSpPr txBox="1"/>
          <p:nvPr/>
        </p:nvSpPr>
        <p:spPr>
          <a:xfrm>
            <a:off x="3315600" y="2966448"/>
            <a:ext cx="558037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Stuff breaks when cloud services go down</a:t>
            </a:r>
          </a:p>
        </p:txBody>
      </p:sp>
      <p:sp>
        <p:nvSpPr>
          <p:cNvPr id="11" name="Red text 2">
            <a:extLst>
              <a:ext uri="{FF2B5EF4-FFF2-40B4-BE49-F238E27FC236}">
                <a16:creationId xmlns:a16="http://schemas.microsoft.com/office/drawing/2014/main" id="{03B33BB8-2F14-4F6F-AFA0-8C71E2B5DD89}"/>
              </a:ext>
            </a:extLst>
          </p:cNvPr>
          <p:cNvSpPr txBox="1"/>
          <p:nvPr/>
        </p:nvSpPr>
        <p:spPr>
          <a:xfrm>
            <a:off x="3955282" y="3703048"/>
            <a:ext cx="4281941"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Lackluster attention to security</a:t>
            </a:r>
          </a:p>
        </p:txBody>
      </p:sp>
      <p:sp>
        <p:nvSpPr>
          <p:cNvPr id="12" name="Red text 3">
            <a:extLst>
              <a:ext uri="{FF2B5EF4-FFF2-40B4-BE49-F238E27FC236}">
                <a16:creationId xmlns:a16="http://schemas.microsoft.com/office/drawing/2014/main" id="{BA803466-1822-426F-A629-6EB92807E09C}"/>
              </a:ext>
            </a:extLst>
          </p:cNvPr>
          <p:cNvSpPr txBox="1"/>
          <p:nvPr/>
        </p:nvSpPr>
        <p:spPr>
          <a:xfrm>
            <a:off x="3461496" y="4439648"/>
            <a:ext cx="5259773"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Limited functionality / interoperability</a:t>
            </a:r>
          </a:p>
        </p:txBody>
      </p:sp>
      <p:sp>
        <p:nvSpPr>
          <p:cNvPr id="13" name="Red text 4">
            <a:extLst>
              <a:ext uri="{FF2B5EF4-FFF2-40B4-BE49-F238E27FC236}">
                <a16:creationId xmlns:a16="http://schemas.microsoft.com/office/drawing/2014/main" id="{49C859A2-75C7-4F46-B743-EDC7CC1AA2D0}"/>
              </a:ext>
            </a:extLst>
          </p:cNvPr>
          <p:cNvSpPr txBox="1"/>
          <p:nvPr/>
        </p:nvSpPr>
        <p:spPr>
          <a:xfrm>
            <a:off x="4831652" y="5176248"/>
            <a:ext cx="2196435"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User experience</a:t>
            </a:r>
          </a:p>
        </p:txBody>
      </p:sp>
      <p:sp>
        <p:nvSpPr>
          <p:cNvPr id="3" name="!!Line1">
            <a:extLst>
              <a:ext uri="{FF2B5EF4-FFF2-40B4-BE49-F238E27FC236}">
                <a16:creationId xmlns:a16="http://schemas.microsoft.com/office/drawing/2014/main" id="{D0DA141E-E39A-4A7C-A241-0A775E793905}"/>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31" name="Cloud">
            <a:extLst>
              <a:ext uri="{FF2B5EF4-FFF2-40B4-BE49-F238E27FC236}">
                <a16:creationId xmlns:a16="http://schemas.microsoft.com/office/drawing/2014/main" id="{DF564B18-BDD0-43F4-90CC-F2CD684C473A}"/>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grpSp>
        <p:nvGrpSpPr>
          <p:cNvPr id="22" name="Group 21">
            <a:extLst>
              <a:ext uri="{FF2B5EF4-FFF2-40B4-BE49-F238E27FC236}">
                <a16:creationId xmlns:a16="http://schemas.microsoft.com/office/drawing/2014/main" id="{CD780A63-72F2-4E6D-ADB3-2B0490075D8E}"/>
              </a:ext>
            </a:extLst>
          </p:cNvPr>
          <p:cNvGrpSpPr/>
          <p:nvPr/>
        </p:nvGrpSpPr>
        <p:grpSpPr>
          <a:xfrm>
            <a:off x="414612" y="5296928"/>
            <a:ext cx="804078" cy="1510692"/>
            <a:chOff x="2749295" y="7089060"/>
            <a:chExt cx="804078" cy="1510692"/>
          </a:xfrm>
        </p:grpSpPr>
        <p:pic>
          <p:nvPicPr>
            <p:cNvPr id="23" name="Stickman">
              <a:extLst>
                <a:ext uri="{FF2B5EF4-FFF2-40B4-BE49-F238E27FC236}">
                  <a16:creationId xmlns:a16="http://schemas.microsoft.com/office/drawing/2014/main" id="{5A1E0DC8-2F38-410E-9137-785FA0CFF630}"/>
                </a:ext>
              </a:extLst>
            </p:cNvPr>
            <p:cNvPicPr>
              <a:picLocks noChangeAspect="1"/>
            </p:cNvPicPr>
            <p:nvPr/>
          </p:nvPicPr>
          <p:blipFill>
            <a:blip r:embed="rId4">
              <a:extLst>
                <a:ext uri="{28A0092B-C50C-407E-A947-70E740481C1C}">
                  <a14:useLocalDpi xmlns:a14="http://schemas.microsoft.com/office/drawing/2010/main"/>
                </a:ext>
              </a:extLst>
            </a:blip>
            <a:srcRect/>
            <a:stretch/>
          </p:blipFill>
          <p:spPr>
            <a:xfrm>
              <a:off x="2749295" y="7089060"/>
              <a:ext cx="804078" cy="1510692"/>
            </a:xfrm>
            <a:prstGeom prst="rect">
              <a:avLst/>
            </a:prstGeom>
          </p:spPr>
        </p:pic>
        <p:sp>
          <p:nvSpPr>
            <p:cNvPr id="24" name="Eye 2">
              <a:extLst>
                <a:ext uri="{FF2B5EF4-FFF2-40B4-BE49-F238E27FC236}">
                  <a16:creationId xmlns:a16="http://schemas.microsoft.com/office/drawing/2014/main" id="{0D3E56ED-9059-4ACF-8A93-5AC163572332}"/>
                </a:ext>
              </a:extLst>
            </p:cNvPr>
            <p:cNvSpPr/>
            <p:nvPr/>
          </p:nvSpPr>
          <p:spPr>
            <a:xfrm>
              <a:off x="3011332" y="7273329"/>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5" name="Eye 1">
              <a:extLst>
                <a:ext uri="{FF2B5EF4-FFF2-40B4-BE49-F238E27FC236}">
                  <a16:creationId xmlns:a16="http://schemas.microsoft.com/office/drawing/2014/main" id="{7ED1489F-8B01-4204-8CDA-A30D715CBFD9}"/>
                </a:ext>
              </a:extLst>
            </p:cNvPr>
            <p:cNvSpPr/>
            <p:nvPr/>
          </p:nvSpPr>
          <p:spPr>
            <a:xfrm>
              <a:off x="3148728" y="7268564"/>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Smile">
              <a:extLst>
                <a:ext uri="{FF2B5EF4-FFF2-40B4-BE49-F238E27FC236}">
                  <a16:creationId xmlns:a16="http://schemas.microsoft.com/office/drawing/2014/main" id="{7A8A21D4-02D9-477A-BB9A-C49FF6315551}"/>
                </a:ext>
              </a:extLst>
            </p:cNvPr>
            <p:cNvSpPr/>
            <p:nvPr/>
          </p:nvSpPr>
          <p:spPr>
            <a:xfrm>
              <a:off x="3002824" y="7378073"/>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7" name="Picture 26">
            <a:extLst>
              <a:ext uri="{FF2B5EF4-FFF2-40B4-BE49-F238E27FC236}">
                <a16:creationId xmlns:a16="http://schemas.microsoft.com/office/drawing/2014/main" id="{BB76DA2A-6440-4050-B144-F4A90FAA997E}"/>
              </a:ext>
            </a:extLst>
          </p:cNvPr>
          <p:cNvPicPr>
            <a:picLocks noChangeAspect="1"/>
          </p:cNvPicPr>
          <p:nvPr/>
        </p:nvPicPr>
        <p:blipFill>
          <a:blip r:embed="rId5"/>
          <a:stretch>
            <a:fillRect/>
          </a:stretch>
        </p:blipFill>
        <p:spPr>
          <a:xfrm>
            <a:off x="1733462" y="5308630"/>
            <a:ext cx="797849" cy="1498990"/>
          </a:xfrm>
          <a:prstGeom prst="rect">
            <a:avLst/>
          </a:prstGeom>
        </p:spPr>
      </p:pic>
      <p:sp>
        <p:nvSpPr>
          <p:cNvPr id="28" name="Speech Bubble: Rectangle 19">
            <a:extLst>
              <a:ext uri="{FF2B5EF4-FFF2-40B4-BE49-F238E27FC236}">
                <a16:creationId xmlns:a16="http://schemas.microsoft.com/office/drawing/2014/main" id="{84B68F73-BC09-4ED0-A888-404A0E1A67B3}"/>
              </a:ext>
            </a:extLst>
          </p:cNvPr>
          <p:cNvSpPr/>
          <p:nvPr/>
        </p:nvSpPr>
        <p:spPr>
          <a:xfrm>
            <a:off x="188723" y="4524375"/>
            <a:ext cx="2459227" cy="555212"/>
          </a:xfrm>
          <a:prstGeom prst="wedgeRectCallout">
            <a:avLst>
              <a:gd name="adj1" fmla="val -26385"/>
              <a:gd name="adj2" fmla="val 73852"/>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0">
            <a:extLst>
              <a:ext uri="{FF2B5EF4-FFF2-40B4-BE49-F238E27FC236}">
                <a16:creationId xmlns:a16="http://schemas.microsoft.com/office/drawing/2014/main" id="{FABBD2EB-59E2-47CD-8487-7BE40D3548DC}"/>
              </a:ext>
            </a:extLst>
          </p:cNvPr>
          <p:cNvSpPr txBox="1"/>
          <p:nvPr/>
        </p:nvSpPr>
        <p:spPr>
          <a:xfrm>
            <a:off x="188723" y="4625385"/>
            <a:ext cx="276257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Alexa, it’s movie time!</a:t>
            </a:r>
          </a:p>
        </p:txBody>
      </p:sp>
      <p:sp>
        <p:nvSpPr>
          <p:cNvPr id="9" name="Alexa speech bubble">
            <a:extLst>
              <a:ext uri="{FF2B5EF4-FFF2-40B4-BE49-F238E27FC236}">
                <a16:creationId xmlns:a16="http://schemas.microsoft.com/office/drawing/2014/main" id="{F87643B1-0122-DEB9-428F-B5C544FAAB44}"/>
              </a:ext>
            </a:extLst>
          </p:cNvPr>
          <p:cNvSpPr/>
          <p:nvPr/>
        </p:nvSpPr>
        <p:spPr>
          <a:xfrm>
            <a:off x="1058302" y="3913665"/>
            <a:ext cx="1371133" cy="400110"/>
          </a:xfrm>
          <a:prstGeom prst="wedgeRectCallout">
            <a:avLst>
              <a:gd name="adj1" fmla="val -19413"/>
              <a:gd name="adj2" fmla="val -67490"/>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lexa speech">
            <a:extLst>
              <a:ext uri="{FF2B5EF4-FFF2-40B4-BE49-F238E27FC236}">
                <a16:creationId xmlns:a16="http://schemas.microsoft.com/office/drawing/2014/main" id="{67F91C48-F1F2-6114-9D46-5F819FED2C44}"/>
              </a:ext>
            </a:extLst>
          </p:cNvPr>
          <p:cNvSpPr txBox="1"/>
          <p:nvPr/>
        </p:nvSpPr>
        <p:spPr>
          <a:xfrm>
            <a:off x="1165882" y="3960885"/>
            <a:ext cx="1263557"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Say what?</a:t>
            </a:r>
          </a:p>
        </p:txBody>
      </p:sp>
      <p:pic>
        <p:nvPicPr>
          <p:cNvPr id="15" name="!!Cloud">
            <a:extLst>
              <a:ext uri="{FF2B5EF4-FFF2-40B4-BE49-F238E27FC236}">
                <a16:creationId xmlns:a16="http://schemas.microsoft.com/office/drawing/2014/main" id="{9E4557A3-D331-DDE1-0638-7054BA33EC45}"/>
              </a:ext>
            </a:extLst>
          </p:cNvPr>
          <p:cNvPicPr>
            <a:picLocks noChangeAspect="1"/>
          </p:cNvPicPr>
          <p:nvPr/>
        </p:nvPicPr>
        <p:blipFill>
          <a:blip r:embed="rId6"/>
          <a:stretch>
            <a:fillRect/>
          </a:stretch>
        </p:blipFill>
        <p:spPr>
          <a:xfrm>
            <a:off x="378088" y="2558332"/>
            <a:ext cx="2153223" cy="1280424"/>
          </a:xfrm>
          <a:prstGeom prst="rect">
            <a:avLst/>
          </a:prstGeom>
        </p:spPr>
      </p:pic>
      <p:pic>
        <p:nvPicPr>
          <p:cNvPr id="16" name="!!Alexa">
            <a:extLst>
              <a:ext uri="{FF2B5EF4-FFF2-40B4-BE49-F238E27FC236}">
                <a16:creationId xmlns:a16="http://schemas.microsoft.com/office/drawing/2014/main" id="{B89EF13C-EC39-2B00-8AD8-7ACC4FD491E5}"/>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99067" y="2927680"/>
            <a:ext cx="1223670" cy="845046"/>
          </a:xfrm>
          <a:prstGeom prst="rect">
            <a:avLst/>
          </a:prstGeom>
        </p:spPr>
      </p:pic>
      <p:sp>
        <p:nvSpPr>
          <p:cNvPr id="2" name="!!Header whiteout">
            <a:extLst>
              <a:ext uri="{FF2B5EF4-FFF2-40B4-BE49-F238E27FC236}">
                <a16:creationId xmlns:a16="http://schemas.microsoft.com/office/drawing/2014/main" id="{FB6E793A-C6C3-550E-1009-A0F505DC19B0}"/>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57A1DF87-B345-65B4-1089-CB362BF406E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763550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fill="hold"/>
                                        <p:tgtEl>
                                          <p:spTgt spid="22"/>
                                        </p:tgtEl>
                                        <p:attrNameLst>
                                          <p:attrName>ppt_x</p:attrName>
                                        </p:attrNameLst>
                                      </p:cBhvr>
                                      <p:tavLst>
                                        <p:tav tm="0">
                                          <p:val>
                                            <p:strVal val="#ppt_x"/>
                                          </p:val>
                                        </p:tav>
                                        <p:tav tm="100000">
                                          <p:val>
                                            <p:strVal val="#ppt_x"/>
                                          </p:val>
                                        </p:tav>
                                      </p:tavLst>
                                    </p:anim>
                                    <p:anim calcmode="lin" valueType="num">
                                      <p:cBhvr additive="base">
                                        <p:cTn id="8" dur="500" fill="hold"/>
                                        <p:tgtEl>
                                          <p:spTgt spid="2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7"/>
                                        </p:tgtEl>
                                        <p:attrNameLst>
                                          <p:attrName>style.visibility</p:attrName>
                                        </p:attrNameLst>
                                      </p:cBhvr>
                                      <p:to>
                                        <p:strVal val="visible"/>
                                      </p:to>
                                    </p:set>
                                    <p:anim calcmode="lin" valueType="num">
                                      <p:cBhvr additive="base">
                                        <p:cTn id="11" dur="500" fill="hold"/>
                                        <p:tgtEl>
                                          <p:spTgt spid="27"/>
                                        </p:tgtEl>
                                        <p:attrNameLst>
                                          <p:attrName>ppt_x</p:attrName>
                                        </p:attrNameLst>
                                      </p:cBhvr>
                                      <p:tavLst>
                                        <p:tav tm="0">
                                          <p:val>
                                            <p:strVal val="#ppt_x"/>
                                          </p:val>
                                        </p:tav>
                                        <p:tav tm="100000">
                                          <p:val>
                                            <p:strVal val="#ppt_x"/>
                                          </p:val>
                                        </p:tav>
                                      </p:tavLst>
                                    </p:anim>
                                    <p:anim calcmode="lin" valueType="num">
                                      <p:cBhvr additive="base">
                                        <p:cTn id="12" dur="500" fill="hold"/>
                                        <p:tgtEl>
                                          <p:spTgt spid="27"/>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500"/>
                                        <p:tgtEl>
                                          <p:spTgt spid="2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1" nodeType="clickEffect">
                                  <p:stCondLst>
                                    <p:cond delay="0"/>
                                  </p:stCondLst>
                                  <p:childTnLst>
                                    <p:animEffect transition="out" filter="fade">
                                      <p:cBhvr>
                                        <p:cTn id="23" dur="500"/>
                                        <p:tgtEl>
                                          <p:spTgt spid="28"/>
                                        </p:tgtEl>
                                      </p:cBhvr>
                                    </p:animEffect>
                                    <p:set>
                                      <p:cBhvr>
                                        <p:cTn id="24" dur="1" fill="hold">
                                          <p:stCondLst>
                                            <p:cond delay="499"/>
                                          </p:stCondLst>
                                        </p:cTn>
                                        <p:tgtEl>
                                          <p:spTgt spid="28"/>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500"/>
                                        <p:tgtEl>
                                          <p:spTgt spid="29"/>
                                        </p:tgtEl>
                                      </p:cBhvr>
                                    </p:animEffect>
                                    <p:set>
                                      <p:cBhvr>
                                        <p:cTn id="27" dur="1" fill="hold">
                                          <p:stCondLst>
                                            <p:cond delay="499"/>
                                          </p:stCondLst>
                                        </p:cTn>
                                        <p:tgtEl>
                                          <p:spTgt spid="29"/>
                                        </p:tgtEl>
                                        <p:attrNameLst>
                                          <p:attrName>style.visibility</p:attrName>
                                        </p:attrNameLst>
                                      </p:cBhvr>
                                      <p:to>
                                        <p:strVal val="hidden"/>
                                      </p:to>
                                    </p:set>
                                  </p:childTnLst>
                                </p:cTn>
                              </p:par>
                              <p:par>
                                <p:cTn id="28" presetID="2" presetClass="entr" presetSubtype="8"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 calcmode="lin" valueType="num">
                                      <p:cBhvr additive="base">
                                        <p:cTn id="30" dur="500" fill="hold"/>
                                        <p:tgtEl>
                                          <p:spTgt spid="16"/>
                                        </p:tgtEl>
                                        <p:attrNameLst>
                                          <p:attrName>ppt_x</p:attrName>
                                        </p:attrNameLst>
                                      </p:cBhvr>
                                      <p:tavLst>
                                        <p:tav tm="0">
                                          <p:val>
                                            <p:strVal val="0-#ppt_w/2"/>
                                          </p:val>
                                        </p:tav>
                                        <p:tav tm="100000">
                                          <p:val>
                                            <p:strVal val="#ppt_x"/>
                                          </p:val>
                                        </p:tav>
                                      </p:tavLst>
                                    </p:anim>
                                    <p:anim calcmode="lin" valueType="num">
                                      <p:cBhvr additive="base">
                                        <p:cTn id="31" dur="500" fill="hold"/>
                                        <p:tgtEl>
                                          <p:spTgt spid="16"/>
                                        </p:tgtEl>
                                        <p:attrNameLst>
                                          <p:attrName>ppt_y</p:attrName>
                                        </p:attrNameLst>
                                      </p:cBhvr>
                                      <p:tavLst>
                                        <p:tav tm="0">
                                          <p:val>
                                            <p:strVal val="#ppt_y"/>
                                          </p:val>
                                        </p:tav>
                                        <p:tav tm="100000">
                                          <p:val>
                                            <p:strVal val="#ppt_y"/>
                                          </p:val>
                                        </p:tav>
                                      </p:tavLst>
                                    </p:anim>
                                  </p:childTnLst>
                                </p:cTn>
                              </p:par>
                              <p:par>
                                <p:cTn id="32" presetID="2" presetClass="entr" presetSubtype="8" fill="hold" nodeType="withEffect">
                                  <p:stCondLst>
                                    <p:cond delay="0"/>
                                  </p:stCondLst>
                                  <p:childTnLst>
                                    <p:set>
                                      <p:cBhvr>
                                        <p:cTn id="33" dur="1" fill="hold">
                                          <p:stCondLst>
                                            <p:cond delay="0"/>
                                          </p:stCondLst>
                                        </p:cTn>
                                        <p:tgtEl>
                                          <p:spTgt spid="15"/>
                                        </p:tgtEl>
                                        <p:attrNameLst>
                                          <p:attrName>style.visibility</p:attrName>
                                        </p:attrNameLst>
                                      </p:cBhvr>
                                      <p:to>
                                        <p:strVal val="visible"/>
                                      </p:to>
                                    </p:set>
                                    <p:anim calcmode="lin" valueType="num">
                                      <p:cBhvr additive="base">
                                        <p:cTn id="34" dur="500" fill="hold"/>
                                        <p:tgtEl>
                                          <p:spTgt spid="15"/>
                                        </p:tgtEl>
                                        <p:attrNameLst>
                                          <p:attrName>ppt_x</p:attrName>
                                        </p:attrNameLst>
                                      </p:cBhvr>
                                      <p:tavLst>
                                        <p:tav tm="0">
                                          <p:val>
                                            <p:strVal val="0-#ppt_w/2"/>
                                          </p:val>
                                        </p:tav>
                                        <p:tav tm="100000">
                                          <p:val>
                                            <p:strVal val="#ppt_x"/>
                                          </p:val>
                                        </p:tav>
                                      </p:tavLst>
                                    </p:anim>
                                    <p:anim calcmode="lin" valueType="num">
                                      <p:cBhvr additive="base">
                                        <p:cTn id="35" dur="500" fill="hold"/>
                                        <p:tgtEl>
                                          <p:spTgt spid="15"/>
                                        </p:tgtEl>
                                        <p:attrNameLst>
                                          <p:attrName>ppt_y</p:attrName>
                                        </p:attrNameLst>
                                      </p:cBhvr>
                                      <p:tavLst>
                                        <p:tav tm="0">
                                          <p:val>
                                            <p:strVal val="#ppt_y"/>
                                          </p:val>
                                        </p:tav>
                                        <p:tav tm="100000">
                                          <p:val>
                                            <p:strVal val="#ppt_y"/>
                                          </p:val>
                                        </p:tav>
                                      </p:tavLst>
                                    </p:anim>
                                  </p:childTnLst>
                                </p:cTn>
                              </p:par>
                            </p:childTnLst>
                          </p:cTn>
                        </p:par>
                        <p:par>
                          <p:cTn id="36" fill="hold">
                            <p:stCondLst>
                              <p:cond delay="500"/>
                            </p:stCondLst>
                            <p:childTnLst>
                              <p:par>
                                <p:cTn id="37"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8" grpId="1" animBg="1"/>
      <p:bldP spid="29" grpId="0"/>
      <p:bldP spid="29" grpId="1"/>
      <p:bldP spid="9" grpId="0" animBg="1"/>
      <p:bldP spid="1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d text 1">
            <a:extLst>
              <a:ext uri="{FF2B5EF4-FFF2-40B4-BE49-F238E27FC236}">
                <a16:creationId xmlns:a16="http://schemas.microsoft.com/office/drawing/2014/main" id="{77F064C9-593D-46C0-9803-929195790EF8}"/>
              </a:ext>
            </a:extLst>
          </p:cNvPr>
          <p:cNvSpPr txBox="1"/>
          <p:nvPr/>
        </p:nvSpPr>
        <p:spPr>
          <a:xfrm>
            <a:off x="3315600" y="2966448"/>
            <a:ext cx="558037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Stuff breaks when cloud services go down</a:t>
            </a:r>
          </a:p>
        </p:txBody>
      </p:sp>
      <p:sp>
        <p:nvSpPr>
          <p:cNvPr id="11" name="Red text 2">
            <a:extLst>
              <a:ext uri="{FF2B5EF4-FFF2-40B4-BE49-F238E27FC236}">
                <a16:creationId xmlns:a16="http://schemas.microsoft.com/office/drawing/2014/main" id="{03B33BB8-2F14-4F6F-AFA0-8C71E2B5DD89}"/>
              </a:ext>
            </a:extLst>
          </p:cNvPr>
          <p:cNvSpPr txBox="1"/>
          <p:nvPr/>
        </p:nvSpPr>
        <p:spPr>
          <a:xfrm>
            <a:off x="3955282" y="3703048"/>
            <a:ext cx="4281941"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Lackluster attention to security</a:t>
            </a:r>
          </a:p>
        </p:txBody>
      </p:sp>
      <p:sp>
        <p:nvSpPr>
          <p:cNvPr id="12" name="Red text 3">
            <a:extLst>
              <a:ext uri="{FF2B5EF4-FFF2-40B4-BE49-F238E27FC236}">
                <a16:creationId xmlns:a16="http://schemas.microsoft.com/office/drawing/2014/main" id="{BA803466-1822-426F-A629-6EB92807E09C}"/>
              </a:ext>
            </a:extLst>
          </p:cNvPr>
          <p:cNvSpPr txBox="1"/>
          <p:nvPr/>
        </p:nvSpPr>
        <p:spPr>
          <a:xfrm>
            <a:off x="3461496" y="4439648"/>
            <a:ext cx="5259773"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Limited functionality / interoperability</a:t>
            </a:r>
          </a:p>
        </p:txBody>
      </p:sp>
      <p:sp>
        <p:nvSpPr>
          <p:cNvPr id="13" name="Red text 4">
            <a:extLst>
              <a:ext uri="{FF2B5EF4-FFF2-40B4-BE49-F238E27FC236}">
                <a16:creationId xmlns:a16="http://schemas.microsoft.com/office/drawing/2014/main" id="{49C859A2-75C7-4F46-B743-EDC7CC1AA2D0}"/>
              </a:ext>
            </a:extLst>
          </p:cNvPr>
          <p:cNvSpPr txBox="1"/>
          <p:nvPr/>
        </p:nvSpPr>
        <p:spPr>
          <a:xfrm>
            <a:off x="4831652" y="5176248"/>
            <a:ext cx="2196435"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User experience</a:t>
            </a:r>
          </a:p>
        </p:txBody>
      </p:sp>
      <p:sp>
        <p:nvSpPr>
          <p:cNvPr id="3" name="!!Line1">
            <a:extLst>
              <a:ext uri="{FF2B5EF4-FFF2-40B4-BE49-F238E27FC236}">
                <a16:creationId xmlns:a16="http://schemas.microsoft.com/office/drawing/2014/main" id="{D0DA141E-E39A-4A7C-A241-0A775E793905}"/>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31" name="Cloud">
            <a:extLst>
              <a:ext uri="{FF2B5EF4-FFF2-40B4-BE49-F238E27FC236}">
                <a16:creationId xmlns:a16="http://schemas.microsoft.com/office/drawing/2014/main" id="{7E4B5ADF-6573-4C0F-B50E-88EE056B5F94}"/>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grpSp>
        <p:nvGrpSpPr>
          <p:cNvPr id="22" name="Group 21">
            <a:extLst>
              <a:ext uri="{FF2B5EF4-FFF2-40B4-BE49-F238E27FC236}">
                <a16:creationId xmlns:a16="http://schemas.microsoft.com/office/drawing/2014/main" id="{CD780A63-72F2-4E6D-ADB3-2B0490075D8E}"/>
              </a:ext>
            </a:extLst>
          </p:cNvPr>
          <p:cNvGrpSpPr/>
          <p:nvPr/>
        </p:nvGrpSpPr>
        <p:grpSpPr>
          <a:xfrm>
            <a:off x="414612" y="5296928"/>
            <a:ext cx="804078" cy="1510692"/>
            <a:chOff x="2749295" y="7089060"/>
            <a:chExt cx="804078" cy="1510692"/>
          </a:xfrm>
        </p:grpSpPr>
        <p:pic>
          <p:nvPicPr>
            <p:cNvPr id="23" name="Stickman">
              <a:extLst>
                <a:ext uri="{FF2B5EF4-FFF2-40B4-BE49-F238E27FC236}">
                  <a16:creationId xmlns:a16="http://schemas.microsoft.com/office/drawing/2014/main" id="{5A1E0DC8-2F38-410E-9137-785FA0CFF630}"/>
                </a:ext>
              </a:extLst>
            </p:cNvPr>
            <p:cNvPicPr>
              <a:picLocks noChangeAspect="1"/>
            </p:cNvPicPr>
            <p:nvPr/>
          </p:nvPicPr>
          <p:blipFill>
            <a:blip r:embed="rId4">
              <a:extLst>
                <a:ext uri="{28A0092B-C50C-407E-A947-70E740481C1C}">
                  <a14:useLocalDpi xmlns:a14="http://schemas.microsoft.com/office/drawing/2010/main"/>
                </a:ext>
              </a:extLst>
            </a:blip>
            <a:srcRect/>
            <a:stretch/>
          </p:blipFill>
          <p:spPr>
            <a:xfrm>
              <a:off x="2749295" y="7089060"/>
              <a:ext cx="804078" cy="1510692"/>
            </a:xfrm>
            <a:prstGeom prst="rect">
              <a:avLst/>
            </a:prstGeom>
          </p:spPr>
        </p:pic>
        <p:sp>
          <p:nvSpPr>
            <p:cNvPr id="24" name="Eye 2">
              <a:extLst>
                <a:ext uri="{FF2B5EF4-FFF2-40B4-BE49-F238E27FC236}">
                  <a16:creationId xmlns:a16="http://schemas.microsoft.com/office/drawing/2014/main" id="{0D3E56ED-9059-4ACF-8A93-5AC163572332}"/>
                </a:ext>
              </a:extLst>
            </p:cNvPr>
            <p:cNvSpPr/>
            <p:nvPr/>
          </p:nvSpPr>
          <p:spPr>
            <a:xfrm>
              <a:off x="3011332" y="7273329"/>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5" name="Eye 1">
              <a:extLst>
                <a:ext uri="{FF2B5EF4-FFF2-40B4-BE49-F238E27FC236}">
                  <a16:creationId xmlns:a16="http://schemas.microsoft.com/office/drawing/2014/main" id="{7ED1489F-8B01-4204-8CDA-A30D715CBFD9}"/>
                </a:ext>
              </a:extLst>
            </p:cNvPr>
            <p:cNvSpPr/>
            <p:nvPr/>
          </p:nvSpPr>
          <p:spPr>
            <a:xfrm>
              <a:off x="3148728" y="7268564"/>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Smile">
              <a:extLst>
                <a:ext uri="{FF2B5EF4-FFF2-40B4-BE49-F238E27FC236}">
                  <a16:creationId xmlns:a16="http://schemas.microsoft.com/office/drawing/2014/main" id="{7A8A21D4-02D9-477A-BB9A-C49FF6315551}"/>
                </a:ext>
              </a:extLst>
            </p:cNvPr>
            <p:cNvSpPr/>
            <p:nvPr/>
          </p:nvSpPr>
          <p:spPr>
            <a:xfrm>
              <a:off x="3002824" y="7378073"/>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7" name="Picture 26">
            <a:extLst>
              <a:ext uri="{FF2B5EF4-FFF2-40B4-BE49-F238E27FC236}">
                <a16:creationId xmlns:a16="http://schemas.microsoft.com/office/drawing/2014/main" id="{BB76DA2A-6440-4050-B144-F4A90FAA997E}"/>
              </a:ext>
            </a:extLst>
          </p:cNvPr>
          <p:cNvPicPr>
            <a:picLocks noChangeAspect="1"/>
          </p:cNvPicPr>
          <p:nvPr/>
        </p:nvPicPr>
        <p:blipFill>
          <a:blip r:embed="rId5"/>
          <a:stretch>
            <a:fillRect/>
          </a:stretch>
        </p:blipFill>
        <p:spPr>
          <a:xfrm>
            <a:off x="1733462" y="5308630"/>
            <a:ext cx="797849" cy="1498990"/>
          </a:xfrm>
          <a:prstGeom prst="rect">
            <a:avLst/>
          </a:prstGeom>
        </p:spPr>
      </p:pic>
      <p:sp>
        <p:nvSpPr>
          <p:cNvPr id="28" name="!!Speech3">
            <a:extLst>
              <a:ext uri="{FF2B5EF4-FFF2-40B4-BE49-F238E27FC236}">
                <a16:creationId xmlns:a16="http://schemas.microsoft.com/office/drawing/2014/main" id="{84B68F73-BC09-4ED0-A888-404A0E1A67B3}"/>
              </a:ext>
            </a:extLst>
          </p:cNvPr>
          <p:cNvSpPr/>
          <p:nvPr/>
        </p:nvSpPr>
        <p:spPr>
          <a:xfrm>
            <a:off x="131573" y="4299906"/>
            <a:ext cx="2762576" cy="646331"/>
          </a:xfrm>
          <a:prstGeom prst="wedgeRectCallout">
            <a:avLst>
              <a:gd name="adj1" fmla="val -23158"/>
              <a:gd name="adj2" fmla="val 88786"/>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Speech box 3">
            <a:extLst>
              <a:ext uri="{FF2B5EF4-FFF2-40B4-BE49-F238E27FC236}">
                <a16:creationId xmlns:a16="http://schemas.microsoft.com/office/drawing/2014/main" id="{FABBD2EB-59E2-47CD-8487-7BE40D3548DC}"/>
              </a:ext>
            </a:extLst>
          </p:cNvPr>
          <p:cNvSpPr txBox="1"/>
          <p:nvPr/>
        </p:nvSpPr>
        <p:spPr>
          <a:xfrm>
            <a:off x="131573" y="4320585"/>
            <a:ext cx="2762576"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Uh, Alexa, start the movie time scene!</a:t>
            </a:r>
          </a:p>
        </p:txBody>
      </p:sp>
      <p:pic>
        <p:nvPicPr>
          <p:cNvPr id="35" name="!!Cloud">
            <a:extLst>
              <a:ext uri="{FF2B5EF4-FFF2-40B4-BE49-F238E27FC236}">
                <a16:creationId xmlns:a16="http://schemas.microsoft.com/office/drawing/2014/main" id="{0092EF98-F39A-406F-B05E-E2779BE26869}"/>
              </a:ext>
            </a:extLst>
          </p:cNvPr>
          <p:cNvPicPr>
            <a:picLocks noChangeAspect="1"/>
          </p:cNvPicPr>
          <p:nvPr/>
        </p:nvPicPr>
        <p:blipFill>
          <a:blip r:embed="rId6"/>
          <a:stretch>
            <a:fillRect/>
          </a:stretch>
        </p:blipFill>
        <p:spPr>
          <a:xfrm>
            <a:off x="378088" y="2558332"/>
            <a:ext cx="2153223" cy="1280424"/>
          </a:xfrm>
          <a:prstGeom prst="rect">
            <a:avLst/>
          </a:prstGeom>
        </p:spPr>
      </p:pic>
      <p:pic>
        <p:nvPicPr>
          <p:cNvPr id="36" name="!!Alexa">
            <a:extLst>
              <a:ext uri="{FF2B5EF4-FFF2-40B4-BE49-F238E27FC236}">
                <a16:creationId xmlns:a16="http://schemas.microsoft.com/office/drawing/2014/main" id="{5329EDF2-314E-4E47-8E04-69A990BEF617}"/>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99067" y="2927680"/>
            <a:ext cx="1223670" cy="845046"/>
          </a:xfrm>
          <a:prstGeom prst="rect">
            <a:avLst/>
          </a:prstGeom>
        </p:spPr>
      </p:pic>
      <p:sp>
        <p:nvSpPr>
          <p:cNvPr id="2" name="Alexa speech bubble">
            <a:extLst>
              <a:ext uri="{FF2B5EF4-FFF2-40B4-BE49-F238E27FC236}">
                <a16:creationId xmlns:a16="http://schemas.microsoft.com/office/drawing/2014/main" id="{35CE1F59-891B-093C-4F72-73B95449D365}"/>
              </a:ext>
            </a:extLst>
          </p:cNvPr>
          <p:cNvSpPr/>
          <p:nvPr/>
        </p:nvSpPr>
        <p:spPr>
          <a:xfrm>
            <a:off x="899068" y="4016351"/>
            <a:ext cx="1064204" cy="846594"/>
          </a:xfrm>
          <a:prstGeom prst="wedgeRectCallout">
            <a:avLst>
              <a:gd name="adj1" fmla="val -19413"/>
              <a:gd name="adj2" fmla="val -68794"/>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crop output image]">
            <a:extLst>
              <a:ext uri="{FF2B5EF4-FFF2-40B4-BE49-F238E27FC236}">
                <a16:creationId xmlns:a16="http://schemas.microsoft.com/office/drawing/2014/main" id="{408C278D-1DDF-1FF5-42B7-896BB414DF71}"/>
              </a:ext>
            </a:extLst>
          </p:cNvPr>
          <p:cNvPicPr>
            <a:picLocks noChangeAspect="1" noChangeArrowheads="1"/>
          </p:cNvPicPr>
          <p:nvPr/>
        </p:nvPicPr>
        <p:blipFill>
          <a:blip r:embed="rId8" cstate="hqprint">
            <a:extLst>
              <a:ext uri="{28A0092B-C50C-407E-A947-70E740481C1C}">
                <a14:useLocalDpi xmlns:a14="http://schemas.microsoft.com/office/drawing/2010/main"/>
              </a:ext>
            </a:extLst>
          </a:blip>
          <a:srcRect/>
          <a:stretch>
            <a:fillRect/>
          </a:stretch>
        </p:blipFill>
        <p:spPr bwMode="auto">
          <a:xfrm>
            <a:off x="1126866" y="4112072"/>
            <a:ext cx="655665" cy="646332"/>
          </a:xfrm>
          <a:prstGeom prst="rect">
            <a:avLst/>
          </a:prstGeom>
          <a:noFill/>
          <a:extLst>
            <a:ext uri="{909E8E84-426E-40DD-AFC4-6F175D3DCCD1}">
              <a14:hiddenFill xmlns:a14="http://schemas.microsoft.com/office/drawing/2010/main">
                <a:solidFill>
                  <a:srgbClr val="FFFFFF"/>
                </a:solidFill>
              </a14:hiddenFill>
            </a:ext>
          </a:extLst>
        </p:spPr>
      </p:pic>
      <p:sp>
        <p:nvSpPr>
          <p:cNvPr id="5" name="!!Header whiteout">
            <a:extLst>
              <a:ext uri="{FF2B5EF4-FFF2-40B4-BE49-F238E27FC236}">
                <a16:creationId xmlns:a16="http://schemas.microsoft.com/office/drawing/2014/main" id="{B5D89D88-B608-3CB8-ECFC-9B16DC2FAAEA}"/>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FF7D6C0D-4339-4969-AC48-2505AAE7C13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7610240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28"/>
                                        </p:tgtEl>
                                      </p:cBhvr>
                                    </p:animEffect>
                                    <p:set>
                                      <p:cBhvr>
                                        <p:cTn id="7" dur="1" fill="hold">
                                          <p:stCondLst>
                                            <p:cond delay="499"/>
                                          </p:stCondLst>
                                        </p:cTn>
                                        <p:tgtEl>
                                          <p:spTgt spid="28"/>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29"/>
                                        </p:tgtEl>
                                      </p:cBhvr>
                                    </p:animEffect>
                                    <p:set>
                                      <p:cBhvr>
                                        <p:cTn id="10" dur="1" fill="hold">
                                          <p:stCondLst>
                                            <p:cond delay="499"/>
                                          </p:stCondLst>
                                        </p:cTn>
                                        <p:tgtEl>
                                          <p:spTgt spid="29"/>
                                        </p:tgtEl>
                                        <p:attrNameLst>
                                          <p:attrName>style.visibility</p:attrName>
                                        </p:attrNameLst>
                                      </p:cBhvr>
                                      <p:to>
                                        <p:strVal val="hidden"/>
                                      </p:to>
                                    </p:se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p:bldP spid="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d text 1">
            <a:extLst>
              <a:ext uri="{FF2B5EF4-FFF2-40B4-BE49-F238E27FC236}">
                <a16:creationId xmlns:a16="http://schemas.microsoft.com/office/drawing/2014/main" id="{77F064C9-593D-46C0-9803-929195790EF8}"/>
              </a:ext>
            </a:extLst>
          </p:cNvPr>
          <p:cNvSpPr txBox="1"/>
          <p:nvPr/>
        </p:nvSpPr>
        <p:spPr>
          <a:xfrm>
            <a:off x="3315600" y="2966448"/>
            <a:ext cx="558037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Stuff breaks when cloud services go down</a:t>
            </a:r>
          </a:p>
        </p:txBody>
      </p:sp>
      <p:sp>
        <p:nvSpPr>
          <p:cNvPr id="11" name="Red text 2">
            <a:extLst>
              <a:ext uri="{FF2B5EF4-FFF2-40B4-BE49-F238E27FC236}">
                <a16:creationId xmlns:a16="http://schemas.microsoft.com/office/drawing/2014/main" id="{03B33BB8-2F14-4F6F-AFA0-8C71E2B5DD89}"/>
              </a:ext>
            </a:extLst>
          </p:cNvPr>
          <p:cNvSpPr txBox="1"/>
          <p:nvPr/>
        </p:nvSpPr>
        <p:spPr>
          <a:xfrm>
            <a:off x="3955282" y="3703048"/>
            <a:ext cx="4281941"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Lackluster attention to security</a:t>
            </a:r>
          </a:p>
        </p:txBody>
      </p:sp>
      <p:sp>
        <p:nvSpPr>
          <p:cNvPr id="12" name="Red text 3">
            <a:extLst>
              <a:ext uri="{FF2B5EF4-FFF2-40B4-BE49-F238E27FC236}">
                <a16:creationId xmlns:a16="http://schemas.microsoft.com/office/drawing/2014/main" id="{BA803466-1822-426F-A629-6EB92807E09C}"/>
              </a:ext>
            </a:extLst>
          </p:cNvPr>
          <p:cNvSpPr txBox="1"/>
          <p:nvPr/>
        </p:nvSpPr>
        <p:spPr>
          <a:xfrm>
            <a:off x="3461496" y="4439648"/>
            <a:ext cx="5259773"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Limited functionality / interoperability</a:t>
            </a:r>
          </a:p>
        </p:txBody>
      </p:sp>
      <p:sp>
        <p:nvSpPr>
          <p:cNvPr id="13" name="Red text 4">
            <a:extLst>
              <a:ext uri="{FF2B5EF4-FFF2-40B4-BE49-F238E27FC236}">
                <a16:creationId xmlns:a16="http://schemas.microsoft.com/office/drawing/2014/main" id="{49C859A2-75C7-4F46-B743-EDC7CC1AA2D0}"/>
              </a:ext>
            </a:extLst>
          </p:cNvPr>
          <p:cNvSpPr txBox="1"/>
          <p:nvPr/>
        </p:nvSpPr>
        <p:spPr>
          <a:xfrm>
            <a:off x="4831652" y="5176248"/>
            <a:ext cx="2196435"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User experience</a:t>
            </a:r>
          </a:p>
        </p:txBody>
      </p:sp>
      <p:sp>
        <p:nvSpPr>
          <p:cNvPr id="3" name="!!Line1">
            <a:extLst>
              <a:ext uri="{FF2B5EF4-FFF2-40B4-BE49-F238E27FC236}">
                <a16:creationId xmlns:a16="http://schemas.microsoft.com/office/drawing/2014/main" id="{D0DA141E-E39A-4A7C-A241-0A775E793905}"/>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31" name="Cloud">
            <a:extLst>
              <a:ext uri="{FF2B5EF4-FFF2-40B4-BE49-F238E27FC236}">
                <a16:creationId xmlns:a16="http://schemas.microsoft.com/office/drawing/2014/main" id="{EFE378B0-B778-43D0-B786-7809151F3E1A}"/>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grpSp>
        <p:nvGrpSpPr>
          <p:cNvPr id="22" name="Group 21">
            <a:extLst>
              <a:ext uri="{FF2B5EF4-FFF2-40B4-BE49-F238E27FC236}">
                <a16:creationId xmlns:a16="http://schemas.microsoft.com/office/drawing/2014/main" id="{CD780A63-72F2-4E6D-ADB3-2B0490075D8E}"/>
              </a:ext>
            </a:extLst>
          </p:cNvPr>
          <p:cNvGrpSpPr/>
          <p:nvPr/>
        </p:nvGrpSpPr>
        <p:grpSpPr>
          <a:xfrm>
            <a:off x="414612" y="5296928"/>
            <a:ext cx="804078" cy="1510692"/>
            <a:chOff x="2749295" y="7089060"/>
            <a:chExt cx="804078" cy="1510692"/>
          </a:xfrm>
        </p:grpSpPr>
        <p:pic>
          <p:nvPicPr>
            <p:cNvPr id="23" name="Stickman">
              <a:extLst>
                <a:ext uri="{FF2B5EF4-FFF2-40B4-BE49-F238E27FC236}">
                  <a16:creationId xmlns:a16="http://schemas.microsoft.com/office/drawing/2014/main" id="{5A1E0DC8-2F38-410E-9137-785FA0CFF630}"/>
                </a:ext>
              </a:extLst>
            </p:cNvPr>
            <p:cNvPicPr>
              <a:picLocks noChangeAspect="1"/>
            </p:cNvPicPr>
            <p:nvPr/>
          </p:nvPicPr>
          <p:blipFill>
            <a:blip r:embed="rId4">
              <a:extLst>
                <a:ext uri="{28A0092B-C50C-407E-A947-70E740481C1C}">
                  <a14:useLocalDpi xmlns:a14="http://schemas.microsoft.com/office/drawing/2010/main"/>
                </a:ext>
              </a:extLst>
            </a:blip>
            <a:srcRect/>
            <a:stretch/>
          </p:blipFill>
          <p:spPr>
            <a:xfrm>
              <a:off x="2749295" y="7089060"/>
              <a:ext cx="804078" cy="1510692"/>
            </a:xfrm>
            <a:prstGeom prst="rect">
              <a:avLst/>
            </a:prstGeom>
          </p:spPr>
        </p:pic>
        <p:sp>
          <p:nvSpPr>
            <p:cNvPr id="24" name="Eye 2">
              <a:extLst>
                <a:ext uri="{FF2B5EF4-FFF2-40B4-BE49-F238E27FC236}">
                  <a16:creationId xmlns:a16="http://schemas.microsoft.com/office/drawing/2014/main" id="{0D3E56ED-9059-4ACF-8A93-5AC163572332}"/>
                </a:ext>
              </a:extLst>
            </p:cNvPr>
            <p:cNvSpPr/>
            <p:nvPr/>
          </p:nvSpPr>
          <p:spPr>
            <a:xfrm>
              <a:off x="3011332" y="7273329"/>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5" name="Eye 1">
              <a:extLst>
                <a:ext uri="{FF2B5EF4-FFF2-40B4-BE49-F238E27FC236}">
                  <a16:creationId xmlns:a16="http://schemas.microsoft.com/office/drawing/2014/main" id="{7ED1489F-8B01-4204-8CDA-A30D715CBFD9}"/>
                </a:ext>
              </a:extLst>
            </p:cNvPr>
            <p:cNvSpPr/>
            <p:nvPr/>
          </p:nvSpPr>
          <p:spPr>
            <a:xfrm>
              <a:off x="3148728" y="7268564"/>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Smile">
              <a:extLst>
                <a:ext uri="{FF2B5EF4-FFF2-40B4-BE49-F238E27FC236}">
                  <a16:creationId xmlns:a16="http://schemas.microsoft.com/office/drawing/2014/main" id="{7A8A21D4-02D9-477A-BB9A-C49FF6315551}"/>
                </a:ext>
              </a:extLst>
            </p:cNvPr>
            <p:cNvSpPr/>
            <p:nvPr/>
          </p:nvSpPr>
          <p:spPr>
            <a:xfrm rot="10800000">
              <a:off x="3002824" y="7378073"/>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7" name="Picture 26">
            <a:extLst>
              <a:ext uri="{FF2B5EF4-FFF2-40B4-BE49-F238E27FC236}">
                <a16:creationId xmlns:a16="http://schemas.microsoft.com/office/drawing/2014/main" id="{BB76DA2A-6440-4050-B144-F4A90FAA997E}"/>
              </a:ext>
            </a:extLst>
          </p:cNvPr>
          <p:cNvPicPr>
            <a:picLocks noChangeAspect="1"/>
          </p:cNvPicPr>
          <p:nvPr/>
        </p:nvPicPr>
        <p:blipFill>
          <a:blip r:embed="rId5"/>
          <a:stretch>
            <a:fillRect/>
          </a:stretch>
        </p:blipFill>
        <p:spPr>
          <a:xfrm>
            <a:off x="1733462" y="5308630"/>
            <a:ext cx="797849" cy="1498990"/>
          </a:xfrm>
          <a:prstGeom prst="rect">
            <a:avLst/>
          </a:prstGeom>
        </p:spPr>
      </p:pic>
      <p:sp>
        <p:nvSpPr>
          <p:cNvPr id="28" name="!!Speech 4">
            <a:extLst>
              <a:ext uri="{FF2B5EF4-FFF2-40B4-BE49-F238E27FC236}">
                <a16:creationId xmlns:a16="http://schemas.microsoft.com/office/drawing/2014/main" id="{84B68F73-BC09-4ED0-A888-404A0E1A67B3}"/>
              </a:ext>
            </a:extLst>
          </p:cNvPr>
          <p:cNvSpPr/>
          <p:nvPr/>
        </p:nvSpPr>
        <p:spPr>
          <a:xfrm>
            <a:off x="2129405" y="4836432"/>
            <a:ext cx="1953135" cy="400110"/>
          </a:xfrm>
          <a:prstGeom prst="wedgeRectCallout">
            <a:avLst>
              <a:gd name="adj1" fmla="val -37828"/>
              <a:gd name="adj2" fmla="val 8895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Box 4">
            <a:extLst>
              <a:ext uri="{FF2B5EF4-FFF2-40B4-BE49-F238E27FC236}">
                <a16:creationId xmlns:a16="http://schemas.microsoft.com/office/drawing/2014/main" id="{845C3AA1-ADD9-44C5-A107-832785DBB8F4}"/>
              </a:ext>
            </a:extLst>
          </p:cNvPr>
          <p:cNvSpPr txBox="1"/>
          <p:nvPr/>
        </p:nvSpPr>
        <p:spPr>
          <a:xfrm>
            <a:off x="2141585" y="4850660"/>
            <a:ext cx="186565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You’re an idiot ;)</a:t>
            </a:r>
          </a:p>
        </p:txBody>
      </p:sp>
      <p:pic>
        <p:nvPicPr>
          <p:cNvPr id="4" name="!!Cloud">
            <a:extLst>
              <a:ext uri="{FF2B5EF4-FFF2-40B4-BE49-F238E27FC236}">
                <a16:creationId xmlns:a16="http://schemas.microsoft.com/office/drawing/2014/main" id="{EE14D42F-CB60-67C3-F380-5EA4958E1B99}"/>
              </a:ext>
            </a:extLst>
          </p:cNvPr>
          <p:cNvPicPr>
            <a:picLocks noChangeAspect="1"/>
          </p:cNvPicPr>
          <p:nvPr/>
        </p:nvPicPr>
        <p:blipFill>
          <a:blip r:embed="rId6"/>
          <a:stretch>
            <a:fillRect/>
          </a:stretch>
        </p:blipFill>
        <p:spPr>
          <a:xfrm>
            <a:off x="378088" y="2558332"/>
            <a:ext cx="2153223" cy="1280424"/>
          </a:xfrm>
          <a:prstGeom prst="rect">
            <a:avLst/>
          </a:prstGeom>
        </p:spPr>
      </p:pic>
      <p:pic>
        <p:nvPicPr>
          <p:cNvPr id="5" name="!!Alexa">
            <a:extLst>
              <a:ext uri="{FF2B5EF4-FFF2-40B4-BE49-F238E27FC236}">
                <a16:creationId xmlns:a16="http://schemas.microsoft.com/office/drawing/2014/main" id="{851391B5-772C-7C6B-CCAD-BFD3366F146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99067" y="2927680"/>
            <a:ext cx="1223670" cy="845046"/>
          </a:xfrm>
          <a:prstGeom prst="rect">
            <a:avLst/>
          </a:prstGeom>
        </p:spPr>
      </p:pic>
      <p:sp>
        <p:nvSpPr>
          <p:cNvPr id="6" name="Alexa speech bubble">
            <a:extLst>
              <a:ext uri="{FF2B5EF4-FFF2-40B4-BE49-F238E27FC236}">
                <a16:creationId xmlns:a16="http://schemas.microsoft.com/office/drawing/2014/main" id="{DB120571-7014-4A6A-4C53-6B2F264483DA}"/>
              </a:ext>
            </a:extLst>
          </p:cNvPr>
          <p:cNvSpPr/>
          <p:nvPr/>
        </p:nvSpPr>
        <p:spPr>
          <a:xfrm>
            <a:off x="899068" y="4016351"/>
            <a:ext cx="1064204" cy="846594"/>
          </a:xfrm>
          <a:prstGeom prst="wedgeRectCallout">
            <a:avLst>
              <a:gd name="adj1" fmla="val -19413"/>
              <a:gd name="adj2" fmla="val -68794"/>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4" descr="[crop output image]">
            <a:extLst>
              <a:ext uri="{FF2B5EF4-FFF2-40B4-BE49-F238E27FC236}">
                <a16:creationId xmlns:a16="http://schemas.microsoft.com/office/drawing/2014/main" id="{3D74930D-8E7C-8363-1E75-F912CC70004A}"/>
              </a:ext>
            </a:extLst>
          </p:cNvPr>
          <p:cNvPicPr>
            <a:picLocks noChangeAspect="1" noChangeArrowheads="1"/>
          </p:cNvPicPr>
          <p:nvPr/>
        </p:nvPicPr>
        <p:blipFill>
          <a:blip r:embed="rId8" cstate="hqprint">
            <a:extLst>
              <a:ext uri="{28A0092B-C50C-407E-A947-70E740481C1C}">
                <a14:useLocalDpi xmlns:a14="http://schemas.microsoft.com/office/drawing/2010/main"/>
              </a:ext>
            </a:extLst>
          </a:blip>
          <a:srcRect/>
          <a:stretch>
            <a:fillRect/>
          </a:stretch>
        </p:blipFill>
        <p:spPr bwMode="auto">
          <a:xfrm>
            <a:off x="1126866" y="4112072"/>
            <a:ext cx="655665" cy="646332"/>
          </a:xfrm>
          <a:prstGeom prst="rect">
            <a:avLst/>
          </a:prstGeom>
          <a:noFill/>
          <a:extLst>
            <a:ext uri="{909E8E84-426E-40DD-AFC4-6F175D3DCCD1}">
              <a14:hiddenFill xmlns:a14="http://schemas.microsoft.com/office/drawing/2010/main">
                <a:solidFill>
                  <a:srgbClr val="FFFFFF"/>
                </a:solidFill>
              </a14:hiddenFill>
            </a:ext>
          </a:extLst>
        </p:spPr>
      </p:pic>
      <p:sp>
        <p:nvSpPr>
          <p:cNvPr id="2" name="!!Header whiteout">
            <a:extLst>
              <a:ext uri="{FF2B5EF4-FFF2-40B4-BE49-F238E27FC236}">
                <a16:creationId xmlns:a16="http://schemas.microsoft.com/office/drawing/2014/main" id="{E058642F-229F-8A2F-E295-81DE61A0A23E}"/>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F5A230B1-B553-DC04-6DE6-48C095EDA42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556212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d text 1">
            <a:extLst>
              <a:ext uri="{FF2B5EF4-FFF2-40B4-BE49-F238E27FC236}">
                <a16:creationId xmlns:a16="http://schemas.microsoft.com/office/drawing/2014/main" id="{77F064C9-593D-46C0-9803-929195790EF8}"/>
              </a:ext>
            </a:extLst>
          </p:cNvPr>
          <p:cNvSpPr txBox="1"/>
          <p:nvPr/>
        </p:nvSpPr>
        <p:spPr>
          <a:xfrm>
            <a:off x="3315600" y="2966448"/>
            <a:ext cx="558037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Stuff breaks when cloud services go down</a:t>
            </a:r>
          </a:p>
        </p:txBody>
      </p:sp>
      <p:sp>
        <p:nvSpPr>
          <p:cNvPr id="11" name="Red text 2">
            <a:extLst>
              <a:ext uri="{FF2B5EF4-FFF2-40B4-BE49-F238E27FC236}">
                <a16:creationId xmlns:a16="http://schemas.microsoft.com/office/drawing/2014/main" id="{03B33BB8-2F14-4F6F-AFA0-8C71E2B5DD89}"/>
              </a:ext>
            </a:extLst>
          </p:cNvPr>
          <p:cNvSpPr txBox="1"/>
          <p:nvPr/>
        </p:nvSpPr>
        <p:spPr>
          <a:xfrm>
            <a:off x="3955282" y="3703048"/>
            <a:ext cx="4281941"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Lackluster attention to security</a:t>
            </a:r>
          </a:p>
        </p:txBody>
      </p:sp>
      <p:sp>
        <p:nvSpPr>
          <p:cNvPr id="12" name="Red text 3">
            <a:extLst>
              <a:ext uri="{FF2B5EF4-FFF2-40B4-BE49-F238E27FC236}">
                <a16:creationId xmlns:a16="http://schemas.microsoft.com/office/drawing/2014/main" id="{BA803466-1822-426F-A629-6EB92807E09C}"/>
              </a:ext>
            </a:extLst>
          </p:cNvPr>
          <p:cNvSpPr txBox="1"/>
          <p:nvPr/>
        </p:nvSpPr>
        <p:spPr>
          <a:xfrm>
            <a:off x="3461496" y="4439648"/>
            <a:ext cx="5259773"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Limited functionality / interoperability</a:t>
            </a:r>
          </a:p>
        </p:txBody>
      </p:sp>
      <p:sp>
        <p:nvSpPr>
          <p:cNvPr id="13" name="Red text 4">
            <a:extLst>
              <a:ext uri="{FF2B5EF4-FFF2-40B4-BE49-F238E27FC236}">
                <a16:creationId xmlns:a16="http://schemas.microsoft.com/office/drawing/2014/main" id="{49C859A2-75C7-4F46-B743-EDC7CC1AA2D0}"/>
              </a:ext>
            </a:extLst>
          </p:cNvPr>
          <p:cNvSpPr txBox="1"/>
          <p:nvPr/>
        </p:nvSpPr>
        <p:spPr>
          <a:xfrm>
            <a:off x="4831652" y="5176248"/>
            <a:ext cx="2196435"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User experience</a:t>
            </a:r>
          </a:p>
        </p:txBody>
      </p:sp>
      <p:sp>
        <p:nvSpPr>
          <p:cNvPr id="3" name="!!Line1">
            <a:extLst>
              <a:ext uri="{FF2B5EF4-FFF2-40B4-BE49-F238E27FC236}">
                <a16:creationId xmlns:a16="http://schemas.microsoft.com/office/drawing/2014/main" id="{D0DA141E-E39A-4A7C-A241-0A775E793905}"/>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31" name="Cloud">
            <a:extLst>
              <a:ext uri="{FF2B5EF4-FFF2-40B4-BE49-F238E27FC236}">
                <a16:creationId xmlns:a16="http://schemas.microsoft.com/office/drawing/2014/main" id="{EFE378B0-B778-43D0-B786-7809151F3E1A}"/>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grpSp>
        <p:nvGrpSpPr>
          <p:cNvPr id="22" name="Group 21">
            <a:extLst>
              <a:ext uri="{FF2B5EF4-FFF2-40B4-BE49-F238E27FC236}">
                <a16:creationId xmlns:a16="http://schemas.microsoft.com/office/drawing/2014/main" id="{CD780A63-72F2-4E6D-ADB3-2B0490075D8E}"/>
              </a:ext>
            </a:extLst>
          </p:cNvPr>
          <p:cNvGrpSpPr/>
          <p:nvPr/>
        </p:nvGrpSpPr>
        <p:grpSpPr>
          <a:xfrm>
            <a:off x="414612" y="7352233"/>
            <a:ext cx="804078" cy="1510692"/>
            <a:chOff x="2749295" y="7089060"/>
            <a:chExt cx="804078" cy="1510692"/>
          </a:xfrm>
        </p:grpSpPr>
        <p:pic>
          <p:nvPicPr>
            <p:cNvPr id="23" name="Stickman">
              <a:extLst>
                <a:ext uri="{FF2B5EF4-FFF2-40B4-BE49-F238E27FC236}">
                  <a16:creationId xmlns:a16="http://schemas.microsoft.com/office/drawing/2014/main" id="{5A1E0DC8-2F38-410E-9137-785FA0CFF630}"/>
                </a:ext>
              </a:extLst>
            </p:cNvPr>
            <p:cNvPicPr>
              <a:picLocks noChangeAspect="1"/>
            </p:cNvPicPr>
            <p:nvPr/>
          </p:nvPicPr>
          <p:blipFill>
            <a:blip r:embed="rId4">
              <a:extLst>
                <a:ext uri="{28A0092B-C50C-407E-A947-70E740481C1C}">
                  <a14:useLocalDpi xmlns:a14="http://schemas.microsoft.com/office/drawing/2010/main"/>
                </a:ext>
              </a:extLst>
            </a:blip>
            <a:srcRect/>
            <a:stretch/>
          </p:blipFill>
          <p:spPr>
            <a:xfrm>
              <a:off x="2749295" y="7089060"/>
              <a:ext cx="804078" cy="1510692"/>
            </a:xfrm>
            <a:prstGeom prst="rect">
              <a:avLst/>
            </a:prstGeom>
          </p:spPr>
        </p:pic>
        <p:sp>
          <p:nvSpPr>
            <p:cNvPr id="24" name="Eye 2">
              <a:extLst>
                <a:ext uri="{FF2B5EF4-FFF2-40B4-BE49-F238E27FC236}">
                  <a16:creationId xmlns:a16="http://schemas.microsoft.com/office/drawing/2014/main" id="{0D3E56ED-9059-4ACF-8A93-5AC163572332}"/>
                </a:ext>
              </a:extLst>
            </p:cNvPr>
            <p:cNvSpPr/>
            <p:nvPr/>
          </p:nvSpPr>
          <p:spPr>
            <a:xfrm>
              <a:off x="3011332" y="7273329"/>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5" name="Eye 1">
              <a:extLst>
                <a:ext uri="{FF2B5EF4-FFF2-40B4-BE49-F238E27FC236}">
                  <a16:creationId xmlns:a16="http://schemas.microsoft.com/office/drawing/2014/main" id="{7ED1489F-8B01-4204-8CDA-A30D715CBFD9}"/>
                </a:ext>
              </a:extLst>
            </p:cNvPr>
            <p:cNvSpPr/>
            <p:nvPr/>
          </p:nvSpPr>
          <p:spPr>
            <a:xfrm>
              <a:off x="3148728" y="7268564"/>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Smile">
              <a:extLst>
                <a:ext uri="{FF2B5EF4-FFF2-40B4-BE49-F238E27FC236}">
                  <a16:creationId xmlns:a16="http://schemas.microsoft.com/office/drawing/2014/main" id="{7A8A21D4-02D9-477A-BB9A-C49FF6315551}"/>
                </a:ext>
              </a:extLst>
            </p:cNvPr>
            <p:cNvSpPr/>
            <p:nvPr/>
          </p:nvSpPr>
          <p:spPr>
            <a:xfrm rot="10800000">
              <a:off x="3002824" y="7378073"/>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7" name="Picture 26">
            <a:extLst>
              <a:ext uri="{FF2B5EF4-FFF2-40B4-BE49-F238E27FC236}">
                <a16:creationId xmlns:a16="http://schemas.microsoft.com/office/drawing/2014/main" id="{BB76DA2A-6440-4050-B144-F4A90FAA997E}"/>
              </a:ext>
            </a:extLst>
          </p:cNvPr>
          <p:cNvPicPr>
            <a:picLocks noChangeAspect="1"/>
          </p:cNvPicPr>
          <p:nvPr/>
        </p:nvPicPr>
        <p:blipFill>
          <a:blip r:embed="rId5"/>
          <a:stretch>
            <a:fillRect/>
          </a:stretch>
        </p:blipFill>
        <p:spPr>
          <a:xfrm>
            <a:off x="1733462" y="7363935"/>
            <a:ext cx="797849" cy="1498990"/>
          </a:xfrm>
          <a:prstGeom prst="rect">
            <a:avLst/>
          </a:prstGeom>
        </p:spPr>
      </p:pic>
      <p:sp>
        <p:nvSpPr>
          <p:cNvPr id="28" name="!!Speech 4">
            <a:extLst>
              <a:ext uri="{FF2B5EF4-FFF2-40B4-BE49-F238E27FC236}">
                <a16:creationId xmlns:a16="http://schemas.microsoft.com/office/drawing/2014/main" id="{84B68F73-BC09-4ED0-A888-404A0E1A67B3}"/>
              </a:ext>
            </a:extLst>
          </p:cNvPr>
          <p:cNvSpPr/>
          <p:nvPr/>
        </p:nvSpPr>
        <p:spPr>
          <a:xfrm>
            <a:off x="2129405" y="6891737"/>
            <a:ext cx="1953135" cy="400110"/>
          </a:xfrm>
          <a:prstGeom prst="wedgeRectCallout">
            <a:avLst>
              <a:gd name="adj1" fmla="val -37828"/>
              <a:gd name="adj2" fmla="val 8895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Box 4">
            <a:extLst>
              <a:ext uri="{FF2B5EF4-FFF2-40B4-BE49-F238E27FC236}">
                <a16:creationId xmlns:a16="http://schemas.microsoft.com/office/drawing/2014/main" id="{845C3AA1-ADD9-44C5-A107-832785DBB8F4}"/>
              </a:ext>
            </a:extLst>
          </p:cNvPr>
          <p:cNvSpPr txBox="1"/>
          <p:nvPr/>
        </p:nvSpPr>
        <p:spPr>
          <a:xfrm>
            <a:off x="2141585" y="6905965"/>
            <a:ext cx="186565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You’re an idiot ;)</a:t>
            </a:r>
          </a:p>
        </p:txBody>
      </p:sp>
      <p:pic>
        <p:nvPicPr>
          <p:cNvPr id="32" name="!!Cloud">
            <a:extLst>
              <a:ext uri="{FF2B5EF4-FFF2-40B4-BE49-F238E27FC236}">
                <a16:creationId xmlns:a16="http://schemas.microsoft.com/office/drawing/2014/main" id="{97CE5B03-E79C-451A-9D95-6B74008346B1}"/>
              </a:ext>
            </a:extLst>
          </p:cNvPr>
          <p:cNvPicPr>
            <a:picLocks noChangeAspect="1"/>
          </p:cNvPicPr>
          <p:nvPr/>
        </p:nvPicPr>
        <p:blipFill>
          <a:blip r:embed="rId6"/>
          <a:stretch>
            <a:fillRect/>
          </a:stretch>
        </p:blipFill>
        <p:spPr>
          <a:xfrm>
            <a:off x="-2410990" y="2558332"/>
            <a:ext cx="2153223" cy="1280424"/>
          </a:xfrm>
          <a:prstGeom prst="rect">
            <a:avLst/>
          </a:prstGeom>
        </p:spPr>
      </p:pic>
      <p:pic>
        <p:nvPicPr>
          <p:cNvPr id="33" name="!!Alexa">
            <a:extLst>
              <a:ext uri="{FF2B5EF4-FFF2-40B4-BE49-F238E27FC236}">
                <a16:creationId xmlns:a16="http://schemas.microsoft.com/office/drawing/2014/main" id="{AF3322A8-DB29-4F06-81DC-0EE41ABA4D4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890011" y="2927680"/>
            <a:ext cx="1223670" cy="845046"/>
          </a:xfrm>
          <a:prstGeom prst="rect">
            <a:avLst/>
          </a:prstGeom>
        </p:spPr>
      </p:pic>
      <p:sp>
        <p:nvSpPr>
          <p:cNvPr id="6" name="Alexa speech bubble">
            <a:extLst>
              <a:ext uri="{FF2B5EF4-FFF2-40B4-BE49-F238E27FC236}">
                <a16:creationId xmlns:a16="http://schemas.microsoft.com/office/drawing/2014/main" id="{DB120571-7014-4A6A-4C53-6B2F264483DA}"/>
              </a:ext>
            </a:extLst>
          </p:cNvPr>
          <p:cNvSpPr/>
          <p:nvPr/>
        </p:nvSpPr>
        <p:spPr>
          <a:xfrm>
            <a:off x="-1919636" y="4016351"/>
            <a:ext cx="1064204" cy="846594"/>
          </a:xfrm>
          <a:prstGeom prst="wedgeRectCallout">
            <a:avLst>
              <a:gd name="adj1" fmla="val -19413"/>
              <a:gd name="adj2" fmla="val -68794"/>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4" descr="[crop output image]">
            <a:extLst>
              <a:ext uri="{FF2B5EF4-FFF2-40B4-BE49-F238E27FC236}">
                <a16:creationId xmlns:a16="http://schemas.microsoft.com/office/drawing/2014/main" id="{3D74930D-8E7C-8363-1E75-F912CC70004A}"/>
              </a:ext>
            </a:extLst>
          </p:cNvPr>
          <p:cNvPicPr>
            <a:picLocks noChangeAspect="1" noChangeArrowheads="1"/>
          </p:cNvPicPr>
          <p:nvPr/>
        </p:nvPicPr>
        <p:blipFill>
          <a:blip r:embed="rId8" cstate="hqprint">
            <a:extLst>
              <a:ext uri="{28A0092B-C50C-407E-A947-70E740481C1C}">
                <a14:useLocalDpi xmlns:a14="http://schemas.microsoft.com/office/drawing/2010/main"/>
              </a:ext>
            </a:extLst>
          </a:blip>
          <a:srcRect/>
          <a:stretch>
            <a:fillRect/>
          </a:stretch>
        </p:blipFill>
        <p:spPr bwMode="auto">
          <a:xfrm>
            <a:off x="-1691838" y="4112072"/>
            <a:ext cx="655665" cy="646332"/>
          </a:xfrm>
          <a:prstGeom prst="rect">
            <a:avLst/>
          </a:prstGeom>
          <a:noFill/>
          <a:extLst>
            <a:ext uri="{909E8E84-426E-40DD-AFC4-6F175D3DCCD1}">
              <a14:hiddenFill xmlns:a14="http://schemas.microsoft.com/office/drawing/2010/main">
                <a:solidFill>
                  <a:srgbClr val="FFFFFF"/>
                </a:solidFill>
              </a14:hiddenFill>
            </a:ext>
          </a:extLst>
        </p:spPr>
      </p:pic>
      <p:sp>
        <p:nvSpPr>
          <p:cNvPr id="8" name="Alexa speech bubble">
            <a:extLst>
              <a:ext uri="{FF2B5EF4-FFF2-40B4-BE49-F238E27FC236}">
                <a16:creationId xmlns:a16="http://schemas.microsoft.com/office/drawing/2014/main" id="{9BFFB173-EA33-8CED-CC8E-029FB23EFD48}"/>
              </a:ext>
            </a:extLst>
          </p:cNvPr>
          <p:cNvSpPr/>
          <p:nvPr/>
        </p:nvSpPr>
        <p:spPr>
          <a:xfrm>
            <a:off x="780396" y="3913665"/>
            <a:ext cx="2332598" cy="400110"/>
          </a:xfrm>
          <a:prstGeom prst="wedgeRectCallout">
            <a:avLst>
              <a:gd name="adj1" fmla="val -19413"/>
              <a:gd name="adj2" fmla="val -67490"/>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lexa speech">
            <a:extLst>
              <a:ext uri="{FF2B5EF4-FFF2-40B4-BE49-F238E27FC236}">
                <a16:creationId xmlns:a16="http://schemas.microsoft.com/office/drawing/2014/main" id="{6E6B1DF8-5ED7-5EF6-809B-96AFA328AA80}"/>
              </a:ext>
            </a:extLst>
          </p:cNvPr>
          <p:cNvSpPr txBox="1"/>
          <p:nvPr/>
        </p:nvSpPr>
        <p:spPr>
          <a:xfrm>
            <a:off x="828728" y="3944442"/>
            <a:ext cx="2284265"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Hey, where’d </a:t>
            </a:r>
            <a:r>
              <a:rPr lang="en-US" dirty="0" err="1">
                <a:latin typeface="Roboto Light" panose="02000000000000000000" pitchFamily="2" charset="0"/>
                <a:ea typeface="Roboto Light" panose="02000000000000000000" pitchFamily="2" charset="0"/>
              </a:rPr>
              <a:t>ya</a:t>
            </a:r>
            <a:r>
              <a:rPr lang="en-US" dirty="0">
                <a:latin typeface="Roboto Light" panose="02000000000000000000" pitchFamily="2" charset="0"/>
                <a:ea typeface="Roboto Light" panose="02000000000000000000" pitchFamily="2" charset="0"/>
              </a:rPr>
              <a:t> go?</a:t>
            </a:r>
          </a:p>
        </p:txBody>
      </p:sp>
      <p:pic>
        <p:nvPicPr>
          <p:cNvPr id="14" name="Picture 2" descr="SmartThings - Home Assistant">
            <a:extLst>
              <a:ext uri="{FF2B5EF4-FFF2-40B4-BE49-F238E27FC236}">
                <a16:creationId xmlns:a16="http://schemas.microsoft.com/office/drawing/2014/main" id="{C1F57AE9-BE4D-4DCE-6DC0-442D432A366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562" y="3334147"/>
            <a:ext cx="2707453" cy="460408"/>
          </a:xfrm>
          <a:prstGeom prst="rect">
            <a:avLst/>
          </a:prstGeom>
          <a:noFill/>
          <a:extLst>
            <a:ext uri="{909E8E84-426E-40DD-AFC4-6F175D3DCCD1}">
              <a14:hiddenFill xmlns:a14="http://schemas.microsoft.com/office/drawing/2010/main">
                <a:solidFill>
                  <a:srgbClr val="FFFFFF"/>
                </a:solidFill>
              </a14:hiddenFill>
            </a:ext>
          </a:extLst>
        </p:spPr>
      </p:pic>
      <p:pic>
        <p:nvPicPr>
          <p:cNvPr id="2" name="Person 2">
            <a:extLst>
              <a:ext uri="{FF2B5EF4-FFF2-40B4-BE49-F238E27FC236}">
                <a16:creationId xmlns:a16="http://schemas.microsoft.com/office/drawing/2014/main" id="{08A73C56-EA35-B2B6-F186-10927D6F841E}"/>
              </a:ext>
            </a:extLst>
          </p:cNvPr>
          <p:cNvPicPr>
            <a:picLocks noChangeAspect="1"/>
          </p:cNvPicPr>
          <p:nvPr/>
        </p:nvPicPr>
        <p:blipFill>
          <a:blip r:embed="rId10"/>
          <a:stretch>
            <a:fillRect/>
          </a:stretch>
        </p:blipFill>
        <p:spPr>
          <a:xfrm>
            <a:off x="12210682" y="5336361"/>
            <a:ext cx="751489" cy="1513368"/>
          </a:xfrm>
          <a:prstGeom prst="rect">
            <a:avLst/>
          </a:prstGeom>
        </p:spPr>
      </p:pic>
      <p:sp>
        <p:nvSpPr>
          <p:cNvPr id="4" name="!!Header whiteout">
            <a:extLst>
              <a:ext uri="{FF2B5EF4-FFF2-40B4-BE49-F238E27FC236}">
                <a16:creationId xmlns:a16="http://schemas.microsoft.com/office/drawing/2014/main" id="{FE12B4D8-69DB-B4C3-B5B2-32D4F5D33136}"/>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8735D7A6-9CC2-D643-7103-F07A37EB86F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52276889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d text 1">
            <a:extLst>
              <a:ext uri="{FF2B5EF4-FFF2-40B4-BE49-F238E27FC236}">
                <a16:creationId xmlns:a16="http://schemas.microsoft.com/office/drawing/2014/main" id="{77F064C9-593D-46C0-9803-929195790EF8}"/>
              </a:ext>
            </a:extLst>
          </p:cNvPr>
          <p:cNvSpPr txBox="1"/>
          <p:nvPr/>
        </p:nvSpPr>
        <p:spPr>
          <a:xfrm>
            <a:off x="3315600" y="2966448"/>
            <a:ext cx="5580374"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Stuff breaks when cloud services go down</a:t>
            </a:r>
          </a:p>
        </p:txBody>
      </p:sp>
      <p:sp>
        <p:nvSpPr>
          <p:cNvPr id="11" name="Red text 2">
            <a:extLst>
              <a:ext uri="{FF2B5EF4-FFF2-40B4-BE49-F238E27FC236}">
                <a16:creationId xmlns:a16="http://schemas.microsoft.com/office/drawing/2014/main" id="{03B33BB8-2F14-4F6F-AFA0-8C71E2B5DD89}"/>
              </a:ext>
            </a:extLst>
          </p:cNvPr>
          <p:cNvSpPr txBox="1"/>
          <p:nvPr/>
        </p:nvSpPr>
        <p:spPr>
          <a:xfrm>
            <a:off x="3955282" y="3703048"/>
            <a:ext cx="4281941"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Lackluster attention to security</a:t>
            </a:r>
          </a:p>
        </p:txBody>
      </p:sp>
      <p:sp>
        <p:nvSpPr>
          <p:cNvPr id="12" name="Red text 3">
            <a:extLst>
              <a:ext uri="{FF2B5EF4-FFF2-40B4-BE49-F238E27FC236}">
                <a16:creationId xmlns:a16="http://schemas.microsoft.com/office/drawing/2014/main" id="{BA803466-1822-426F-A629-6EB92807E09C}"/>
              </a:ext>
            </a:extLst>
          </p:cNvPr>
          <p:cNvSpPr txBox="1"/>
          <p:nvPr/>
        </p:nvSpPr>
        <p:spPr>
          <a:xfrm>
            <a:off x="3461496" y="4439648"/>
            <a:ext cx="5259773"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Limited functionality / interoperability</a:t>
            </a:r>
          </a:p>
        </p:txBody>
      </p:sp>
      <p:sp>
        <p:nvSpPr>
          <p:cNvPr id="13" name="Red text 4">
            <a:extLst>
              <a:ext uri="{FF2B5EF4-FFF2-40B4-BE49-F238E27FC236}">
                <a16:creationId xmlns:a16="http://schemas.microsoft.com/office/drawing/2014/main" id="{49C859A2-75C7-4F46-B743-EDC7CC1AA2D0}"/>
              </a:ext>
            </a:extLst>
          </p:cNvPr>
          <p:cNvSpPr txBox="1"/>
          <p:nvPr/>
        </p:nvSpPr>
        <p:spPr>
          <a:xfrm>
            <a:off x="4831652" y="5176248"/>
            <a:ext cx="2196435"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User experience</a:t>
            </a:r>
          </a:p>
        </p:txBody>
      </p:sp>
      <p:sp>
        <p:nvSpPr>
          <p:cNvPr id="3" name="!!Line1">
            <a:extLst>
              <a:ext uri="{FF2B5EF4-FFF2-40B4-BE49-F238E27FC236}">
                <a16:creationId xmlns:a16="http://schemas.microsoft.com/office/drawing/2014/main" id="{D0DA141E-E39A-4A7C-A241-0A775E793905}"/>
              </a:ext>
            </a:extLst>
          </p:cNvPr>
          <p:cNvSpPr txBox="1"/>
          <p:nvPr/>
        </p:nvSpPr>
        <p:spPr>
          <a:xfrm>
            <a:off x="4066113" y="1591928"/>
            <a:ext cx="4060728"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Why so anti-cloud, </a:t>
            </a:r>
            <a:r>
              <a:rPr lang="en-US" sz="2800" dirty="0" err="1">
                <a:solidFill>
                  <a:srgbClr val="2D3E50"/>
                </a:solidFill>
                <a:latin typeface="Roboto" panose="02000000000000000000" pitchFamily="2" charset="0"/>
                <a:ea typeface="Roboto" panose="02000000000000000000" pitchFamily="2" charset="0"/>
              </a:rPr>
              <a:t>bruh</a:t>
            </a:r>
            <a:r>
              <a:rPr lang="en-US" sz="2800" dirty="0">
                <a:solidFill>
                  <a:srgbClr val="2D3E50"/>
                </a:solidFill>
                <a:latin typeface="Roboto" panose="02000000000000000000" pitchFamily="2" charset="0"/>
                <a:ea typeface="Roboto" panose="02000000000000000000" pitchFamily="2" charset="0"/>
              </a:rPr>
              <a:t>?</a:t>
            </a:r>
          </a:p>
          <a:p>
            <a:pPr algn="ctr"/>
            <a:endParaRPr lang="en-US" sz="2800" dirty="0"/>
          </a:p>
        </p:txBody>
      </p:sp>
      <p:pic>
        <p:nvPicPr>
          <p:cNvPr id="18" name="Cloud">
            <a:extLst>
              <a:ext uri="{FF2B5EF4-FFF2-40B4-BE49-F238E27FC236}">
                <a16:creationId xmlns:a16="http://schemas.microsoft.com/office/drawing/2014/main" id="{87E5A65F-FA20-4C01-879C-00A6A8E885D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415614" y="347187"/>
            <a:ext cx="1380345" cy="1380345"/>
          </a:xfrm>
          <a:prstGeom prst="rect">
            <a:avLst/>
          </a:prstGeom>
        </p:spPr>
      </p:pic>
      <p:pic>
        <p:nvPicPr>
          <p:cNvPr id="14" name="Person 2">
            <a:extLst>
              <a:ext uri="{FF2B5EF4-FFF2-40B4-BE49-F238E27FC236}">
                <a16:creationId xmlns:a16="http://schemas.microsoft.com/office/drawing/2014/main" id="{AFA92363-C841-4C52-A7AC-038C01A5CF07}"/>
              </a:ext>
            </a:extLst>
          </p:cNvPr>
          <p:cNvPicPr>
            <a:picLocks noChangeAspect="1"/>
          </p:cNvPicPr>
          <p:nvPr/>
        </p:nvPicPr>
        <p:blipFill>
          <a:blip r:embed="rId4"/>
          <a:stretch>
            <a:fillRect/>
          </a:stretch>
        </p:blipFill>
        <p:spPr>
          <a:xfrm>
            <a:off x="9696082" y="5336361"/>
            <a:ext cx="751489" cy="1513368"/>
          </a:xfrm>
          <a:prstGeom prst="rect">
            <a:avLst/>
          </a:prstGeom>
        </p:spPr>
      </p:pic>
      <p:sp>
        <p:nvSpPr>
          <p:cNvPr id="15" name="!!Speech Bubble: Rectangle 19">
            <a:extLst>
              <a:ext uri="{FF2B5EF4-FFF2-40B4-BE49-F238E27FC236}">
                <a16:creationId xmlns:a16="http://schemas.microsoft.com/office/drawing/2014/main" id="{CD83F202-456F-4548-B5F7-A6F54F8A804F}"/>
              </a:ext>
            </a:extLst>
          </p:cNvPr>
          <p:cNvSpPr/>
          <p:nvPr/>
        </p:nvSpPr>
        <p:spPr>
          <a:xfrm>
            <a:off x="9573330" y="4522123"/>
            <a:ext cx="2525537" cy="499927"/>
          </a:xfrm>
          <a:prstGeom prst="wedgeRectCallout">
            <a:avLst>
              <a:gd name="adj1" fmla="val -25331"/>
              <a:gd name="adj2" fmla="val 79104"/>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20">
            <a:extLst>
              <a:ext uri="{FF2B5EF4-FFF2-40B4-BE49-F238E27FC236}">
                <a16:creationId xmlns:a16="http://schemas.microsoft.com/office/drawing/2014/main" id="{CA866755-56A4-4786-8B00-984B6F243694}"/>
              </a:ext>
            </a:extLst>
          </p:cNvPr>
          <p:cNvSpPr txBox="1"/>
          <p:nvPr/>
        </p:nvSpPr>
        <p:spPr>
          <a:xfrm>
            <a:off x="9573330" y="4587420"/>
            <a:ext cx="2525537"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Ok, ok, we get it! Yeesh.</a:t>
            </a:r>
          </a:p>
        </p:txBody>
      </p:sp>
      <p:pic>
        <p:nvPicPr>
          <p:cNvPr id="20" name="Picture 19">
            <a:extLst>
              <a:ext uri="{FF2B5EF4-FFF2-40B4-BE49-F238E27FC236}">
                <a16:creationId xmlns:a16="http://schemas.microsoft.com/office/drawing/2014/main" id="{5C78425E-7102-4904-B63A-A013D052C0B6}"/>
              </a:ext>
            </a:extLst>
          </p:cNvPr>
          <p:cNvPicPr>
            <a:picLocks noChangeAspect="1"/>
          </p:cNvPicPr>
          <p:nvPr/>
        </p:nvPicPr>
        <p:blipFill>
          <a:blip r:embed="rId5"/>
          <a:stretch>
            <a:fillRect/>
          </a:stretch>
        </p:blipFill>
        <p:spPr>
          <a:xfrm rot="1764770">
            <a:off x="-1030356" y="6984653"/>
            <a:ext cx="787619" cy="1485737"/>
          </a:xfrm>
          <a:prstGeom prst="rect">
            <a:avLst/>
          </a:prstGeom>
        </p:spPr>
      </p:pic>
      <p:sp>
        <p:nvSpPr>
          <p:cNvPr id="2" name="!!Header whiteout">
            <a:extLst>
              <a:ext uri="{FF2B5EF4-FFF2-40B4-BE49-F238E27FC236}">
                <a16:creationId xmlns:a16="http://schemas.microsoft.com/office/drawing/2014/main" id="{88F542A9-C934-B3EA-9361-5367C35CC3B2}"/>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958CF019-B060-98FF-314B-F8C6BA743EB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581807634"/>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ne1">
            <a:extLst>
              <a:ext uri="{FF2B5EF4-FFF2-40B4-BE49-F238E27FC236}">
                <a16:creationId xmlns:a16="http://schemas.microsoft.com/office/drawing/2014/main" id="{D0DA141E-E39A-4A7C-A241-0A775E793905}"/>
              </a:ext>
            </a:extLst>
          </p:cNvPr>
          <p:cNvSpPr txBox="1"/>
          <p:nvPr/>
        </p:nvSpPr>
        <p:spPr>
          <a:xfrm>
            <a:off x="3861736" y="2057400"/>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0" name="Red text">
            <a:extLst>
              <a:ext uri="{FF2B5EF4-FFF2-40B4-BE49-F238E27FC236}">
                <a16:creationId xmlns:a16="http://schemas.microsoft.com/office/drawing/2014/main" id="{709F624D-196D-4B63-A4B5-70A0A60FB3C4}"/>
              </a:ext>
            </a:extLst>
          </p:cNvPr>
          <p:cNvSpPr txBox="1"/>
          <p:nvPr/>
        </p:nvSpPr>
        <p:spPr>
          <a:xfrm>
            <a:off x="3645805" y="2532888"/>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25" name="Person 2">
            <a:extLst>
              <a:ext uri="{FF2B5EF4-FFF2-40B4-BE49-F238E27FC236}">
                <a16:creationId xmlns:a16="http://schemas.microsoft.com/office/drawing/2014/main" id="{E8C7E7D1-5639-4C67-8E9C-A81E63C065A1}"/>
              </a:ext>
            </a:extLst>
          </p:cNvPr>
          <p:cNvPicPr>
            <a:picLocks noChangeAspect="1"/>
          </p:cNvPicPr>
          <p:nvPr/>
        </p:nvPicPr>
        <p:blipFill>
          <a:blip r:embed="rId3"/>
          <a:stretch>
            <a:fillRect/>
          </a:stretch>
        </p:blipFill>
        <p:spPr>
          <a:xfrm>
            <a:off x="9696082" y="5336361"/>
            <a:ext cx="751489" cy="1513368"/>
          </a:xfrm>
          <a:prstGeom prst="rect">
            <a:avLst/>
          </a:prstGeom>
        </p:spPr>
      </p:pic>
      <p:sp>
        <p:nvSpPr>
          <p:cNvPr id="26" name="!!Speech Bubble: Rectangle 19">
            <a:extLst>
              <a:ext uri="{FF2B5EF4-FFF2-40B4-BE49-F238E27FC236}">
                <a16:creationId xmlns:a16="http://schemas.microsoft.com/office/drawing/2014/main" id="{61CE8997-EBE4-4D7B-83E7-6BE528EF839B}"/>
              </a:ext>
            </a:extLst>
          </p:cNvPr>
          <p:cNvSpPr/>
          <p:nvPr/>
        </p:nvSpPr>
        <p:spPr>
          <a:xfrm>
            <a:off x="9573330" y="4522123"/>
            <a:ext cx="1903165" cy="499927"/>
          </a:xfrm>
          <a:prstGeom prst="wedgeRectCallout">
            <a:avLst>
              <a:gd name="adj1" fmla="val -19223"/>
              <a:gd name="adj2" fmla="val 80654"/>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1">
            <a:extLst>
              <a:ext uri="{FF2B5EF4-FFF2-40B4-BE49-F238E27FC236}">
                <a16:creationId xmlns:a16="http://schemas.microsoft.com/office/drawing/2014/main" id="{F03399BD-4386-4A65-96A2-B1C49FD8587D}"/>
              </a:ext>
            </a:extLst>
          </p:cNvPr>
          <p:cNvSpPr txBox="1"/>
          <p:nvPr/>
        </p:nvSpPr>
        <p:spPr>
          <a:xfrm>
            <a:off x="9573330" y="4587420"/>
            <a:ext cx="2525537"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Ooh, tell us more!</a:t>
            </a:r>
          </a:p>
        </p:txBody>
      </p:sp>
      <p:sp>
        <p:nvSpPr>
          <p:cNvPr id="2" name="!!Header whiteout">
            <a:extLst>
              <a:ext uri="{FF2B5EF4-FFF2-40B4-BE49-F238E27FC236}">
                <a16:creationId xmlns:a16="http://schemas.microsoft.com/office/drawing/2014/main" id="{BD2C2A6C-BE5B-B2C9-049C-AB02372421E4}"/>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6E711A89-13D5-292A-FE42-B4CD16DB4E39}"/>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967391705"/>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5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fade">
                                      <p:cBhvr>
                                        <p:cTn id="1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6" grpId="0" animBg="1"/>
      <p:bldP spid="2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Floorplan">
            <a:extLst>
              <a:ext uri="{FF2B5EF4-FFF2-40B4-BE49-F238E27FC236}">
                <a16:creationId xmlns:a16="http://schemas.microsoft.com/office/drawing/2014/main" id="{E1E64597-6560-2166-4EAE-ED8784E1826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355995" y="4975412"/>
            <a:ext cx="7411939" cy="4937229"/>
          </a:xfrm>
          <a:prstGeom prst="rect">
            <a:avLst/>
          </a:prstGeom>
        </p:spPr>
      </p:pic>
      <p:sp>
        <p:nvSpPr>
          <p:cNvPr id="3" name="!!Line1">
            <a:extLst>
              <a:ext uri="{FF2B5EF4-FFF2-40B4-BE49-F238E27FC236}">
                <a16:creationId xmlns:a16="http://schemas.microsoft.com/office/drawing/2014/main" id="{D0DA141E-E39A-4A7C-A241-0A775E793905}"/>
              </a:ext>
            </a:extLst>
          </p:cNvPr>
          <p:cNvSpPr txBox="1"/>
          <p:nvPr/>
        </p:nvSpPr>
        <p:spPr>
          <a:xfrm>
            <a:off x="3861736" y="2057596"/>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2534649"/>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3578078" y="3411812"/>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348397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pic>
        <p:nvPicPr>
          <p:cNvPr id="18" name="Person 2">
            <a:extLst>
              <a:ext uri="{FF2B5EF4-FFF2-40B4-BE49-F238E27FC236}">
                <a16:creationId xmlns:a16="http://schemas.microsoft.com/office/drawing/2014/main" id="{48E088D6-A2D4-422D-916D-6E2EA5D40771}"/>
              </a:ext>
            </a:extLst>
          </p:cNvPr>
          <p:cNvPicPr>
            <a:picLocks noChangeAspect="1"/>
          </p:cNvPicPr>
          <p:nvPr/>
        </p:nvPicPr>
        <p:blipFill>
          <a:blip r:embed="rId5"/>
          <a:stretch>
            <a:fillRect/>
          </a:stretch>
        </p:blipFill>
        <p:spPr>
          <a:xfrm>
            <a:off x="12363088" y="5336361"/>
            <a:ext cx="751489" cy="1513368"/>
          </a:xfrm>
          <a:prstGeom prst="rect">
            <a:avLst/>
          </a:prstGeom>
        </p:spPr>
      </p:pic>
      <p:sp>
        <p:nvSpPr>
          <p:cNvPr id="19" name="!!Speech Bubble: Rectangle 19">
            <a:extLst>
              <a:ext uri="{FF2B5EF4-FFF2-40B4-BE49-F238E27FC236}">
                <a16:creationId xmlns:a16="http://schemas.microsoft.com/office/drawing/2014/main" id="{E2551296-DFE9-4C13-9F47-C6A6E6A56019}"/>
              </a:ext>
            </a:extLst>
          </p:cNvPr>
          <p:cNvSpPr/>
          <p:nvPr/>
        </p:nvSpPr>
        <p:spPr>
          <a:xfrm>
            <a:off x="12240336" y="4522123"/>
            <a:ext cx="2525537" cy="499927"/>
          </a:xfrm>
          <a:prstGeom prst="wedgeRectCallout">
            <a:avLst>
              <a:gd name="adj1" fmla="val -25331"/>
              <a:gd name="adj2" fmla="val 79104"/>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21">
            <a:extLst>
              <a:ext uri="{FF2B5EF4-FFF2-40B4-BE49-F238E27FC236}">
                <a16:creationId xmlns:a16="http://schemas.microsoft.com/office/drawing/2014/main" id="{16A32166-1544-4D97-9655-FB4B22E5284A}"/>
              </a:ext>
            </a:extLst>
          </p:cNvPr>
          <p:cNvSpPr txBox="1"/>
          <p:nvPr/>
        </p:nvSpPr>
        <p:spPr>
          <a:xfrm>
            <a:off x="12240336" y="4587420"/>
            <a:ext cx="2525537"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Ooh, tell us more!</a:t>
            </a:r>
          </a:p>
        </p:txBody>
      </p:sp>
      <p:sp>
        <p:nvSpPr>
          <p:cNvPr id="2" name="!!Header whiteout">
            <a:extLst>
              <a:ext uri="{FF2B5EF4-FFF2-40B4-BE49-F238E27FC236}">
                <a16:creationId xmlns:a16="http://schemas.microsoft.com/office/drawing/2014/main" id="{BB074D1D-91A9-5E3B-FA14-F6F8766456B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1C005CF4-4124-F9D4-126E-8FC4386998ED}"/>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54163696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Floorplan">
            <a:extLst>
              <a:ext uri="{FF2B5EF4-FFF2-40B4-BE49-F238E27FC236}">
                <a16:creationId xmlns:a16="http://schemas.microsoft.com/office/drawing/2014/main" id="{19C1184E-379B-9096-4719-7B48D794622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6600" y="1963271"/>
            <a:ext cx="7418034" cy="4937229"/>
          </a:xfrm>
          <a:prstGeom prst="rect">
            <a:avLst/>
          </a:prstGeom>
        </p:spPr>
      </p:pic>
      <p:sp>
        <p:nvSpPr>
          <p:cNvPr id="3" name="!!Line1">
            <a:extLst>
              <a:ext uri="{FF2B5EF4-FFF2-40B4-BE49-F238E27FC236}">
                <a16:creationId xmlns:a16="http://schemas.microsoft.com/office/drawing/2014/main" id="{D0DA141E-E39A-4A7C-A241-0A775E793905}"/>
              </a:ext>
            </a:extLst>
          </p:cNvPr>
          <p:cNvSpPr txBox="1"/>
          <p:nvPr/>
        </p:nvSpPr>
        <p:spPr>
          <a:xfrm>
            <a:off x="3861736" y="721853"/>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1198906"/>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3578078" y="2076069"/>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2148231"/>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sp>
        <p:nvSpPr>
          <p:cNvPr id="2" name="!!Header whiteout">
            <a:extLst>
              <a:ext uri="{FF2B5EF4-FFF2-40B4-BE49-F238E27FC236}">
                <a16:creationId xmlns:a16="http://schemas.microsoft.com/office/drawing/2014/main" id="{1B4DC8F6-9D32-B914-221E-16A02CEFB52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06EFB502-CDCA-3CF0-16E3-E2B3FFDFAF4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4229631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Floorplan">
            <a:extLst>
              <a:ext uri="{FF2B5EF4-FFF2-40B4-BE49-F238E27FC236}">
                <a16:creationId xmlns:a16="http://schemas.microsoft.com/office/drawing/2014/main" id="{19C1184E-379B-9096-4719-7B48D794622A}"/>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a:stretch/>
        </p:blipFill>
        <p:spPr>
          <a:xfrm>
            <a:off x="-106600" y="1963271"/>
            <a:ext cx="7418034" cy="4937229"/>
          </a:xfrm>
          <a:prstGeom prst="rect">
            <a:avLst/>
          </a:prstGeom>
        </p:spPr>
      </p:pic>
      <p:sp>
        <p:nvSpPr>
          <p:cNvPr id="3" name="!!Line1">
            <a:extLst>
              <a:ext uri="{FF2B5EF4-FFF2-40B4-BE49-F238E27FC236}">
                <a16:creationId xmlns:a16="http://schemas.microsoft.com/office/drawing/2014/main" id="{D0DA141E-E39A-4A7C-A241-0A775E793905}"/>
              </a:ext>
            </a:extLst>
          </p:cNvPr>
          <p:cNvSpPr txBox="1"/>
          <p:nvPr/>
        </p:nvSpPr>
        <p:spPr>
          <a:xfrm>
            <a:off x="3861736" y="721853"/>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1198906"/>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3578078" y="2076069"/>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2148231"/>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sp>
        <p:nvSpPr>
          <p:cNvPr id="12" name="Rectangle: Rounded Corners 11">
            <a:extLst>
              <a:ext uri="{FF2B5EF4-FFF2-40B4-BE49-F238E27FC236}">
                <a16:creationId xmlns:a16="http://schemas.microsoft.com/office/drawing/2014/main" id="{B956FA6F-D142-E4AB-D854-D14DCA729F2E}"/>
              </a:ext>
            </a:extLst>
          </p:cNvPr>
          <p:cNvSpPr/>
          <p:nvPr/>
        </p:nvSpPr>
        <p:spPr>
          <a:xfrm>
            <a:off x="4879497" y="2823300"/>
            <a:ext cx="2177922" cy="2483916"/>
          </a:xfrm>
          <a:prstGeom prst="roundRect">
            <a:avLst>
              <a:gd name="adj" fmla="val 5463"/>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127FDC2D-0514-E47E-C79F-9867BFB88609}"/>
              </a:ext>
            </a:extLst>
          </p:cNvPr>
          <p:cNvSpPr/>
          <p:nvPr/>
        </p:nvSpPr>
        <p:spPr>
          <a:xfrm>
            <a:off x="3076414" y="3797085"/>
            <a:ext cx="1720311" cy="661627"/>
          </a:xfrm>
          <a:prstGeom prst="roundRect">
            <a:avLst>
              <a:gd name="adj" fmla="val 5864"/>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65D5C411-8352-5B06-64F0-885827FDD730}"/>
              </a:ext>
            </a:extLst>
          </p:cNvPr>
          <p:cNvSpPr/>
          <p:nvPr/>
        </p:nvSpPr>
        <p:spPr>
          <a:xfrm>
            <a:off x="4415286" y="5502584"/>
            <a:ext cx="1362427" cy="1157162"/>
          </a:xfrm>
          <a:prstGeom prst="roundRect">
            <a:avLst>
              <a:gd name="adj" fmla="val 5463"/>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ath2">
            <a:extLst>
              <a:ext uri="{FF2B5EF4-FFF2-40B4-BE49-F238E27FC236}">
                <a16:creationId xmlns:a16="http://schemas.microsoft.com/office/drawing/2014/main" id="{86BB8659-D65B-0F7F-FAD4-90CE6F430BF4}"/>
              </a:ext>
            </a:extLst>
          </p:cNvPr>
          <p:cNvSpPr/>
          <p:nvPr/>
        </p:nvSpPr>
        <p:spPr>
          <a:xfrm>
            <a:off x="5405718" y="4365812"/>
            <a:ext cx="125506" cy="2321859"/>
          </a:xfrm>
          <a:custGeom>
            <a:avLst/>
            <a:gdLst>
              <a:gd name="connsiteX0" fmla="*/ 125506 w 125506"/>
              <a:gd name="connsiteY0" fmla="*/ 0 h 2321859"/>
              <a:gd name="connsiteX1" fmla="*/ 116541 w 125506"/>
              <a:gd name="connsiteY1" fmla="*/ 107576 h 2321859"/>
              <a:gd name="connsiteX2" fmla="*/ 107576 w 125506"/>
              <a:gd name="connsiteY2" fmla="*/ 152400 h 2321859"/>
              <a:gd name="connsiteX3" fmla="*/ 80682 w 125506"/>
              <a:gd name="connsiteY3" fmla="*/ 528917 h 2321859"/>
              <a:gd name="connsiteX4" fmla="*/ 62753 w 125506"/>
              <a:gd name="connsiteY4" fmla="*/ 1030941 h 2321859"/>
              <a:gd name="connsiteX5" fmla="*/ 44823 w 125506"/>
              <a:gd name="connsiteY5" fmla="*/ 1111623 h 2321859"/>
              <a:gd name="connsiteX6" fmla="*/ 26894 w 125506"/>
              <a:gd name="connsiteY6" fmla="*/ 1326776 h 2321859"/>
              <a:gd name="connsiteX7" fmla="*/ 17929 w 125506"/>
              <a:gd name="connsiteY7" fmla="*/ 2061882 h 2321859"/>
              <a:gd name="connsiteX8" fmla="*/ 8964 w 125506"/>
              <a:gd name="connsiteY8" fmla="*/ 2187388 h 2321859"/>
              <a:gd name="connsiteX9" fmla="*/ 0 w 125506"/>
              <a:gd name="connsiteY9" fmla="*/ 2223247 h 2321859"/>
              <a:gd name="connsiteX10" fmla="*/ 8964 w 125506"/>
              <a:gd name="connsiteY10" fmla="*/ 2321859 h 2321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5506" h="2321859">
                <a:moveTo>
                  <a:pt x="125506" y="0"/>
                </a:moveTo>
                <a:cubicBezTo>
                  <a:pt x="122518" y="35859"/>
                  <a:pt x="120745" y="71840"/>
                  <a:pt x="116541" y="107576"/>
                </a:cubicBezTo>
                <a:cubicBezTo>
                  <a:pt x="114761" y="122709"/>
                  <a:pt x="108775" y="137210"/>
                  <a:pt x="107576" y="152400"/>
                </a:cubicBezTo>
                <a:cubicBezTo>
                  <a:pt x="67555" y="659330"/>
                  <a:pt x="106160" y="299625"/>
                  <a:pt x="80682" y="528917"/>
                </a:cubicBezTo>
                <a:cubicBezTo>
                  <a:pt x="80608" y="532005"/>
                  <a:pt x="77357" y="918979"/>
                  <a:pt x="62753" y="1030941"/>
                </a:cubicBezTo>
                <a:cubicBezTo>
                  <a:pt x="59190" y="1058260"/>
                  <a:pt x="50800" y="1084729"/>
                  <a:pt x="44823" y="1111623"/>
                </a:cubicBezTo>
                <a:cubicBezTo>
                  <a:pt x="41535" y="1147793"/>
                  <a:pt x="27524" y="1296837"/>
                  <a:pt x="26894" y="1326776"/>
                </a:cubicBezTo>
                <a:cubicBezTo>
                  <a:pt x="21736" y="1571775"/>
                  <a:pt x="23033" y="1816882"/>
                  <a:pt x="17929" y="2061882"/>
                </a:cubicBezTo>
                <a:cubicBezTo>
                  <a:pt x="17055" y="2103815"/>
                  <a:pt x="13596" y="2145703"/>
                  <a:pt x="8964" y="2187388"/>
                </a:cubicBezTo>
                <a:cubicBezTo>
                  <a:pt x="7603" y="2199633"/>
                  <a:pt x="0" y="2210926"/>
                  <a:pt x="0" y="2223247"/>
                </a:cubicBezTo>
                <a:cubicBezTo>
                  <a:pt x="0" y="2256253"/>
                  <a:pt x="5976" y="2288988"/>
                  <a:pt x="8964" y="2321859"/>
                </a:cubicBezTo>
              </a:path>
            </a:pathLst>
          </a:custGeom>
          <a:noFill/>
          <a:ln w="31750">
            <a:solidFill>
              <a:schemeClr val="tx1"/>
            </a:solidFill>
            <a:prstDash val="sysDot"/>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ath">
            <a:extLst>
              <a:ext uri="{FF2B5EF4-FFF2-40B4-BE49-F238E27FC236}">
                <a16:creationId xmlns:a16="http://schemas.microsoft.com/office/drawing/2014/main" id="{E93ACC19-34AF-368E-5D44-1568CE09D3EA}"/>
              </a:ext>
            </a:extLst>
          </p:cNvPr>
          <p:cNvSpPr/>
          <p:nvPr/>
        </p:nvSpPr>
        <p:spPr>
          <a:xfrm>
            <a:off x="3101788" y="4150659"/>
            <a:ext cx="2439614" cy="220600"/>
          </a:xfrm>
          <a:custGeom>
            <a:avLst/>
            <a:gdLst>
              <a:gd name="connsiteX0" fmla="*/ 0 w 2439614"/>
              <a:gd name="connsiteY0" fmla="*/ 71717 h 2545976"/>
              <a:gd name="connsiteX1" fmla="*/ 125506 w 2439614"/>
              <a:gd name="connsiteY1" fmla="*/ 62753 h 2545976"/>
              <a:gd name="connsiteX2" fmla="*/ 161365 w 2439614"/>
              <a:gd name="connsiteY2" fmla="*/ 53788 h 2545976"/>
              <a:gd name="connsiteX3" fmla="*/ 1219200 w 2439614"/>
              <a:gd name="connsiteY3" fmla="*/ 35859 h 2545976"/>
              <a:gd name="connsiteX4" fmla="*/ 1326777 w 2439614"/>
              <a:gd name="connsiteY4" fmla="*/ 17929 h 2545976"/>
              <a:gd name="connsiteX5" fmla="*/ 1362636 w 2439614"/>
              <a:gd name="connsiteY5" fmla="*/ 8965 h 2545976"/>
              <a:gd name="connsiteX6" fmla="*/ 1443318 w 2439614"/>
              <a:gd name="connsiteY6" fmla="*/ 0 h 2545976"/>
              <a:gd name="connsiteX7" fmla="*/ 1963271 w 2439614"/>
              <a:gd name="connsiteY7" fmla="*/ 26894 h 2545976"/>
              <a:gd name="connsiteX8" fmla="*/ 2061883 w 2439614"/>
              <a:gd name="connsiteY8" fmla="*/ 44823 h 2545976"/>
              <a:gd name="connsiteX9" fmla="*/ 2106706 w 2439614"/>
              <a:gd name="connsiteY9" fmla="*/ 71717 h 2545976"/>
              <a:gd name="connsiteX10" fmla="*/ 2187388 w 2439614"/>
              <a:gd name="connsiteY10" fmla="*/ 134470 h 2545976"/>
              <a:gd name="connsiteX11" fmla="*/ 2241177 w 2439614"/>
              <a:gd name="connsiteY11" fmla="*/ 188259 h 2545976"/>
              <a:gd name="connsiteX12" fmla="*/ 2259106 w 2439614"/>
              <a:gd name="connsiteY12" fmla="*/ 224117 h 2545976"/>
              <a:gd name="connsiteX13" fmla="*/ 2312894 w 2439614"/>
              <a:gd name="connsiteY13" fmla="*/ 295835 h 2545976"/>
              <a:gd name="connsiteX14" fmla="*/ 2330824 w 2439614"/>
              <a:gd name="connsiteY14" fmla="*/ 358588 h 2545976"/>
              <a:gd name="connsiteX15" fmla="*/ 2357718 w 2439614"/>
              <a:gd name="connsiteY15" fmla="*/ 403412 h 2545976"/>
              <a:gd name="connsiteX16" fmla="*/ 2393577 w 2439614"/>
              <a:gd name="connsiteY16" fmla="*/ 493059 h 2545976"/>
              <a:gd name="connsiteX17" fmla="*/ 2402541 w 2439614"/>
              <a:gd name="connsiteY17" fmla="*/ 555812 h 2545976"/>
              <a:gd name="connsiteX18" fmla="*/ 2420471 w 2439614"/>
              <a:gd name="connsiteY18" fmla="*/ 663388 h 2545976"/>
              <a:gd name="connsiteX19" fmla="*/ 2429436 w 2439614"/>
              <a:gd name="connsiteY19" fmla="*/ 1810870 h 2545976"/>
              <a:gd name="connsiteX20" fmla="*/ 2438400 w 2439614"/>
              <a:gd name="connsiteY20" fmla="*/ 1873623 h 2545976"/>
              <a:gd name="connsiteX21" fmla="*/ 2438400 w 2439614"/>
              <a:gd name="connsiteY21" fmla="*/ 2545976 h 2545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439614" h="2545976">
                <a:moveTo>
                  <a:pt x="0" y="71717"/>
                </a:moveTo>
                <a:cubicBezTo>
                  <a:pt x="41835" y="68729"/>
                  <a:pt x="83821" y="67385"/>
                  <a:pt x="125506" y="62753"/>
                </a:cubicBezTo>
                <a:cubicBezTo>
                  <a:pt x="137752" y="61392"/>
                  <a:pt x="149051" y="54213"/>
                  <a:pt x="161365" y="53788"/>
                </a:cubicBezTo>
                <a:cubicBezTo>
                  <a:pt x="265040" y="50213"/>
                  <a:pt x="1161572" y="36759"/>
                  <a:pt x="1219200" y="35859"/>
                </a:cubicBezTo>
                <a:cubicBezTo>
                  <a:pt x="1279252" y="15841"/>
                  <a:pt x="1215262" y="35085"/>
                  <a:pt x="1326777" y="17929"/>
                </a:cubicBezTo>
                <a:cubicBezTo>
                  <a:pt x="1338955" y="16056"/>
                  <a:pt x="1350458" y="10838"/>
                  <a:pt x="1362636" y="8965"/>
                </a:cubicBezTo>
                <a:cubicBezTo>
                  <a:pt x="1389381" y="4850"/>
                  <a:pt x="1416424" y="2988"/>
                  <a:pt x="1443318" y="0"/>
                </a:cubicBezTo>
                <a:lnTo>
                  <a:pt x="1963271" y="26894"/>
                </a:lnTo>
                <a:cubicBezTo>
                  <a:pt x="2005876" y="29516"/>
                  <a:pt x="2024385" y="35449"/>
                  <a:pt x="2061883" y="44823"/>
                </a:cubicBezTo>
                <a:cubicBezTo>
                  <a:pt x="2117717" y="100660"/>
                  <a:pt x="2036885" y="25170"/>
                  <a:pt x="2106706" y="71717"/>
                </a:cubicBezTo>
                <a:cubicBezTo>
                  <a:pt x="2135055" y="90616"/>
                  <a:pt x="2163296" y="110378"/>
                  <a:pt x="2187388" y="134470"/>
                </a:cubicBezTo>
                <a:cubicBezTo>
                  <a:pt x="2205318" y="152400"/>
                  <a:pt x="2229837" y="165580"/>
                  <a:pt x="2241177" y="188259"/>
                </a:cubicBezTo>
                <a:cubicBezTo>
                  <a:pt x="2247153" y="200212"/>
                  <a:pt x="2252476" y="212514"/>
                  <a:pt x="2259106" y="224117"/>
                </a:cubicBezTo>
                <a:cubicBezTo>
                  <a:pt x="2273378" y="249092"/>
                  <a:pt x="2295650" y="274279"/>
                  <a:pt x="2312894" y="295835"/>
                </a:cubicBezTo>
                <a:cubicBezTo>
                  <a:pt x="2318871" y="316753"/>
                  <a:pt x="2322457" y="338507"/>
                  <a:pt x="2330824" y="358588"/>
                </a:cubicBezTo>
                <a:cubicBezTo>
                  <a:pt x="2337526" y="374672"/>
                  <a:pt x="2349256" y="388180"/>
                  <a:pt x="2357718" y="403412"/>
                </a:cubicBezTo>
                <a:cubicBezTo>
                  <a:pt x="2379702" y="442984"/>
                  <a:pt x="2377639" y="445247"/>
                  <a:pt x="2393577" y="493059"/>
                </a:cubicBezTo>
                <a:cubicBezTo>
                  <a:pt x="2396565" y="513977"/>
                  <a:pt x="2399246" y="534941"/>
                  <a:pt x="2402541" y="555812"/>
                </a:cubicBezTo>
                <a:cubicBezTo>
                  <a:pt x="2408211" y="591720"/>
                  <a:pt x="2419692" y="627043"/>
                  <a:pt x="2420471" y="663388"/>
                </a:cubicBezTo>
                <a:cubicBezTo>
                  <a:pt x="2428666" y="1045806"/>
                  <a:pt x="2423770" y="1428406"/>
                  <a:pt x="2429436" y="1810870"/>
                </a:cubicBezTo>
                <a:cubicBezTo>
                  <a:pt x="2429749" y="1831998"/>
                  <a:pt x="2438142" y="1852495"/>
                  <a:pt x="2438400" y="1873623"/>
                </a:cubicBezTo>
                <a:cubicBezTo>
                  <a:pt x="2441133" y="2097724"/>
                  <a:pt x="2438400" y="2321858"/>
                  <a:pt x="2438400" y="2545976"/>
                </a:cubicBezTo>
              </a:path>
            </a:pathLst>
          </a:custGeom>
          <a:noFill/>
          <a:ln w="31750">
            <a:solidFill>
              <a:schemeClr val="tx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821C75B2-BEEA-4B41-65F1-7AF97E737D84}"/>
              </a:ext>
            </a:extLst>
          </p:cNvPr>
          <p:cNvPicPr>
            <a:picLocks noChangeAspect="1"/>
          </p:cNvPicPr>
          <p:nvPr/>
        </p:nvPicPr>
        <p:blipFill>
          <a:blip r:embed="rId5">
            <a:duotone>
              <a:prstClr val="black"/>
              <a:schemeClr val="accent4">
                <a:tint val="45000"/>
                <a:satMod val="400000"/>
              </a:schemeClr>
            </a:duotone>
          </a:blip>
          <a:stretch>
            <a:fillRect/>
          </a:stretch>
        </p:blipFill>
        <p:spPr>
          <a:xfrm>
            <a:off x="5777713" y="3796064"/>
            <a:ext cx="457537" cy="428018"/>
          </a:xfrm>
          <a:prstGeom prst="rect">
            <a:avLst/>
          </a:prstGeom>
        </p:spPr>
      </p:pic>
      <p:pic>
        <p:nvPicPr>
          <p:cNvPr id="9" name="Picture 8">
            <a:extLst>
              <a:ext uri="{FF2B5EF4-FFF2-40B4-BE49-F238E27FC236}">
                <a16:creationId xmlns:a16="http://schemas.microsoft.com/office/drawing/2014/main" id="{3CD6DF8E-C80E-55E0-3BAB-B66256548AB7}"/>
              </a:ext>
            </a:extLst>
          </p:cNvPr>
          <p:cNvPicPr>
            <a:picLocks noChangeAspect="1"/>
          </p:cNvPicPr>
          <p:nvPr/>
        </p:nvPicPr>
        <p:blipFill>
          <a:blip r:embed="rId5">
            <a:duotone>
              <a:prstClr val="black"/>
              <a:schemeClr val="accent4">
                <a:tint val="45000"/>
                <a:satMod val="400000"/>
              </a:schemeClr>
            </a:duotone>
          </a:blip>
          <a:stretch>
            <a:fillRect/>
          </a:stretch>
        </p:blipFill>
        <p:spPr>
          <a:xfrm>
            <a:off x="4968163" y="5922138"/>
            <a:ext cx="457537" cy="428018"/>
          </a:xfrm>
          <a:prstGeom prst="rect">
            <a:avLst/>
          </a:prstGeom>
        </p:spPr>
      </p:pic>
      <p:pic>
        <p:nvPicPr>
          <p:cNvPr id="2" name="Picture 1">
            <a:extLst>
              <a:ext uri="{FF2B5EF4-FFF2-40B4-BE49-F238E27FC236}">
                <a16:creationId xmlns:a16="http://schemas.microsoft.com/office/drawing/2014/main" id="{F3165A1A-7EFE-6333-CFA3-7819B6F43A14}"/>
              </a:ext>
            </a:extLst>
          </p:cNvPr>
          <p:cNvPicPr>
            <a:picLocks noChangeAspect="1"/>
          </p:cNvPicPr>
          <p:nvPr/>
        </p:nvPicPr>
        <p:blipFill>
          <a:blip r:embed="rId5">
            <a:duotone>
              <a:prstClr val="black"/>
              <a:schemeClr val="accent4">
                <a:tint val="45000"/>
                <a:satMod val="400000"/>
              </a:schemeClr>
            </a:duotone>
          </a:blip>
          <a:stretch>
            <a:fillRect/>
          </a:stretch>
        </p:blipFill>
        <p:spPr>
          <a:xfrm>
            <a:off x="3687832" y="3943074"/>
            <a:ext cx="457537" cy="428018"/>
          </a:xfrm>
          <a:prstGeom prst="rect">
            <a:avLst/>
          </a:prstGeom>
        </p:spPr>
      </p:pic>
      <p:sp>
        <p:nvSpPr>
          <p:cNvPr id="5" name="!!Header whiteout">
            <a:extLst>
              <a:ext uri="{FF2B5EF4-FFF2-40B4-BE49-F238E27FC236}">
                <a16:creationId xmlns:a16="http://schemas.microsoft.com/office/drawing/2014/main" id="{3B7D0D68-C4BF-4D20-30C1-E058BE073E62}"/>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82978CE0-0F47-1305-926F-709F36B8963D}"/>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67995464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50"/>
                                        <p:tgtEl>
                                          <p:spTgt spid="15"/>
                                        </p:tgtEl>
                                      </p:cBhvr>
                                    </p:animEffect>
                                  </p:childTnLst>
                                </p:cTn>
                              </p:par>
                            </p:childTnLst>
                          </p:cTn>
                        </p:par>
                        <p:par>
                          <p:cTn id="26" fill="hold">
                            <p:stCondLst>
                              <p:cond delay="750"/>
                            </p:stCondLst>
                            <p:childTnLst>
                              <p:par>
                                <p:cTn id="27" presetID="22" presetClass="entr" presetSubtype="1" fill="hold" grpId="0" nodeType="after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wipe(up)">
                                      <p:cBhvr>
                                        <p:cTn id="29" dur="7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3" grpId="0" animBg="1"/>
      <p:bldP spid="14" grpId="0" animBg="1"/>
      <p:bldP spid="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Floorplan">
            <a:extLst>
              <a:ext uri="{FF2B5EF4-FFF2-40B4-BE49-F238E27FC236}">
                <a16:creationId xmlns:a16="http://schemas.microsoft.com/office/drawing/2014/main" id="{19C1184E-379B-9096-4719-7B48D794622A}"/>
              </a:ext>
            </a:extLst>
          </p:cNvPr>
          <p:cNvPicPr>
            <a:picLocks noChangeAspect="1"/>
          </p:cNvPicPr>
          <p:nvPr/>
        </p:nvPicPr>
        <p:blipFill>
          <a:blip r:embed="rId3"/>
          <a:srcRect/>
          <a:stretch/>
        </p:blipFill>
        <p:spPr>
          <a:xfrm>
            <a:off x="-103553" y="1963271"/>
            <a:ext cx="7411939" cy="4937229"/>
          </a:xfrm>
          <a:prstGeom prst="rect">
            <a:avLst/>
          </a:prstGeom>
        </p:spPr>
      </p:pic>
      <p:sp>
        <p:nvSpPr>
          <p:cNvPr id="3" name="!!Line1">
            <a:extLst>
              <a:ext uri="{FF2B5EF4-FFF2-40B4-BE49-F238E27FC236}">
                <a16:creationId xmlns:a16="http://schemas.microsoft.com/office/drawing/2014/main" id="{D0DA141E-E39A-4A7C-A241-0A775E793905}"/>
              </a:ext>
            </a:extLst>
          </p:cNvPr>
          <p:cNvSpPr txBox="1"/>
          <p:nvPr/>
        </p:nvSpPr>
        <p:spPr>
          <a:xfrm>
            <a:off x="3861736" y="721853"/>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1198906"/>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3578078" y="2076069"/>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2148231"/>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sp>
        <p:nvSpPr>
          <p:cNvPr id="12" name="Rectangle: Rounded Corners 11">
            <a:extLst>
              <a:ext uri="{FF2B5EF4-FFF2-40B4-BE49-F238E27FC236}">
                <a16:creationId xmlns:a16="http://schemas.microsoft.com/office/drawing/2014/main" id="{B956FA6F-D142-E4AB-D854-D14DCA729F2E}"/>
              </a:ext>
            </a:extLst>
          </p:cNvPr>
          <p:cNvSpPr/>
          <p:nvPr/>
        </p:nvSpPr>
        <p:spPr>
          <a:xfrm>
            <a:off x="4879497" y="2823300"/>
            <a:ext cx="2177922" cy="2483916"/>
          </a:xfrm>
          <a:prstGeom prst="roundRect">
            <a:avLst>
              <a:gd name="adj" fmla="val 5463"/>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127FDC2D-0514-E47E-C79F-9867BFB88609}"/>
              </a:ext>
            </a:extLst>
          </p:cNvPr>
          <p:cNvSpPr/>
          <p:nvPr/>
        </p:nvSpPr>
        <p:spPr>
          <a:xfrm>
            <a:off x="3076414" y="3797085"/>
            <a:ext cx="1720311" cy="661627"/>
          </a:xfrm>
          <a:prstGeom prst="roundRect">
            <a:avLst>
              <a:gd name="adj" fmla="val 5864"/>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65D5C411-8352-5B06-64F0-885827FDD730}"/>
              </a:ext>
            </a:extLst>
          </p:cNvPr>
          <p:cNvSpPr/>
          <p:nvPr/>
        </p:nvSpPr>
        <p:spPr>
          <a:xfrm>
            <a:off x="4415286" y="5502584"/>
            <a:ext cx="1362427" cy="1157162"/>
          </a:xfrm>
          <a:prstGeom prst="roundRect">
            <a:avLst>
              <a:gd name="adj" fmla="val 5463"/>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ath2">
            <a:extLst>
              <a:ext uri="{FF2B5EF4-FFF2-40B4-BE49-F238E27FC236}">
                <a16:creationId xmlns:a16="http://schemas.microsoft.com/office/drawing/2014/main" id="{86BB8659-D65B-0F7F-FAD4-90CE6F430BF4}"/>
              </a:ext>
            </a:extLst>
          </p:cNvPr>
          <p:cNvSpPr/>
          <p:nvPr/>
        </p:nvSpPr>
        <p:spPr>
          <a:xfrm>
            <a:off x="5405718" y="4365812"/>
            <a:ext cx="125506" cy="2321859"/>
          </a:xfrm>
          <a:custGeom>
            <a:avLst/>
            <a:gdLst>
              <a:gd name="connsiteX0" fmla="*/ 125506 w 125506"/>
              <a:gd name="connsiteY0" fmla="*/ 0 h 2321859"/>
              <a:gd name="connsiteX1" fmla="*/ 116541 w 125506"/>
              <a:gd name="connsiteY1" fmla="*/ 107576 h 2321859"/>
              <a:gd name="connsiteX2" fmla="*/ 107576 w 125506"/>
              <a:gd name="connsiteY2" fmla="*/ 152400 h 2321859"/>
              <a:gd name="connsiteX3" fmla="*/ 80682 w 125506"/>
              <a:gd name="connsiteY3" fmla="*/ 528917 h 2321859"/>
              <a:gd name="connsiteX4" fmla="*/ 62753 w 125506"/>
              <a:gd name="connsiteY4" fmla="*/ 1030941 h 2321859"/>
              <a:gd name="connsiteX5" fmla="*/ 44823 w 125506"/>
              <a:gd name="connsiteY5" fmla="*/ 1111623 h 2321859"/>
              <a:gd name="connsiteX6" fmla="*/ 26894 w 125506"/>
              <a:gd name="connsiteY6" fmla="*/ 1326776 h 2321859"/>
              <a:gd name="connsiteX7" fmla="*/ 17929 w 125506"/>
              <a:gd name="connsiteY7" fmla="*/ 2061882 h 2321859"/>
              <a:gd name="connsiteX8" fmla="*/ 8964 w 125506"/>
              <a:gd name="connsiteY8" fmla="*/ 2187388 h 2321859"/>
              <a:gd name="connsiteX9" fmla="*/ 0 w 125506"/>
              <a:gd name="connsiteY9" fmla="*/ 2223247 h 2321859"/>
              <a:gd name="connsiteX10" fmla="*/ 8964 w 125506"/>
              <a:gd name="connsiteY10" fmla="*/ 2321859 h 2321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5506" h="2321859">
                <a:moveTo>
                  <a:pt x="125506" y="0"/>
                </a:moveTo>
                <a:cubicBezTo>
                  <a:pt x="122518" y="35859"/>
                  <a:pt x="120745" y="71840"/>
                  <a:pt x="116541" y="107576"/>
                </a:cubicBezTo>
                <a:cubicBezTo>
                  <a:pt x="114761" y="122709"/>
                  <a:pt x="108775" y="137210"/>
                  <a:pt x="107576" y="152400"/>
                </a:cubicBezTo>
                <a:cubicBezTo>
                  <a:pt x="67555" y="659330"/>
                  <a:pt x="106160" y="299625"/>
                  <a:pt x="80682" y="528917"/>
                </a:cubicBezTo>
                <a:cubicBezTo>
                  <a:pt x="80608" y="532005"/>
                  <a:pt x="77357" y="918979"/>
                  <a:pt x="62753" y="1030941"/>
                </a:cubicBezTo>
                <a:cubicBezTo>
                  <a:pt x="59190" y="1058260"/>
                  <a:pt x="50800" y="1084729"/>
                  <a:pt x="44823" y="1111623"/>
                </a:cubicBezTo>
                <a:cubicBezTo>
                  <a:pt x="41535" y="1147793"/>
                  <a:pt x="27524" y="1296837"/>
                  <a:pt x="26894" y="1326776"/>
                </a:cubicBezTo>
                <a:cubicBezTo>
                  <a:pt x="21736" y="1571775"/>
                  <a:pt x="23033" y="1816882"/>
                  <a:pt x="17929" y="2061882"/>
                </a:cubicBezTo>
                <a:cubicBezTo>
                  <a:pt x="17055" y="2103815"/>
                  <a:pt x="13596" y="2145703"/>
                  <a:pt x="8964" y="2187388"/>
                </a:cubicBezTo>
                <a:cubicBezTo>
                  <a:pt x="7603" y="2199633"/>
                  <a:pt x="0" y="2210926"/>
                  <a:pt x="0" y="2223247"/>
                </a:cubicBezTo>
                <a:cubicBezTo>
                  <a:pt x="0" y="2256253"/>
                  <a:pt x="5976" y="2288988"/>
                  <a:pt x="8964" y="2321859"/>
                </a:cubicBezTo>
              </a:path>
            </a:pathLst>
          </a:custGeom>
          <a:noFill/>
          <a:ln w="31750">
            <a:solidFill>
              <a:schemeClr val="tx1"/>
            </a:solidFill>
            <a:prstDash val="sysDot"/>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ath">
            <a:extLst>
              <a:ext uri="{FF2B5EF4-FFF2-40B4-BE49-F238E27FC236}">
                <a16:creationId xmlns:a16="http://schemas.microsoft.com/office/drawing/2014/main" id="{E93ACC19-34AF-368E-5D44-1568CE09D3EA}"/>
              </a:ext>
            </a:extLst>
          </p:cNvPr>
          <p:cNvSpPr/>
          <p:nvPr/>
        </p:nvSpPr>
        <p:spPr>
          <a:xfrm>
            <a:off x="3101788" y="4150659"/>
            <a:ext cx="2439614" cy="220600"/>
          </a:xfrm>
          <a:custGeom>
            <a:avLst/>
            <a:gdLst>
              <a:gd name="connsiteX0" fmla="*/ 0 w 2439614"/>
              <a:gd name="connsiteY0" fmla="*/ 71717 h 2545976"/>
              <a:gd name="connsiteX1" fmla="*/ 125506 w 2439614"/>
              <a:gd name="connsiteY1" fmla="*/ 62753 h 2545976"/>
              <a:gd name="connsiteX2" fmla="*/ 161365 w 2439614"/>
              <a:gd name="connsiteY2" fmla="*/ 53788 h 2545976"/>
              <a:gd name="connsiteX3" fmla="*/ 1219200 w 2439614"/>
              <a:gd name="connsiteY3" fmla="*/ 35859 h 2545976"/>
              <a:gd name="connsiteX4" fmla="*/ 1326777 w 2439614"/>
              <a:gd name="connsiteY4" fmla="*/ 17929 h 2545976"/>
              <a:gd name="connsiteX5" fmla="*/ 1362636 w 2439614"/>
              <a:gd name="connsiteY5" fmla="*/ 8965 h 2545976"/>
              <a:gd name="connsiteX6" fmla="*/ 1443318 w 2439614"/>
              <a:gd name="connsiteY6" fmla="*/ 0 h 2545976"/>
              <a:gd name="connsiteX7" fmla="*/ 1963271 w 2439614"/>
              <a:gd name="connsiteY7" fmla="*/ 26894 h 2545976"/>
              <a:gd name="connsiteX8" fmla="*/ 2061883 w 2439614"/>
              <a:gd name="connsiteY8" fmla="*/ 44823 h 2545976"/>
              <a:gd name="connsiteX9" fmla="*/ 2106706 w 2439614"/>
              <a:gd name="connsiteY9" fmla="*/ 71717 h 2545976"/>
              <a:gd name="connsiteX10" fmla="*/ 2187388 w 2439614"/>
              <a:gd name="connsiteY10" fmla="*/ 134470 h 2545976"/>
              <a:gd name="connsiteX11" fmla="*/ 2241177 w 2439614"/>
              <a:gd name="connsiteY11" fmla="*/ 188259 h 2545976"/>
              <a:gd name="connsiteX12" fmla="*/ 2259106 w 2439614"/>
              <a:gd name="connsiteY12" fmla="*/ 224117 h 2545976"/>
              <a:gd name="connsiteX13" fmla="*/ 2312894 w 2439614"/>
              <a:gd name="connsiteY13" fmla="*/ 295835 h 2545976"/>
              <a:gd name="connsiteX14" fmla="*/ 2330824 w 2439614"/>
              <a:gd name="connsiteY14" fmla="*/ 358588 h 2545976"/>
              <a:gd name="connsiteX15" fmla="*/ 2357718 w 2439614"/>
              <a:gd name="connsiteY15" fmla="*/ 403412 h 2545976"/>
              <a:gd name="connsiteX16" fmla="*/ 2393577 w 2439614"/>
              <a:gd name="connsiteY16" fmla="*/ 493059 h 2545976"/>
              <a:gd name="connsiteX17" fmla="*/ 2402541 w 2439614"/>
              <a:gd name="connsiteY17" fmla="*/ 555812 h 2545976"/>
              <a:gd name="connsiteX18" fmla="*/ 2420471 w 2439614"/>
              <a:gd name="connsiteY18" fmla="*/ 663388 h 2545976"/>
              <a:gd name="connsiteX19" fmla="*/ 2429436 w 2439614"/>
              <a:gd name="connsiteY19" fmla="*/ 1810870 h 2545976"/>
              <a:gd name="connsiteX20" fmla="*/ 2438400 w 2439614"/>
              <a:gd name="connsiteY20" fmla="*/ 1873623 h 2545976"/>
              <a:gd name="connsiteX21" fmla="*/ 2438400 w 2439614"/>
              <a:gd name="connsiteY21" fmla="*/ 2545976 h 2545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439614" h="2545976">
                <a:moveTo>
                  <a:pt x="0" y="71717"/>
                </a:moveTo>
                <a:cubicBezTo>
                  <a:pt x="41835" y="68729"/>
                  <a:pt x="83821" y="67385"/>
                  <a:pt x="125506" y="62753"/>
                </a:cubicBezTo>
                <a:cubicBezTo>
                  <a:pt x="137752" y="61392"/>
                  <a:pt x="149051" y="54213"/>
                  <a:pt x="161365" y="53788"/>
                </a:cubicBezTo>
                <a:cubicBezTo>
                  <a:pt x="265040" y="50213"/>
                  <a:pt x="1161572" y="36759"/>
                  <a:pt x="1219200" y="35859"/>
                </a:cubicBezTo>
                <a:cubicBezTo>
                  <a:pt x="1279252" y="15841"/>
                  <a:pt x="1215262" y="35085"/>
                  <a:pt x="1326777" y="17929"/>
                </a:cubicBezTo>
                <a:cubicBezTo>
                  <a:pt x="1338955" y="16056"/>
                  <a:pt x="1350458" y="10838"/>
                  <a:pt x="1362636" y="8965"/>
                </a:cubicBezTo>
                <a:cubicBezTo>
                  <a:pt x="1389381" y="4850"/>
                  <a:pt x="1416424" y="2988"/>
                  <a:pt x="1443318" y="0"/>
                </a:cubicBezTo>
                <a:lnTo>
                  <a:pt x="1963271" y="26894"/>
                </a:lnTo>
                <a:cubicBezTo>
                  <a:pt x="2005876" y="29516"/>
                  <a:pt x="2024385" y="35449"/>
                  <a:pt x="2061883" y="44823"/>
                </a:cubicBezTo>
                <a:cubicBezTo>
                  <a:pt x="2117717" y="100660"/>
                  <a:pt x="2036885" y="25170"/>
                  <a:pt x="2106706" y="71717"/>
                </a:cubicBezTo>
                <a:cubicBezTo>
                  <a:pt x="2135055" y="90616"/>
                  <a:pt x="2163296" y="110378"/>
                  <a:pt x="2187388" y="134470"/>
                </a:cubicBezTo>
                <a:cubicBezTo>
                  <a:pt x="2205318" y="152400"/>
                  <a:pt x="2229837" y="165580"/>
                  <a:pt x="2241177" y="188259"/>
                </a:cubicBezTo>
                <a:cubicBezTo>
                  <a:pt x="2247153" y="200212"/>
                  <a:pt x="2252476" y="212514"/>
                  <a:pt x="2259106" y="224117"/>
                </a:cubicBezTo>
                <a:cubicBezTo>
                  <a:pt x="2273378" y="249092"/>
                  <a:pt x="2295650" y="274279"/>
                  <a:pt x="2312894" y="295835"/>
                </a:cubicBezTo>
                <a:cubicBezTo>
                  <a:pt x="2318871" y="316753"/>
                  <a:pt x="2322457" y="338507"/>
                  <a:pt x="2330824" y="358588"/>
                </a:cubicBezTo>
                <a:cubicBezTo>
                  <a:pt x="2337526" y="374672"/>
                  <a:pt x="2349256" y="388180"/>
                  <a:pt x="2357718" y="403412"/>
                </a:cubicBezTo>
                <a:cubicBezTo>
                  <a:pt x="2379702" y="442984"/>
                  <a:pt x="2377639" y="445247"/>
                  <a:pt x="2393577" y="493059"/>
                </a:cubicBezTo>
                <a:cubicBezTo>
                  <a:pt x="2396565" y="513977"/>
                  <a:pt x="2399246" y="534941"/>
                  <a:pt x="2402541" y="555812"/>
                </a:cubicBezTo>
                <a:cubicBezTo>
                  <a:pt x="2408211" y="591720"/>
                  <a:pt x="2419692" y="627043"/>
                  <a:pt x="2420471" y="663388"/>
                </a:cubicBezTo>
                <a:cubicBezTo>
                  <a:pt x="2428666" y="1045806"/>
                  <a:pt x="2423770" y="1428406"/>
                  <a:pt x="2429436" y="1810870"/>
                </a:cubicBezTo>
                <a:cubicBezTo>
                  <a:pt x="2429749" y="1831998"/>
                  <a:pt x="2438142" y="1852495"/>
                  <a:pt x="2438400" y="1873623"/>
                </a:cubicBezTo>
                <a:cubicBezTo>
                  <a:pt x="2441133" y="2097724"/>
                  <a:pt x="2438400" y="2321858"/>
                  <a:pt x="2438400" y="2545976"/>
                </a:cubicBezTo>
              </a:path>
            </a:pathLst>
          </a:custGeom>
          <a:noFill/>
          <a:ln w="31750">
            <a:solidFill>
              <a:schemeClr val="tx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821C75B2-BEEA-4B41-65F1-7AF97E737D84}"/>
              </a:ext>
            </a:extLst>
          </p:cNvPr>
          <p:cNvPicPr>
            <a:picLocks noChangeAspect="1"/>
          </p:cNvPicPr>
          <p:nvPr/>
        </p:nvPicPr>
        <p:blipFill>
          <a:blip r:embed="rId5">
            <a:duotone>
              <a:prstClr val="black"/>
              <a:schemeClr val="accent4">
                <a:tint val="45000"/>
                <a:satMod val="400000"/>
              </a:schemeClr>
            </a:duotone>
          </a:blip>
          <a:stretch>
            <a:fillRect/>
          </a:stretch>
        </p:blipFill>
        <p:spPr>
          <a:xfrm>
            <a:off x="5777713" y="3796064"/>
            <a:ext cx="457537" cy="428018"/>
          </a:xfrm>
          <a:prstGeom prst="rect">
            <a:avLst/>
          </a:prstGeom>
        </p:spPr>
      </p:pic>
      <p:pic>
        <p:nvPicPr>
          <p:cNvPr id="9" name="Picture 8">
            <a:extLst>
              <a:ext uri="{FF2B5EF4-FFF2-40B4-BE49-F238E27FC236}">
                <a16:creationId xmlns:a16="http://schemas.microsoft.com/office/drawing/2014/main" id="{3CD6DF8E-C80E-55E0-3BAB-B66256548AB7}"/>
              </a:ext>
            </a:extLst>
          </p:cNvPr>
          <p:cNvPicPr>
            <a:picLocks noChangeAspect="1"/>
          </p:cNvPicPr>
          <p:nvPr/>
        </p:nvPicPr>
        <p:blipFill>
          <a:blip r:embed="rId5">
            <a:duotone>
              <a:prstClr val="black"/>
              <a:schemeClr val="accent4">
                <a:tint val="45000"/>
                <a:satMod val="400000"/>
              </a:schemeClr>
            </a:duotone>
          </a:blip>
          <a:stretch>
            <a:fillRect/>
          </a:stretch>
        </p:blipFill>
        <p:spPr>
          <a:xfrm>
            <a:off x="4968163" y="5922138"/>
            <a:ext cx="457537" cy="428018"/>
          </a:xfrm>
          <a:prstGeom prst="rect">
            <a:avLst/>
          </a:prstGeom>
        </p:spPr>
      </p:pic>
      <p:pic>
        <p:nvPicPr>
          <p:cNvPr id="2" name="Picture 1">
            <a:extLst>
              <a:ext uri="{FF2B5EF4-FFF2-40B4-BE49-F238E27FC236}">
                <a16:creationId xmlns:a16="http://schemas.microsoft.com/office/drawing/2014/main" id="{F3165A1A-7EFE-6333-CFA3-7819B6F43A14}"/>
              </a:ext>
            </a:extLst>
          </p:cNvPr>
          <p:cNvPicPr>
            <a:picLocks noChangeAspect="1"/>
          </p:cNvPicPr>
          <p:nvPr/>
        </p:nvPicPr>
        <p:blipFill>
          <a:blip r:embed="rId5">
            <a:duotone>
              <a:prstClr val="black"/>
              <a:schemeClr val="accent4">
                <a:tint val="45000"/>
                <a:satMod val="400000"/>
              </a:schemeClr>
            </a:duotone>
          </a:blip>
          <a:stretch>
            <a:fillRect/>
          </a:stretch>
        </p:blipFill>
        <p:spPr>
          <a:xfrm>
            <a:off x="3687832" y="3943074"/>
            <a:ext cx="457537" cy="428018"/>
          </a:xfrm>
          <a:prstGeom prst="rect">
            <a:avLst/>
          </a:prstGeom>
        </p:spPr>
      </p:pic>
      <p:sp>
        <p:nvSpPr>
          <p:cNvPr id="5" name="Flowchart: Extract 4">
            <a:extLst>
              <a:ext uri="{FF2B5EF4-FFF2-40B4-BE49-F238E27FC236}">
                <a16:creationId xmlns:a16="http://schemas.microsoft.com/office/drawing/2014/main" id="{FABCAB4D-6319-911F-B45C-E47F9D6A2ECC}"/>
              </a:ext>
            </a:extLst>
          </p:cNvPr>
          <p:cNvSpPr/>
          <p:nvPr/>
        </p:nvSpPr>
        <p:spPr>
          <a:xfrm>
            <a:off x="3307976" y="2793808"/>
            <a:ext cx="1541930" cy="1546630"/>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lowchart: Extract 5">
            <a:extLst>
              <a:ext uri="{FF2B5EF4-FFF2-40B4-BE49-F238E27FC236}">
                <a16:creationId xmlns:a16="http://schemas.microsoft.com/office/drawing/2014/main" id="{3D025EA1-98D4-9B09-E8B6-5A83F6259CD4}"/>
              </a:ext>
            </a:extLst>
          </p:cNvPr>
          <p:cNvSpPr/>
          <p:nvPr/>
        </p:nvSpPr>
        <p:spPr>
          <a:xfrm rot="3734006">
            <a:off x="5440870" y="3164067"/>
            <a:ext cx="1541930" cy="2139600"/>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lowchart: Extract 16">
            <a:extLst>
              <a:ext uri="{FF2B5EF4-FFF2-40B4-BE49-F238E27FC236}">
                <a16:creationId xmlns:a16="http://schemas.microsoft.com/office/drawing/2014/main" id="{2A3B9351-E1D9-8C76-2FC2-7CB90043B964}"/>
              </a:ext>
            </a:extLst>
          </p:cNvPr>
          <p:cNvSpPr/>
          <p:nvPr/>
        </p:nvSpPr>
        <p:spPr>
          <a:xfrm rot="17352775">
            <a:off x="4466435" y="4962274"/>
            <a:ext cx="1260127" cy="1843898"/>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erson 2">
            <a:extLst>
              <a:ext uri="{FF2B5EF4-FFF2-40B4-BE49-F238E27FC236}">
                <a16:creationId xmlns:a16="http://schemas.microsoft.com/office/drawing/2014/main" id="{1130FA4A-A0E5-82D0-26C8-906C974EF73E}"/>
              </a:ext>
            </a:extLst>
          </p:cNvPr>
          <p:cNvPicPr>
            <a:picLocks noChangeAspect="1"/>
          </p:cNvPicPr>
          <p:nvPr/>
        </p:nvPicPr>
        <p:blipFill>
          <a:blip r:embed="rId6"/>
          <a:stretch>
            <a:fillRect/>
          </a:stretch>
        </p:blipFill>
        <p:spPr>
          <a:xfrm>
            <a:off x="9276988" y="6924938"/>
            <a:ext cx="751489" cy="1513368"/>
          </a:xfrm>
          <a:prstGeom prst="rect">
            <a:avLst/>
          </a:prstGeom>
        </p:spPr>
      </p:pic>
      <p:sp>
        <p:nvSpPr>
          <p:cNvPr id="18" name="!!Header whiteout">
            <a:extLst>
              <a:ext uri="{FF2B5EF4-FFF2-40B4-BE49-F238E27FC236}">
                <a16:creationId xmlns:a16="http://schemas.microsoft.com/office/drawing/2014/main" id="{6EFA2AB5-F256-B0EC-E192-B095F8BBB3A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Header Text 1">
            <a:extLst>
              <a:ext uri="{FF2B5EF4-FFF2-40B4-BE49-F238E27FC236}">
                <a16:creationId xmlns:a16="http://schemas.microsoft.com/office/drawing/2014/main" id="{5DEC501F-80C2-27D2-A260-C8CC2290888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8635532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mph" presetSubtype="2" fill="hold" nodeType="clickEffect">
                                  <p:stCondLst>
                                    <p:cond delay="0"/>
                                  </p:stCondLst>
                                  <p:childTnLst>
                                    <p:animClr clrSpc="rgb" dir="cw">
                                      <p:cBhvr>
                                        <p:cTn id="6" dur="250" fill="hold"/>
                                        <p:tgtEl>
                                          <p:spTgt spid="5"/>
                                        </p:tgtEl>
                                        <p:attrNameLst>
                                          <p:attrName>fillcolor</p:attrName>
                                        </p:attrNameLst>
                                      </p:cBhvr>
                                      <p:to>
                                        <a:srgbClr val="2F5496"/>
                                      </p:to>
                                    </p:animClr>
                                    <p:set>
                                      <p:cBhvr>
                                        <p:cTn id="7" dur="250" fill="hold"/>
                                        <p:tgtEl>
                                          <p:spTgt spid="5"/>
                                        </p:tgtEl>
                                        <p:attrNameLst>
                                          <p:attrName>fill.type</p:attrName>
                                        </p:attrNameLst>
                                      </p:cBhvr>
                                      <p:to>
                                        <p:strVal val="solid"/>
                                      </p:to>
                                    </p:set>
                                    <p:set>
                                      <p:cBhvr>
                                        <p:cTn id="8" dur="250" fill="hold"/>
                                        <p:tgtEl>
                                          <p:spTgt spid="5"/>
                                        </p:tgtEl>
                                        <p:attrNameLst>
                                          <p:attrName>fill.on</p:attrName>
                                        </p:attrNameLst>
                                      </p:cBhvr>
                                      <p:to>
                                        <p:strVal val="true"/>
                                      </p:to>
                                    </p:set>
                                  </p:childTnLst>
                                </p:cTn>
                              </p:par>
                            </p:childTnLst>
                          </p:cTn>
                        </p:par>
                        <p:par>
                          <p:cTn id="9" fill="hold">
                            <p:stCondLst>
                              <p:cond delay="250"/>
                            </p:stCondLst>
                            <p:childTnLst>
                              <p:par>
                                <p:cTn id="10" presetID="1" presetClass="emph" presetSubtype="2" fill="hold" nodeType="afterEffect">
                                  <p:stCondLst>
                                    <p:cond delay="0"/>
                                  </p:stCondLst>
                                  <p:childTnLst>
                                    <p:animClr clrSpc="rgb" dir="cw">
                                      <p:cBhvr>
                                        <p:cTn id="11" dur="250" fill="hold"/>
                                        <p:tgtEl>
                                          <p:spTgt spid="6"/>
                                        </p:tgtEl>
                                        <p:attrNameLst>
                                          <p:attrName>fillcolor</p:attrName>
                                        </p:attrNameLst>
                                      </p:cBhvr>
                                      <p:to>
                                        <a:srgbClr val="2F5496"/>
                                      </p:to>
                                    </p:animClr>
                                    <p:set>
                                      <p:cBhvr>
                                        <p:cTn id="12" dur="250" fill="hold"/>
                                        <p:tgtEl>
                                          <p:spTgt spid="6"/>
                                        </p:tgtEl>
                                        <p:attrNameLst>
                                          <p:attrName>fill.type</p:attrName>
                                        </p:attrNameLst>
                                      </p:cBhvr>
                                      <p:to>
                                        <p:strVal val="solid"/>
                                      </p:to>
                                    </p:set>
                                    <p:set>
                                      <p:cBhvr>
                                        <p:cTn id="13" dur="250" fill="hold"/>
                                        <p:tgtEl>
                                          <p:spTgt spid="6"/>
                                        </p:tgtEl>
                                        <p:attrNameLst>
                                          <p:attrName>fill.on</p:attrName>
                                        </p:attrNameLst>
                                      </p:cBhvr>
                                      <p:to>
                                        <p:strVal val="true"/>
                                      </p:to>
                                    </p:set>
                                  </p:childTnLst>
                                </p:cTn>
                              </p:par>
                            </p:childTnLst>
                          </p:cTn>
                        </p:par>
                        <p:par>
                          <p:cTn id="14" fill="hold">
                            <p:stCondLst>
                              <p:cond delay="500"/>
                            </p:stCondLst>
                            <p:childTnLst>
                              <p:par>
                                <p:cTn id="15" presetID="1" presetClass="emph" presetSubtype="2" fill="hold" nodeType="afterEffect">
                                  <p:stCondLst>
                                    <p:cond delay="0"/>
                                  </p:stCondLst>
                                  <p:childTnLst>
                                    <p:animClr clrSpc="rgb" dir="cw">
                                      <p:cBhvr>
                                        <p:cTn id="16" dur="250" fill="hold"/>
                                        <p:tgtEl>
                                          <p:spTgt spid="17"/>
                                        </p:tgtEl>
                                        <p:attrNameLst>
                                          <p:attrName>fillcolor</p:attrName>
                                        </p:attrNameLst>
                                      </p:cBhvr>
                                      <p:to>
                                        <a:srgbClr val="2F5496"/>
                                      </p:to>
                                    </p:animClr>
                                    <p:set>
                                      <p:cBhvr>
                                        <p:cTn id="17" dur="250" fill="hold"/>
                                        <p:tgtEl>
                                          <p:spTgt spid="17"/>
                                        </p:tgtEl>
                                        <p:attrNameLst>
                                          <p:attrName>fill.type</p:attrName>
                                        </p:attrNameLst>
                                      </p:cBhvr>
                                      <p:to>
                                        <p:strVal val="solid"/>
                                      </p:to>
                                    </p:set>
                                    <p:set>
                                      <p:cBhvr>
                                        <p:cTn id="18" dur="250" fill="hold"/>
                                        <p:tgtEl>
                                          <p:spTgt spid="17"/>
                                        </p:tgtEl>
                                        <p:attrNameLst>
                                          <p:attrName>fill.on</p:attrName>
                                        </p:attrNameLst>
                                      </p:cBhvr>
                                      <p:to>
                                        <p:strVal val="true"/>
                                      </p:to>
                                    </p:set>
                                  </p:childTnLst>
                                </p:cTn>
                              </p:par>
                            </p:childTnLst>
                          </p:cTn>
                        </p:par>
                      </p:childTnLst>
                    </p:cTn>
                  </p:par>
                  <p:par>
                    <p:cTn id="19" fill="hold">
                      <p:stCondLst>
                        <p:cond delay="indefinite"/>
                      </p:stCondLst>
                      <p:childTnLst>
                        <p:par>
                          <p:cTn id="20" fill="hold">
                            <p:stCondLst>
                              <p:cond delay="0"/>
                            </p:stCondLst>
                            <p:childTnLst>
                              <p:par>
                                <p:cTn id="21" presetID="1" presetClass="emph" presetSubtype="2" fill="hold" nodeType="clickEffect">
                                  <p:stCondLst>
                                    <p:cond delay="0"/>
                                  </p:stCondLst>
                                  <p:childTnLst>
                                    <p:animClr clrSpc="rgb" dir="cw">
                                      <p:cBhvr>
                                        <p:cTn id="22" dur="250" fill="hold"/>
                                        <p:tgtEl>
                                          <p:spTgt spid="17"/>
                                        </p:tgtEl>
                                        <p:attrNameLst>
                                          <p:attrName>fillcolor</p:attrName>
                                        </p:attrNameLst>
                                      </p:cBhvr>
                                      <p:to>
                                        <a:srgbClr val="D6DCE5"/>
                                      </p:to>
                                    </p:animClr>
                                    <p:set>
                                      <p:cBhvr>
                                        <p:cTn id="23" dur="250" fill="hold"/>
                                        <p:tgtEl>
                                          <p:spTgt spid="17"/>
                                        </p:tgtEl>
                                        <p:attrNameLst>
                                          <p:attrName>fill.type</p:attrName>
                                        </p:attrNameLst>
                                      </p:cBhvr>
                                      <p:to>
                                        <p:strVal val="solid"/>
                                      </p:to>
                                    </p:set>
                                    <p:set>
                                      <p:cBhvr>
                                        <p:cTn id="24" dur="250" fill="hold"/>
                                        <p:tgtEl>
                                          <p:spTgt spid="17"/>
                                        </p:tgtEl>
                                        <p:attrNameLst>
                                          <p:attrName>fill.on</p:attrName>
                                        </p:attrNameLst>
                                      </p:cBhvr>
                                      <p:to>
                                        <p:strVal val="true"/>
                                      </p:to>
                                    </p:set>
                                  </p:childTnLst>
                                </p:cTn>
                              </p:par>
                            </p:childTnLst>
                          </p:cTn>
                        </p:par>
                        <p:par>
                          <p:cTn id="25" fill="hold">
                            <p:stCondLst>
                              <p:cond delay="250"/>
                            </p:stCondLst>
                            <p:childTnLst>
                              <p:par>
                                <p:cTn id="26" presetID="1" presetClass="emph" presetSubtype="2" fill="hold" nodeType="afterEffect">
                                  <p:stCondLst>
                                    <p:cond delay="0"/>
                                  </p:stCondLst>
                                  <p:childTnLst>
                                    <p:animClr clrSpc="rgb" dir="cw">
                                      <p:cBhvr>
                                        <p:cTn id="27" dur="250" fill="hold"/>
                                        <p:tgtEl>
                                          <p:spTgt spid="6"/>
                                        </p:tgtEl>
                                        <p:attrNameLst>
                                          <p:attrName>fillcolor</p:attrName>
                                        </p:attrNameLst>
                                      </p:cBhvr>
                                      <p:to>
                                        <a:srgbClr val="D6DCE5"/>
                                      </p:to>
                                    </p:animClr>
                                    <p:set>
                                      <p:cBhvr>
                                        <p:cTn id="28" dur="250" fill="hold"/>
                                        <p:tgtEl>
                                          <p:spTgt spid="6"/>
                                        </p:tgtEl>
                                        <p:attrNameLst>
                                          <p:attrName>fill.type</p:attrName>
                                        </p:attrNameLst>
                                      </p:cBhvr>
                                      <p:to>
                                        <p:strVal val="solid"/>
                                      </p:to>
                                    </p:set>
                                    <p:set>
                                      <p:cBhvr>
                                        <p:cTn id="29" dur="250" fill="hold"/>
                                        <p:tgtEl>
                                          <p:spTgt spid="6"/>
                                        </p:tgtEl>
                                        <p:attrNameLst>
                                          <p:attrName>fill.on</p:attrName>
                                        </p:attrNameLst>
                                      </p:cBhvr>
                                      <p:to>
                                        <p:strVal val="true"/>
                                      </p:to>
                                    </p:set>
                                  </p:childTnLst>
                                </p:cTn>
                              </p:par>
                            </p:childTnLst>
                          </p:cTn>
                        </p:par>
                        <p:par>
                          <p:cTn id="30" fill="hold">
                            <p:stCondLst>
                              <p:cond delay="500"/>
                            </p:stCondLst>
                            <p:childTnLst>
                              <p:par>
                                <p:cTn id="31" presetID="1" presetClass="emph" presetSubtype="2" fill="hold" nodeType="afterEffect">
                                  <p:stCondLst>
                                    <p:cond delay="0"/>
                                  </p:stCondLst>
                                  <p:childTnLst>
                                    <p:animClr clrSpc="rgb" dir="cw">
                                      <p:cBhvr>
                                        <p:cTn id="32" dur="250" fill="hold"/>
                                        <p:tgtEl>
                                          <p:spTgt spid="5"/>
                                        </p:tgtEl>
                                        <p:attrNameLst>
                                          <p:attrName>fillcolor</p:attrName>
                                        </p:attrNameLst>
                                      </p:cBhvr>
                                      <p:to>
                                        <a:srgbClr val="D6DCE5"/>
                                      </p:to>
                                    </p:animClr>
                                    <p:set>
                                      <p:cBhvr>
                                        <p:cTn id="33" dur="250" fill="hold"/>
                                        <p:tgtEl>
                                          <p:spTgt spid="5"/>
                                        </p:tgtEl>
                                        <p:attrNameLst>
                                          <p:attrName>fill.type</p:attrName>
                                        </p:attrNameLst>
                                      </p:cBhvr>
                                      <p:to>
                                        <p:strVal val="solid"/>
                                      </p:to>
                                    </p:set>
                                    <p:set>
                                      <p:cBhvr>
                                        <p:cTn id="34" dur="250" fill="hold"/>
                                        <p:tgtEl>
                                          <p:spTgt spid="5"/>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Floorplan">
            <a:extLst>
              <a:ext uri="{FF2B5EF4-FFF2-40B4-BE49-F238E27FC236}">
                <a16:creationId xmlns:a16="http://schemas.microsoft.com/office/drawing/2014/main" id="{19C1184E-379B-9096-4719-7B48D794622A}"/>
              </a:ext>
            </a:extLst>
          </p:cNvPr>
          <p:cNvPicPr>
            <a:picLocks noChangeAspect="1"/>
          </p:cNvPicPr>
          <p:nvPr/>
        </p:nvPicPr>
        <p:blipFill>
          <a:blip r:embed="rId3"/>
          <a:srcRect/>
          <a:stretch/>
        </p:blipFill>
        <p:spPr>
          <a:xfrm>
            <a:off x="-103553" y="1963271"/>
            <a:ext cx="7411939" cy="4937229"/>
          </a:xfrm>
          <a:prstGeom prst="rect">
            <a:avLst/>
          </a:prstGeom>
        </p:spPr>
      </p:pic>
      <p:sp>
        <p:nvSpPr>
          <p:cNvPr id="3" name="!!Line1">
            <a:extLst>
              <a:ext uri="{FF2B5EF4-FFF2-40B4-BE49-F238E27FC236}">
                <a16:creationId xmlns:a16="http://schemas.microsoft.com/office/drawing/2014/main" id="{D0DA141E-E39A-4A7C-A241-0A775E793905}"/>
              </a:ext>
            </a:extLst>
          </p:cNvPr>
          <p:cNvSpPr txBox="1"/>
          <p:nvPr/>
        </p:nvSpPr>
        <p:spPr>
          <a:xfrm>
            <a:off x="3861736" y="721853"/>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1198906"/>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3578078" y="2076069"/>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2148231"/>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sp>
        <p:nvSpPr>
          <p:cNvPr id="12" name="Rectangle: Rounded Corners 11">
            <a:extLst>
              <a:ext uri="{FF2B5EF4-FFF2-40B4-BE49-F238E27FC236}">
                <a16:creationId xmlns:a16="http://schemas.microsoft.com/office/drawing/2014/main" id="{B956FA6F-D142-E4AB-D854-D14DCA729F2E}"/>
              </a:ext>
            </a:extLst>
          </p:cNvPr>
          <p:cNvSpPr/>
          <p:nvPr/>
        </p:nvSpPr>
        <p:spPr>
          <a:xfrm>
            <a:off x="4879497" y="2823300"/>
            <a:ext cx="2177922" cy="2483916"/>
          </a:xfrm>
          <a:prstGeom prst="roundRect">
            <a:avLst>
              <a:gd name="adj" fmla="val 5463"/>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127FDC2D-0514-E47E-C79F-9867BFB88609}"/>
              </a:ext>
            </a:extLst>
          </p:cNvPr>
          <p:cNvSpPr/>
          <p:nvPr/>
        </p:nvSpPr>
        <p:spPr>
          <a:xfrm>
            <a:off x="3076414" y="3797085"/>
            <a:ext cx="1720311" cy="661627"/>
          </a:xfrm>
          <a:prstGeom prst="roundRect">
            <a:avLst>
              <a:gd name="adj" fmla="val 5864"/>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65D5C411-8352-5B06-64F0-885827FDD730}"/>
              </a:ext>
            </a:extLst>
          </p:cNvPr>
          <p:cNvSpPr/>
          <p:nvPr/>
        </p:nvSpPr>
        <p:spPr>
          <a:xfrm>
            <a:off x="4415286" y="5502584"/>
            <a:ext cx="1362427" cy="1157162"/>
          </a:xfrm>
          <a:prstGeom prst="roundRect">
            <a:avLst>
              <a:gd name="adj" fmla="val 5463"/>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ath2">
            <a:extLst>
              <a:ext uri="{FF2B5EF4-FFF2-40B4-BE49-F238E27FC236}">
                <a16:creationId xmlns:a16="http://schemas.microsoft.com/office/drawing/2014/main" id="{86BB8659-D65B-0F7F-FAD4-90CE6F430BF4}"/>
              </a:ext>
            </a:extLst>
          </p:cNvPr>
          <p:cNvSpPr/>
          <p:nvPr/>
        </p:nvSpPr>
        <p:spPr>
          <a:xfrm>
            <a:off x="5405718" y="4365812"/>
            <a:ext cx="125506" cy="2321859"/>
          </a:xfrm>
          <a:custGeom>
            <a:avLst/>
            <a:gdLst>
              <a:gd name="connsiteX0" fmla="*/ 125506 w 125506"/>
              <a:gd name="connsiteY0" fmla="*/ 0 h 2321859"/>
              <a:gd name="connsiteX1" fmla="*/ 116541 w 125506"/>
              <a:gd name="connsiteY1" fmla="*/ 107576 h 2321859"/>
              <a:gd name="connsiteX2" fmla="*/ 107576 w 125506"/>
              <a:gd name="connsiteY2" fmla="*/ 152400 h 2321859"/>
              <a:gd name="connsiteX3" fmla="*/ 80682 w 125506"/>
              <a:gd name="connsiteY3" fmla="*/ 528917 h 2321859"/>
              <a:gd name="connsiteX4" fmla="*/ 62753 w 125506"/>
              <a:gd name="connsiteY4" fmla="*/ 1030941 h 2321859"/>
              <a:gd name="connsiteX5" fmla="*/ 44823 w 125506"/>
              <a:gd name="connsiteY5" fmla="*/ 1111623 h 2321859"/>
              <a:gd name="connsiteX6" fmla="*/ 26894 w 125506"/>
              <a:gd name="connsiteY6" fmla="*/ 1326776 h 2321859"/>
              <a:gd name="connsiteX7" fmla="*/ 17929 w 125506"/>
              <a:gd name="connsiteY7" fmla="*/ 2061882 h 2321859"/>
              <a:gd name="connsiteX8" fmla="*/ 8964 w 125506"/>
              <a:gd name="connsiteY8" fmla="*/ 2187388 h 2321859"/>
              <a:gd name="connsiteX9" fmla="*/ 0 w 125506"/>
              <a:gd name="connsiteY9" fmla="*/ 2223247 h 2321859"/>
              <a:gd name="connsiteX10" fmla="*/ 8964 w 125506"/>
              <a:gd name="connsiteY10" fmla="*/ 2321859 h 2321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5506" h="2321859">
                <a:moveTo>
                  <a:pt x="125506" y="0"/>
                </a:moveTo>
                <a:cubicBezTo>
                  <a:pt x="122518" y="35859"/>
                  <a:pt x="120745" y="71840"/>
                  <a:pt x="116541" y="107576"/>
                </a:cubicBezTo>
                <a:cubicBezTo>
                  <a:pt x="114761" y="122709"/>
                  <a:pt x="108775" y="137210"/>
                  <a:pt x="107576" y="152400"/>
                </a:cubicBezTo>
                <a:cubicBezTo>
                  <a:pt x="67555" y="659330"/>
                  <a:pt x="106160" y="299625"/>
                  <a:pt x="80682" y="528917"/>
                </a:cubicBezTo>
                <a:cubicBezTo>
                  <a:pt x="80608" y="532005"/>
                  <a:pt x="77357" y="918979"/>
                  <a:pt x="62753" y="1030941"/>
                </a:cubicBezTo>
                <a:cubicBezTo>
                  <a:pt x="59190" y="1058260"/>
                  <a:pt x="50800" y="1084729"/>
                  <a:pt x="44823" y="1111623"/>
                </a:cubicBezTo>
                <a:cubicBezTo>
                  <a:pt x="41535" y="1147793"/>
                  <a:pt x="27524" y="1296837"/>
                  <a:pt x="26894" y="1326776"/>
                </a:cubicBezTo>
                <a:cubicBezTo>
                  <a:pt x="21736" y="1571775"/>
                  <a:pt x="23033" y="1816882"/>
                  <a:pt x="17929" y="2061882"/>
                </a:cubicBezTo>
                <a:cubicBezTo>
                  <a:pt x="17055" y="2103815"/>
                  <a:pt x="13596" y="2145703"/>
                  <a:pt x="8964" y="2187388"/>
                </a:cubicBezTo>
                <a:cubicBezTo>
                  <a:pt x="7603" y="2199633"/>
                  <a:pt x="0" y="2210926"/>
                  <a:pt x="0" y="2223247"/>
                </a:cubicBezTo>
                <a:cubicBezTo>
                  <a:pt x="0" y="2256253"/>
                  <a:pt x="5976" y="2288988"/>
                  <a:pt x="8964" y="2321859"/>
                </a:cubicBezTo>
              </a:path>
            </a:pathLst>
          </a:custGeom>
          <a:noFill/>
          <a:ln w="31750">
            <a:solidFill>
              <a:schemeClr val="tx1"/>
            </a:solidFill>
            <a:prstDash val="sysDot"/>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ath">
            <a:extLst>
              <a:ext uri="{FF2B5EF4-FFF2-40B4-BE49-F238E27FC236}">
                <a16:creationId xmlns:a16="http://schemas.microsoft.com/office/drawing/2014/main" id="{E93ACC19-34AF-368E-5D44-1568CE09D3EA}"/>
              </a:ext>
            </a:extLst>
          </p:cNvPr>
          <p:cNvSpPr/>
          <p:nvPr/>
        </p:nvSpPr>
        <p:spPr>
          <a:xfrm>
            <a:off x="3101788" y="4150659"/>
            <a:ext cx="2439614" cy="220600"/>
          </a:xfrm>
          <a:custGeom>
            <a:avLst/>
            <a:gdLst>
              <a:gd name="connsiteX0" fmla="*/ 0 w 2439614"/>
              <a:gd name="connsiteY0" fmla="*/ 71717 h 2545976"/>
              <a:gd name="connsiteX1" fmla="*/ 125506 w 2439614"/>
              <a:gd name="connsiteY1" fmla="*/ 62753 h 2545976"/>
              <a:gd name="connsiteX2" fmla="*/ 161365 w 2439614"/>
              <a:gd name="connsiteY2" fmla="*/ 53788 h 2545976"/>
              <a:gd name="connsiteX3" fmla="*/ 1219200 w 2439614"/>
              <a:gd name="connsiteY3" fmla="*/ 35859 h 2545976"/>
              <a:gd name="connsiteX4" fmla="*/ 1326777 w 2439614"/>
              <a:gd name="connsiteY4" fmla="*/ 17929 h 2545976"/>
              <a:gd name="connsiteX5" fmla="*/ 1362636 w 2439614"/>
              <a:gd name="connsiteY5" fmla="*/ 8965 h 2545976"/>
              <a:gd name="connsiteX6" fmla="*/ 1443318 w 2439614"/>
              <a:gd name="connsiteY6" fmla="*/ 0 h 2545976"/>
              <a:gd name="connsiteX7" fmla="*/ 1963271 w 2439614"/>
              <a:gd name="connsiteY7" fmla="*/ 26894 h 2545976"/>
              <a:gd name="connsiteX8" fmla="*/ 2061883 w 2439614"/>
              <a:gd name="connsiteY8" fmla="*/ 44823 h 2545976"/>
              <a:gd name="connsiteX9" fmla="*/ 2106706 w 2439614"/>
              <a:gd name="connsiteY9" fmla="*/ 71717 h 2545976"/>
              <a:gd name="connsiteX10" fmla="*/ 2187388 w 2439614"/>
              <a:gd name="connsiteY10" fmla="*/ 134470 h 2545976"/>
              <a:gd name="connsiteX11" fmla="*/ 2241177 w 2439614"/>
              <a:gd name="connsiteY11" fmla="*/ 188259 h 2545976"/>
              <a:gd name="connsiteX12" fmla="*/ 2259106 w 2439614"/>
              <a:gd name="connsiteY12" fmla="*/ 224117 h 2545976"/>
              <a:gd name="connsiteX13" fmla="*/ 2312894 w 2439614"/>
              <a:gd name="connsiteY13" fmla="*/ 295835 h 2545976"/>
              <a:gd name="connsiteX14" fmla="*/ 2330824 w 2439614"/>
              <a:gd name="connsiteY14" fmla="*/ 358588 h 2545976"/>
              <a:gd name="connsiteX15" fmla="*/ 2357718 w 2439614"/>
              <a:gd name="connsiteY15" fmla="*/ 403412 h 2545976"/>
              <a:gd name="connsiteX16" fmla="*/ 2393577 w 2439614"/>
              <a:gd name="connsiteY16" fmla="*/ 493059 h 2545976"/>
              <a:gd name="connsiteX17" fmla="*/ 2402541 w 2439614"/>
              <a:gd name="connsiteY17" fmla="*/ 555812 h 2545976"/>
              <a:gd name="connsiteX18" fmla="*/ 2420471 w 2439614"/>
              <a:gd name="connsiteY18" fmla="*/ 663388 h 2545976"/>
              <a:gd name="connsiteX19" fmla="*/ 2429436 w 2439614"/>
              <a:gd name="connsiteY19" fmla="*/ 1810870 h 2545976"/>
              <a:gd name="connsiteX20" fmla="*/ 2438400 w 2439614"/>
              <a:gd name="connsiteY20" fmla="*/ 1873623 h 2545976"/>
              <a:gd name="connsiteX21" fmla="*/ 2438400 w 2439614"/>
              <a:gd name="connsiteY21" fmla="*/ 2545976 h 2545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439614" h="2545976">
                <a:moveTo>
                  <a:pt x="0" y="71717"/>
                </a:moveTo>
                <a:cubicBezTo>
                  <a:pt x="41835" y="68729"/>
                  <a:pt x="83821" y="67385"/>
                  <a:pt x="125506" y="62753"/>
                </a:cubicBezTo>
                <a:cubicBezTo>
                  <a:pt x="137752" y="61392"/>
                  <a:pt x="149051" y="54213"/>
                  <a:pt x="161365" y="53788"/>
                </a:cubicBezTo>
                <a:cubicBezTo>
                  <a:pt x="265040" y="50213"/>
                  <a:pt x="1161572" y="36759"/>
                  <a:pt x="1219200" y="35859"/>
                </a:cubicBezTo>
                <a:cubicBezTo>
                  <a:pt x="1279252" y="15841"/>
                  <a:pt x="1215262" y="35085"/>
                  <a:pt x="1326777" y="17929"/>
                </a:cubicBezTo>
                <a:cubicBezTo>
                  <a:pt x="1338955" y="16056"/>
                  <a:pt x="1350458" y="10838"/>
                  <a:pt x="1362636" y="8965"/>
                </a:cubicBezTo>
                <a:cubicBezTo>
                  <a:pt x="1389381" y="4850"/>
                  <a:pt x="1416424" y="2988"/>
                  <a:pt x="1443318" y="0"/>
                </a:cubicBezTo>
                <a:lnTo>
                  <a:pt x="1963271" y="26894"/>
                </a:lnTo>
                <a:cubicBezTo>
                  <a:pt x="2005876" y="29516"/>
                  <a:pt x="2024385" y="35449"/>
                  <a:pt x="2061883" y="44823"/>
                </a:cubicBezTo>
                <a:cubicBezTo>
                  <a:pt x="2117717" y="100660"/>
                  <a:pt x="2036885" y="25170"/>
                  <a:pt x="2106706" y="71717"/>
                </a:cubicBezTo>
                <a:cubicBezTo>
                  <a:pt x="2135055" y="90616"/>
                  <a:pt x="2163296" y="110378"/>
                  <a:pt x="2187388" y="134470"/>
                </a:cubicBezTo>
                <a:cubicBezTo>
                  <a:pt x="2205318" y="152400"/>
                  <a:pt x="2229837" y="165580"/>
                  <a:pt x="2241177" y="188259"/>
                </a:cubicBezTo>
                <a:cubicBezTo>
                  <a:pt x="2247153" y="200212"/>
                  <a:pt x="2252476" y="212514"/>
                  <a:pt x="2259106" y="224117"/>
                </a:cubicBezTo>
                <a:cubicBezTo>
                  <a:pt x="2273378" y="249092"/>
                  <a:pt x="2295650" y="274279"/>
                  <a:pt x="2312894" y="295835"/>
                </a:cubicBezTo>
                <a:cubicBezTo>
                  <a:pt x="2318871" y="316753"/>
                  <a:pt x="2322457" y="338507"/>
                  <a:pt x="2330824" y="358588"/>
                </a:cubicBezTo>
                <a:cubicBezTo>
                  <a:pt x="2337526" y="374672"/>
                  <a:pt x="2349256" y="388180"/>
                  <a:pt x="2357718" y="403412"/>
                </a:cubicBezTo>
                <a:cubicBezTo>
                  <a:pt x="2379702" y="442984"/>
                  <a:pt x="2377639" y="445247"/>
                  <a:pt x="2393577" y="493059"/>
                </a:cubicBezTo>
                <a:cubicBezTo>
                  <a:pt x="2396565" y="513977"/>
                  <a:pt x="2399246" y="534941"/>
                  <a:pt x="2402541" y="555812"/>
                </a:cubicBezTo>
                <a:cubicBezTo>
                  <a:pt x="2408211" y="591720"/>
                  <a:pt x="2419692" y="627043"/>
                  <a:pt x="2420471" y="663388"/>
                </a:cubicBezTo>
                <a:cubicBezTo>
                  <a:pt x="2428666" y="1045806"/>
                  <a:pt x="2423770" y="1428406"/>
                  <a:pt x="2429436" y="1810870"/>
                </a:cubicBezTo>
                <a:cubicBezTo>
                  <a:pt x="2429749" y="1831998"/>
                  <a:pt x="2438142" y="1852495"/>
                  <a:pt x="2438400" y="1873623"/>
                </a:cubicBezTo>
                <a:cubicBezTo>
                  <a:pt x="2441133" y="2097724"/>
                  <a:pt x="2438400" y="2321858"/>
                  <a:pt x="2438400" y="2545976"/>
                </a:cubicBezTo>
              </a:path>
            </a:pathLst>
          </a:custGeom>
          <a:noFill/>
          <a:ln w="31750">
            <a:solidFill>
              <a:schemeClr val="tx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821C75B2-BEEA-4B41-65F1-7AF97E737D84}"/>
              </a:ext>
            </a:extLst>
          </p:cNvPr>
          <p:cNvPicPr>
            <a:picLocks noChangeAspect="1"/>
          </p:cNvPicPr>
          <p:nvPr/>
        </p:nvPicPr>
        <p:blipFill>
          <a:blip r:embed="rId5">
            <a:duotone>
              <a:prstClr val="black"/>
              <a:schemeClr val="accent4">
                <a:tint val="45000"/>
                <a:satMod val="400000"/>
              </a:schemeClr>
            </a:duotone>
          </a:blip>
          <a:stretch>
            <a:fillRect/>
          </a:stretch>
        </p:blipFill>
        <p:spPr>
          <a:xfrm>
            <a:off x="5777713" y="3796064"/>
            <a:ext cx="457537" cy="428018"/>
          </a:xfrm>
          <a:prstGeom prst="rect">
            <a:avLst/>
          </a:prstGeom>
        </p:spPr>
      </p:pic>
      <p:pic>
        <p:nvPicPr>
          <p:cNvPr id="9" name="Picture 8">
            <a:extLst>
              <a:ext uri="{FF2B5EF4-FFF2-40B4-BE49-F238E27FC236}">
                <a16:creationId xmlns:a16="http://schemas.microsoft.com/office/drawing/2014/main" id="{3CD6DF8E-C80E-55E0-3BAB-B66256548AB7}"/>
              </a:ext>
            </a:extLst>
          </p:cNvPr>
          <p:cNvPicPr>
            <a:picLocks noChangeAspect="1"/>
          </p:cNvPicPr>
          <p:nvPr/>
        </p:nvPicPr>
        <p:blipFill>
          <a:blip r:embed="rId5">
            <a:duotone>
              <a:prstClr val="black"/>
              <a:schemeClr val="accent4">
                <a:tint val="45000"/>
                <a:satMod val="400000"/>
              </a:schemeClr>
            </a:duotone>
          </a:blip>
          <a:stretch>
            <a:fillRect/>
          </a:stretch>
        </p:blipFill>
        <p:spPr>
          <a:xfrm>
            <a:off x="4968163" y="5922138"/>
            <a:ext cx="457537" cy="428018"/>
          </a:xfrm>
          <a:prstGeom prst="rect">
            <a:avLst/>
          </a:prstGeom>
        </p:spPr>
      </p:pic>
      <p:pic>
        <p:nvPicPr>
          <p:cNvPr id="2" name="Picture 1">
            <a:extLst>
              <a:ext uri="{FF2B5EF4-FFF2-40B4-BE49-F238E27FC236}">
                <a16:creationId xmlns:a16="http://schemas.microsoft.com/office/drawing/2014/main" id="{F3165A1A-7EFE-6333-CFA3-7819B6F43A14}"/>
              </a:ext>
            </a:extLst>
          </p:cNvPr>
          <p:cNvPicPr>
            <a:picLocks noChangeAspect="1"/>
          </p:cNvPicPr>
          <p:nvPr/>
        </p:nvPicPr>
        <p:blipFill>
          <a:blip r:embed="rId5">
            <a:duotone>
              <a:prstClr val="black"/>
              <a:schemeClr val="accent4">
                <a:tint val="45000"/>
                <a:satMod val="400000"/>
              </a:schemeClr>
            </a:duotone>
          </a:blip>
          <a:stretch>
            <a:fillRect/>
          </a:stretch>
        </p:blipFill>
        <p:spPr>
          <a:xfrm>
            <a:off x="3687832" y="3943074"/>
            <a:ext cx="457537" cy="428018"/>
          </a:xfrm>
          <a:prstGeom prst="rect">
            <a:avLst/>
          </a:prstGeom>
        </p:spPr>
      </p:pic>
      <p:sp>
        <p:nvSpPr>
          <p:cNvPr id="5" name="Flowchart: Extract 4">
            <a:extLst>
              <a:ext uri="{FF2B5EF4-FFF2-40B4-BE49-F238E27FC236}">
                <a16:creationId xmlns:a16="http://schemas.microsoft.com/office/drawing/2014/main" id="{FABCAB4D-6319-911F-B45C-E47F9D6A2ECC}"/>
              </a:ext>
            </a:extLst>
          </p:cNvPr>
          <p:cNvSpPr/>
          <p:nvPr/>
        </p:nvSpPr>
        <p:spPr>
          <a:xfrm>
            <a:off x="3307976" y="2793808"/>
            <a:ext cx="1541930" cy="1546630"/>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lowchart: Extract 5">
            <a:extLst>
              <a:ext uri="{FF2B5EF4-FFF2-40B4-BE49-F238E27FC236}">
                <a16:creationId xmlns:a16="http://schemas.microsoft.com/office/drawing/2014/main" id="{3D025EA1-98D4-9B09-E8B6-5A83F6259CD4}"/>
              </a:ext>
            </a:extLst>
          </p:cNvPr>
          <p:cNvSpPr/>
          <p:nvPr/>
        </p:nvSpPr>
        <p:spPr>
          <a:xfrm rot="3734006">
            <a:off x="5440870" y="3164067"/>
            <a:ext cx="1541930" cy="2139600"/>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lowchart: Extract 16">
            <a:extLst>
              <a:ext uri="{FF2B5EF4-FFF2-40B4-BE49-F238E27FC236}">
                <a16:creationId xmlns:a16="http://schemas.microsoft.com/office/drawing/2014/main" id="{2A3B9351-E1D9-8C76-2FC2-7CB90043B964}"/>
              </a:ext>
            </a:extLst>
          </p:cNvPr>
          <p:cNvSpPr/>
          <p:nvPr/>
        </p:nvSpPr>
        <p:spPr>
          <a:xfrm rot="17352775">
            <a:off x="4466435" y="4962274"/>
            <a:ext cx="1260127" cy="1843898"/>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erson 2">
            <a:extLst>
              <a:ext uri="{FF2B5EF4-FFF2-40B4-BE49-F238E27FC236}">
                <a16:creationId xmlns:a16="http://schemas.microsoft.com/office/drawing/2014/main" id="{2BFD506F-B67B-F50C-304F-D9FD1366C3ED}"/>
              </a:ext>
            </a:extLst>
          </p:cNvPr>
          <p:cNvPicPr>
            <a:picLocks noChangeAspect="1"/>
          </p:cNvPicPr>
          <p:nvPr/>
        </p:nvPicPr>
        <p:blipFill>
          <a:blip r:embed="rId6"/>
          <a:stretch>
            <a:fillRect/>
          </a:stretch>
        </p:blipFill>
        <p:spPr>
          <a:xfrm>
            <a:off x="9276988" y="5336361"/>
            <a:ext cx="751489" cy="1513368"/>
          </a:xfrm>
          <a:prstGeom prst="rect">
            <a:avLst/>
          </a:prstGeom>
        </p:spPr>
      </p:pic>
      <p:sp>
        <p:nvSpPr>
          <p:cNvPr id="19" name="!!Speech Bubble: Rectangle 19">
            <a:extLst>
              <a:ext uri="{FF2B5EF4-FFF2-40B4-BE49-F238E27FC236}">
                <a16:creationId xmlns:a16="http://schemas.microsoft.com/office/drawing/2014/main" id="{2781C7DA-0DEB-22C6-FC82-8FD25BF6B210}"/>
              </a:ext>
            </a:extLst>
          </p:cNvPr>
          <p:cNvSpPr/>
          <p:nvPr/>
        </p:nvSpPr>
        <p:spPr>
          <a:xfrm>
            <a:off x="8597930" y="4185444"/>
            <a:ext cx="3441670" cy="911675"/>
          </a:xfrm>
          <a:prstGeom prst="wedgeRectCallout">
            <a:avLst>
              <a:gd name="adj1" fmla="val -19146"/>
              <a:gd name="adj2" fmla="val 67838"/>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21">
            <a:extLst>
              <a:ext uri="{FF2B5EF4-FFF2-40B4-BE49-F238E27FC236}">
                <a16:creationId xmlns:a16="http://schemas.microsoft.com/office/drawing/2014/main" id="{0233AF56-CDE3-F93F-91C5-8C0A3496B6F9}"/>
              </a:ext>
            </a:extLst>
          </p:cNvPr>
          <p:cNvSpPr txBox="1"/>
          <p:nvPr/>
        </p:nvSpPr>
        <p:spPr>
          <a:xfrm>
            <a:off x="8557195" y="4151797"/>
            <a:ext cx="3482405" cy="923330"/>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Umm… “motion activated lights” are kind of lame. Is that the best you got?</a:t>
            </a:r>
          </a:p>
        </p:txBody>
      </p:sp>
      <p:sp>
        <p:nvSpPr>
          <p:cNvPr id="21" name="!!Header whiteout">
            <a:extLst>
              <a:ext uri="{FF2B5EF4-FFF2-40B4-BE49-F238E27FC236}">
                <a16:creationId xmlns:a16="http://schemas.microsoft.com/office/drawing/2014/main" id="{4AF38D26-61A3-0F5E-6A4A-93018DC7AFA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Header Text 1">
            <a:extLst>
              <a:ext uri="{FF2B5EF4-FFF2-40B4-BE49-F238E27FC236}">
                <a16:creationId xmlns:a16="http://schemas.microsoft.com/office/drawing/2014/main" id="{1B83EB0D-54D8-4E9B-B60B-F9270CE2382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1450158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ne1">
            <a:extLst>
              <a:ext uri="{FF2B5EF4-FFF2-40B4-BE49-F238E27FC236}">
                <a16:creationId xmlns:a16="http://schemas.microsoft.com/office/drawing/2014/main" id="{D0DA141E-E39A-4A7C-A241-0A775E793905}"/>
              </a:ext>
            </a:extLst>
          </p:cNvPr>
          <p:cNvSpPr txBox="1"/>
          <p:nvPr/>
        </p:nvSpPr>
        <p:spPr>
          <a:xfrm>
            <a:off x="3861736" y="2057596"/>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2534649"/>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78078" y="3411812"/>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348397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pic>
        <p:nvPicPr>
          <p:cNvPr id="18" name="!!Bulb2">
            <a:extLst>
              <a:ext uri="{FF2B5EF4-FFF2-40B4-BE49-F238E27FC236}">
                <a16:creationId xmlns:a16="http://schemas.microsoft.com/office/drawing/2014/main" id="{AE36BBA4-E909-4340-A3DF-D294765C440D}"/>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068749"/>
            <a:ext cx="567291" cy="532779"/>
          </a:xfrm>
          <a:prstGeom prst="rect">
            <a:avLst/>
          </a:prstGeom>
        </p:spPr>
      </p:pic>
      <p:sp>
        <p:nvSpPr>
          <p:cNvPr id="19" name="TextBox 18">
            <a:extLst>
              <a:ext uri="{FF2B5EF4-FFF2-40B4-BE49-F238E27FC236}">
                <a16:creationId xmlns:a16="http://schemas.microsoft.com/office/drawing/2014/main" id="{06AD39CC-4E5F-45A3-B783-BA42E1FE9F98}"/>
              </a:ext>
            </a:extLst>
          </p:cNvPr>
          <p:cNvSpPr txBox="1"/>
          <p:nvPr/>
        </p:nvSpPr>
        <p:spPr>
          <a:xfrm>
            <a:off x="4250267" y="4140911"/>
            <a:ext cx="4700434"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Smart automations</a:t>
            </a:r>
            <a:r>
              <a:rPr lang="en-US" dirty="0">
                <a:solidFill>
                  <a:srgbClr val="2D3E50"/>
                </a:solidFill>
                <a:latin typeface="Roboto" panose="02000000000000000000" pitchFamily="2" charset="0"/>
                <a:ea typeface="Roboto" panose="02000000000000000000" pitchFamily="2" charset="0"/>
              </a:rPr>
              <a:t> beat </a:t>
            </a:r>
            <a:r>
              <a:rPr lang="en-US" b="1" dirty="0">
                <a:solidFill>
                  <a:srgbClr val="2D3E50"/>
                </a:solidFill>
                <a:latin typeface="Roboto" panose="02000000000000000000" pitchFamily="2" charset="0"/>
                <a:ea typeface="Roboto" panose="02000000000000000000" pitchFamily="2" charset="0"/>
              </a:rPr>
              <a:t>dumb automations</a:t>
            </a:r>
            <a:endParaRPr lang="en-US" b="1" dirty="0"/>
          </a:p>
        </p:txBody>
      </p:sp>
      <p:grpSp>
        <p:nvGrpSpPr>
          <p:cNvPr id="15" name="Arrow">
            <a:extLst>
              <a:ext uri="{FF2B5EF4-FFF2-40B4-BE49-F238E27FC236}">
                <a16:creationId xmlns:a16="http://schemas.microsoft.com/office/drawing/2014/main" id="{C4617B4E-2473-4552-8EF1-E10561A81786}"/>
              </a:ext>
            </a:extLst>
          </p:cNvPr>
          <p:cNvGrpSpPr>
            <a:grpSpLocks noChangeAspect="1"/>
          </p:cNvGrpSpPr>
          <p:nvPr/>
        </p:nvGrpSpPr>
        <p:grpSpPr bwMode="auto">
          <a:xfrm rot="5866665">
            <a:off x="7779775" y="4550400"/>
            <a:ext cx="904172" cy="943180"/>
            <a:chOff x="1328" y="0"/>
            <a:chExt cx="3106" cy="3240"/>
          </a:xfrm>
          <a:solidFill>
            <a:srgbClr val="C00000"/>
          </a:solidFill>
        </p:grpSpPr>
        <p:sp>
          <p:nvSpPr>
            <p:cNvPr id="17" name="Freeform 716">
              <a:extLst>
                <a:ext uri="{FF2B5EF4-FFF2-40B4-BE49-F238E27FC236}">
                  <a16:creationId xmlns:a16="http://schemas.microsoft.com/office/drawing/2014/main" id="{256E3B97-E50A-4227-8950-3D28081A8CEC}"/>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17">
              <a:extLst>
                <a:ext uri="{FF2B5EF4-FFF2-40B4-BE49-F238E27FC236}">
                  <a16:creationId xmlns:a16="http://schemas.microsoft.com/office/drawing/2014/main" id="{2C3C456B-83F4-44DC-ACD2-69BB0041C5D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18">
              <a:extLst>
                <a:ext uri="{FF2B5EF4-FFF2-40B4-BE49-F238E27FC236}">
                  <a16:creationId xmlns:a16="http://schemas.microsoft.com/office/drawing/2014/main" id="{60EABC02-DBB9-4043-93D6-F521ED62EBD5}"/>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19">
              <a:extLst>
                <a:ext uri="{FF2B5EF4-FFF2-40B4-BE49-F238E27FC236}">
                  <a16:creationId xmlns:a16="http://schemas.microsoft.com/office/drawing/2014/main" id="{D7F875CD-DCDF-4435-939B-F3AA7E21D01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0">
              <a:extLst>
                <a:ext uri="{FF2B5EF4-FFF2-40B4-BE49-F238E27FC236}">
                  <a16:creationId xmlns:a16="http://schemas.microsoft.com/office/drawing/2014/main" id="{ADB2BA40-F323-4100-9FA8-E49202EC7326}"/>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1">
              <a:extLst>
                <a:ext uri="{FF2B5EF4-FFF2-40B4-BE49-F238E27FC236}">
                  <a16:creationId xmlns:a16="http://schemas.microsoft.com/office/drawing/2014/main" id="{86ACE72C-FF01-44B3-B7F4-A9C2C00F57ED}"/>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2">
              <a:extLst>
                <a:ext uri="{FF2B5EF4-FFF2-40B4-BE49-F238E27FC236}">
                  <a16:creationId xmlns:a16="http://schemas.microsoft.com/office/drawing/2014/main" id="{8F44AA46-685B-4C3D-98EF-92392B45C31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3">
              <a:extLst>
                <a:ext uri="{FF2B5EF4-FFF2-40B4-BE49-F238E27FC236}">
                  <a16:creationId xmlns:a16="http://schemas.microsoft.com/office/drawing/2014/main" id="{20589022-642E-464D-87AB-5B46B66F9869}"/>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4">
              <a:extLst>
                <a:ext uri="{FF2B5EF4-FFF2-40B4-BE49-F238E27FC236}">
                  <a16:creationId xmlns:a16="http://schemas.microsoft.com/office/drawing/2014/main" id="{DCFCFCF5-BC58-4198-9F1C-81B5E9799924}"/>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25">
              <a:extLst>
                <a:ext uri="{FF2B5EF4-FFF2-40B4-BE49-F238E27FC236}">
                  <a16:creationId xmlns:a16="http://schemas.microsoft.com/office/drawing/2014/main" id="{8F10F9EA-8F33-47FB-B62D-E0BDF1FDB06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6">
              <a:extLst>
                <a:ext uri="{FF2B5EF4-FFF2-40B4-BE49-F238E27FC236}">
                  <a16:creationId xmlns:a16="http://schemas.microsoft.com/office/drawing/2014/main" id="{371C7FD8-3118-41C1-B445-2D74B4DA227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7">
              <a:extLst>
                <a:ext uri="{FF2B5EF4-FFF2-40B4-BE49-F238E27FC236}">
                  <a16:creationId xmlns:a16="http://schemas.microsoft.com/office/drawing/2014/main" id="{75797B87-EEE1-4141-9B58-327746510797}"/>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8">
              <a:extLst>
                <a:ext uri="{FF2B5EF4-FFF2-40B4-BE49-F238E27FC236}">
                  <a16:creationId xmlns:a16="http://schemas.microsoft.com/office/drawing/2014/main" id="{1F9F8E19-C921-488E-A9C9-E3A35559E7D1}"/>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9">
              <a:extLst>
                <a:ext uri="{FF2B5EF4-FFF2-40B4-BE49-F238E27FC236}">
                  <a16:creationId xmlns:a16="http://schemas.microsoft.com/office/drawing/2014/main" id="{7978B430-B6B3-44CE-B1E3-C1CCBCF0ECA7}"/>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0">
              <a:extLst>
                <a:ext uri="{FF2B5EF4-FFF2-40B4-BE49-F238E27FC236}">
                  <a16:creationId xmlns:a16="http://schemas.microsoft.com/office/drawing/2014/main" id="{4BA7F0ED-BFA0-46D3-89DA-342438ABE80A}"/>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1">
              <a:extLst>
                <a:ext uri="{FF2B5EF4-FFF2-40B4-BE49-F238E27FC236}">
                  <a16:creationId xmlns:a16="http://schemas.microsoft.com/office/drawing/2014/main" id="{5E79BCCC-9E91-43D9-8932-B9154ED9E1CF}"/>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2">
              <a:extLst>
                <a:ext uri="{FF2B5EF4-FFF2-40B4-BE49-F238E27FC236}">
                  <a16:creationId xmlns:a16="http://schemas.microsoft.com/office/drawing/2014/main" id="{3F2844B0-4967-4813-A9A2-BF66C52DA55C}"/>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3">
              <a:extLst>
                <a:ext uri="{FF2B5EF4-FFF2-40B4-BE49-F238E27FC236}">
                  <a16:creationId xmlns:a16="http://schemas.microsoft.com/office/drawing/2014/main" id="{6205FCED-F374-448D-9882-4534E5806A37}"/>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4">
              <a:extLst>
                <a:ext uri="{FF2B5EF4-FFF2-40B4-BE49-F238E27FC236}">
                  <a16:creationId xmlns:a16="http://schemas.microsoft.com/office/drawing/2014/main" id="{8D7E8A8F-8081-4070-9B2A-B3BE36AC2133}"/>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5">
              <a:extLst>
                <a:ext uri="{FF2B5EF4-FFF2-40B4-BE49-F238E27FC236}">
                  <a16:creationId xmlns:a16="http://schemas.microsoft.com/office/drawing/2014/main" id="{250E4B7E-6720-4AB6-BBA9-047768BE082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6">
              <a:extLst>
                <a:ext uri="{FF2B5EF4-FFF2-40B4-BE49-F238E27FC236}">
                  <a16:creationId xmlns:a16="http://schemas.microsoft.com/office/drawing/2014/main" id="{B773767E-ECB8-40E2-A909-1F4916502BAC}"/>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7">
              <a:extLst>
                <a:ext uri="{FF2B5EF4-FFF2-40B4-BE49-F238E27FC236}">
                  <a16:creationId xmlns:a16="http://schemas.microsoft.com/office/drawing/2014/main" id="{D2B71854-B259-46A8-944F-143F85A8280C}"/>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8">
              <a:extLst>
                <a:ext uri="{FF2B5EF4-FFF2-40B4-BE49-F238E27FC236}">
                  <a16:creationId xmlns:a16="http://schemas.microsoft.com/office/drawing/2014/main" id="{CA91035B-2F89-49FA-99FE-FAD875DE846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9">
              <a:extLst>
                <a:ext uri="{FF2B5EF4-FFF2-40B4-BE49-F238E27FC236}">
                  <a16:creationId xmlns:a16="http://schemas.microsoft.com/office/drawing/2014/main" id="{AEE375AD-193D-4E69-9A4A-5DC47B07A8B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0">
              <a:extLst>
                <a:ext uri="{FF2B5EF4-FFF2-40B4-BE49-F238E27FC236}">
                  <a16:creationId xmlns:a16="http://schemas.microsoft.com/office/drawing/2014/main" id="{768D85C4-5107-4782-BC34-20430DFF6E0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1">
              <a:extLst>
                <a:ext uri="{FF2B5EF4-FFF2-40B4-BE49-F238E27FC236}">
                  <a16:creationId xmlns:a16="http://schemas.microsoft.com/office/drawing/2014/main" id="{FF2A9224-AA5A-4BCE-BB7D-D8FC75EC04E7}"/>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2">
              <a:extLst>
                <a:ext uri="{FF2B5EF4-FFF2-40B4-BE49-F238E27FC236}">
                  <a16:creationId xmlns:a16="http://schemas.microsoft.com/office/drawing/2014/main" id="{52E716A9-298C-481D-83AA-39D5AAF9F512}"/>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3">
              <a:extLst>
                <a:ext uri="{FF2B5EF4-FFF2-40B4-BE49-F238E27FC236}">
                  <a16:creationId xmlns:a16="http://schemas.microsoft.com/office/drawing/2014/main" id="{D58A7F79-0349-4EE9-983A-419BFC0FC945}"/>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4">
              <a:extLst>
                <a:ext uri="{FF2B5EF4-FFF2-40B4-BE49-F238E27FC236}">
                  <a16:creationId xmlns:a16="http://schemas.microsoft.com/office/drawing/2014/main" id="{3BF9370B-B426-4FE7-8539-22379F52E9E9}"/>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5">
              <a:extLst>
                <a:ext uri="{FF2B5EF4-FFF2-40B4-BE49-F238E27FC236}">
                  <a16:creationId xmlns:a16="http://schemas.microsoft.com/office/drawing/2014/main" id="{29DF4510-D2EA-40D6-9E92-9BE1FB4660A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6">
              <a:extLst>
                <a:ext uri="{FF2B5EF4-FFF2-40B4-BE49-F238E27FC236}">
                  <a16:creationId xmlns:a16="http://schemas.microsoft.com/office/drawing/2014/main" id="{778022A0-67B9-4817-AE5E-364D054B6279}"/>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7">
              <a:extLst>
                <a:ext uri="{FF2B5EF4-FFF2-40B4-BE49-F238E27FC236}">
                  <a16:creationId xmlns:a16="http://schemas.microsoft.com/office/drawing/2014/main" id="{190EE969-A8B2-4F0F-823B-4FF69DF578F8}"/>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8">
              <a:extLst>
                <a:ext uri="{FF2B5EF4-FFF2-40B4-BE49-F238E27FC236}">
                  <a16:creationId xmlns:a16="http://schemas.microsoft.com/office/drawing/2014/main" id="{365DD44C-AEAF-446D-A634-AB894EDACF05}"/>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9">
              <a:extLst>
                <a:ext uri="{FF2B5EF4-FFF2-40B4-BE49-F238E27FC236}">
                  <a16:creationId xmlns:a16="http://schemas.microsoft.com/office/drawing/2014/main" id="{1A5487C5-A58D-4523-BB23-E55F62CF718F}"/>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0">
              <a:extLst>
                <a:ext uri="{FF2B5EF4-FFF2-40B4-BE49-F238E27FC236}">
                  <a16:creationId xmlns:a16="http://schemas.microsoft.com/office/drawing/2014/main" id="{2AB3285E-E32F-4089-B9D5-FBFB737D01BE}"/>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1">
              <a:extLst>
                <a:ext uri="{FF2B5EF4-FFF2-40B4-BE49-F238E27FC236}">
                  <a16:creationId xmlns:a16="http://schemas.microsoft.com/office/drawing/2014/main" id="{606AE924-C828-4E33-9331-6B0173F83A9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2">
              <a:extLst>
                <a:ext uri="{FF2B5EF4-FFF2-40B4-BE49-F238E27FC236}">
                  <a16:creationId xmlns:a16="http://schemas.microsoft.com/office/drawing/2014/main" id="{679CBFB8-9D58-4F79-9E0C-C5A3770B554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3">
              <a:extLst>
                <a:ext uri="{FF2B5EF4-FFF2-40B4-BE49-F238E27FC236}">
                  <a16:creationId xmlns:a16="http://schemas.microsoft.com/office/drawing/2014/main" id="{2044CF60-BD2A-4527-9086-970DDA9F5E51}"/>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4">
              <a:extLst>
                <a:ext uri="{FF2B5EF4-FFF2-40B4-BE49-F238E27FC236}">
                  <a16:creationId xmlns:a16="http://schemas.microsoft.com/office/drawing/2014/main" id="{535D7DDA-2477-40DC-890A-66F2D07672B2}"/>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5">
              <a:extLst>
                <a:ext uri="{FF2B5EF4-FFF2-40B4-BE49-F238E27FC236}">
                  <a16:creationId xmlns:a16="http://schemas.microsoft.com/office/drawing/2014/main" id="{A9014F92-4FF7-4BFA-9E29-80729E599CF9}"/>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6">
              <a:extLst>
                <a:ext uri="{FF2B5EF4-FFF2-40B4-BE49-F238E27FC236}">
                  <a16:creationId xmlns:a16="http://schemas.microsoft.com/office/drawing/2014/main" id="{A97F63F7-383E-4F98-825F-9707518E342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7">
              <a:extLst>
                <a:ext uri="{FF2B5EF4-FFF2-40B4-BE49-F238E27FC236}">
                  <a16:creationId xmlns:a16="http://schemas.microsoft.com/office/drawing/2014/main" id="{A743A620-721A-43B2-AC0F-1F349FFFCCAE}"/>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8">
              <a:extLst>
                <a:ext uri="{FF2B5EF4-FFF2-40B4-BE49-F238E27FC236}">
                  <a16:creationId xmlns:a16="http://schemas.microsoft.com/office/drawing/2014/main" id="{277B50AF-F62B-429C-89B1-474BBA85C8AB}"/>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9">
              <a:extLst>
                <a:ext uri="{FF2B5EF4-FFF2-40B4-BE49-F238E27FC236}">
                  <a16:creationId xmlns:a16="http://schemas.microsoft.com/office/drawing/2014/main" id="{36CF8273-60D5-4B44-B232-78813DBF16D8}"/>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60">
              <a:extLst>
                <a:ext uri="{FF2B5EF4-FFF2-40B4-BE49-F238E27FC236}">
                  <a16:creationId xmlns:a16="http://schemas.microsoft.com/office/drawing/2014/main" id="{336AE40A-BE66-458B-849B-4369F154C870}"/>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61">
              <a:extLst>
                <a:ext uri="{FF2B5EF4-FFF2-40B4-BE49-F238E27FC236}">
                  <a16:creationId xmlns:a16="http://schemas.microsoft.com/office/drawing/2014/main" id="{44411B93-A844-45E6-B2AE-518265127D84}"/>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62">
              <a:extLst>
                <a:ext uri="{FF2B5EF4-FFF2-40B4-BE49-F238E27FC236}">
                  <a16:creationId xmlns:a16="http://schemas.microsoft.com/office/drawing/2014/main" id="{172116B7-F2C2-4620-A95E-27A7A59DB70E}"/>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63">
              <a:extLst>
                <a:ext uri="{FF2B5EF4-FFF2-40B4-BE49-F238E27FC236}">
                  <a16:creationId xmlns:a16="http://schemas.microsoft.com/office/drawing/2014/main" id="{FC01D96F-3B4F-43DB-89F3-D2E27A249C5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64">
              <a:extLst>
                <a:ext uri="{FF2B5EF4-FFF2-40B4-BE49-F238E27FC236}">
                  <a16:creationId xmlns:a16="http://schemas.microsoft.com/office/drawing/2014/main" id="{D2B042A3-DA98-490E-BB09-150551B81D0B}"/>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65">
              <a:extLst>
                <a:ext uri="{FF2B5EF4-FFF2-40B4-BE49-F238E27FC236}">
                  <a16:creationId xmlns:a16="http://schemas.microsoft.com/office/drawing/2014/main" id="{E1817DBF-E8C4-4A78-B43B-CA3E87645F4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66">
              <a:extLst>
                <a:ext uri="{FF2B5EF4-FFF2-40B4-BE49-F238E27FC236}">
                  <a16:creationId xmlns:a16="http://schemas.microsoft.com/office/drawing/2014/main" id="{737D904E-6A30-47FD-B6DB-705EBCA65139}"/>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67">
              <a:extLst>
                <a:ext uri="{FF2B5EF4-FFF2-40B4-BE49-F238E27FC236}">
                  <a16:creationId xmlns:a16="http://schemas.microsoft.com/office/drawing/2014/main" id="{4A337716-6C90-4380-9996-B75A9914354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68">
              <a:extLst>
                <a:ext uri="{FF2B5EF4-FFF2-40B4-BE49-F238E27FC236}">
                  <a16:creationId xmlns:a16="http://schemas.microsoft.com/office/drawing/2014/main" id="{57AF7DF9-4BC3-4422-A890-3AC7CED765F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9">
              <a:extLst>
                <a:ext uri="{FF2B5EF4-FFF2-40B4-BE49-F238E27FC236}">
                  <a16:creationId xmlns:a16="http://schemas.microsoft.com/office/drawing/2014/main" id="{04A35780-8FB6-40B6-9A85-F0509F31478A}"/>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70">
              <a:extLst>
                <a:ext uri="{FF2B5EF4-FFF2-40B4-BE49-F238E27FC236}">
                  <a16:creationId xmlns:a16="http://schemas.microsoft.com/office/drawing/2014/main" id="{1BD4EA8C-7C69-4F2F-98E4-0F9264EE45CC}"/>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71">
              <a:extLst>
                <a:ext uri="{FF2B5EF4-FFF2-40B4-BE49-F238E27FC236}">
                  <a16:creationId xmlns:a16="http://schemas.microsoft.com/office/drawing/2014/main" id="{2BF13B39-46DF-4DA9-B5A9-66EF64B410D0}"/>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72">
              <a:extLst>
                <a:ext uri="{FF2B5EF4-FFF2-40B4-BE49-F238E27FC236}">
                  <a16:creationId xmlns:a16="http://schemas.microsoft.com/office/drawing/2014/main" id="{8698C66B-A6FC-466A-8F5E-13E187A3B95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73">
              <a:extLst>
                <a:ext uri="{FF2B5EF4-FFF2-40B4-BE49-F238E27FC236}">
                  <a16:creationId xmlns:a16="http://schemas.microsoft.com/office/drawing/2014/main" id="{ED6F9722-4367-463B-A70B-16C0C60EAD9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74">
              <a:extLst>
                <a:ext uri="{FF2B5EF4-FFF2-40B4-BE49-F238E27FC236}">
                  <a16:creationId xmlns:a16="http://schemas.microsoft.com/office/drawing/2014/main" id="{47602CD8-A3FC-4087-BF9B-4DC82F593DC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75">
              <a:extLst>
                <a:ext uri="{FF2B5EF4-FFF2-40B4-BE49-F238E27FC236}">
                  <a16:creationId xmlns:a16="http://schemas.microsoft.com/office/drawing/2014/main" id="{39EBBDC4-74B7-4A68-8D8A-C6EFEDE83B7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76">
              <a:extLst>
                <a:ext uri="{FF2B5EF4-FFF2-40B4-BE49-F238E27FC236}">
                  <a16:creationId xmlns:a16="http://schemas.microsoft.com/office/drawing/2014/main" id="{B608FD55-862E-4409-A1EC-570F4B72D09A}"/>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77">
              <a:extLst>
                <a:ext uri="{FF2B5EF4-FFF2-40B4-BE49-F238E27FC236}">
                  <a16:creationId xmlns:a16="http://schemas.microsoft.com/office/drawing/2014/main" id="{0A726262-C65F-4CB9-BAA1-AF2DFDBB1437}"/>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78">
              <a:extLst>
                <a:ext uri="{FF2B5EF4-FFF2-40B4-BE49-F238E27FC236}">
                  <a16:creationId xmlns:a16="http://schemas.microsoft.com/office/drawing/2014/main" id="{607E1B39-EB7C-4CEF-9500-3ED5F3667F67}"/>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9">
              <a:extLst>
                <a:ext uri="{FF2B5EF4-FFF2-40B4-BE49-F238E27FC236}">
                  <a16:creationId xmlns:a16="http://schemas.microsoft.com/office/drawing/2014/main" id="{264B6193-6F50-4130-8F78-8F6D7CE99C8D}"/>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80">
              <a:extLst>
                <a:ext uri="{FF2B5EF4-FFF2-40B4-BE49-F238E27FC236}">
                  <a16:creationId xmlns:a16="http://schemas.microsoft.com/office/drawing/2014/main" id="{8B575065-239D-46E0-8857-2B29B888A0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81">
              <a:extLst>
                <a:ext uri="{FF2B5EF4-FFF2-40B4-BE49-F238E27FC236}">
                  <a16:creationId xmlns:a16="http://schemas.microsoft.com/office/drawing/2014/main" id="{80D69F5A-F16F-492E-B8E2-4360DBB0AA01}"/>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82">
              <a:extLst>
                <a:ext uri="{FF2B5EF4-FFF2-40B4-BE49-F238E27FC236}">
                  <a16:creationId xmlns:a16="http://schemas.microsoft.com/office/drawing/2014/main" id="{BF9E0279-5FFE-4BA6-8E27-E2C8F76FE63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83">
              <a:extLst>
                <a:ext uri="{FF2B5EF4-FFF2-40B4-BE49-F238E27FC236}">
                  <a16:creationId xmlns:a16="http://schemas.microsoft.com/office/drawing/2014/main" id="{392B07E5-300B-4508-BF32-17BFDC0C249D}"/>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84">
              <a:extLst>
                <a:ext uri="{FF2B5EF4-FFF2-40B4-BE49-F238E27FC236}">
                  <a16:creationId xmlns:a16="http://schemas.microsoft.com/office/drawing/2014/main" id="{00DBB73F-96C6-416B-A57E-0A2ABCB41E3A}"/>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85">
              <a:extLst>
                <a:ext uri="{FF2B5EF4-FFF2-40B4-BE49-F238E27FC236}">
                  <a16:creationId xmlns:a16="http://schemas.microsoft.com/office/drawing/2014/main" id="{D417D803-90CF-4437-94F7-E6DE44DA8B1B}"/>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86">
              <a:extLst>
                <a:ext uri="{FF2B5EF4-FFF2-40B4-BE49-F238E27FC236}">
                  <a16:creationId xmlns:a16="http://schemas.microsoft.com/office/drawing/2014/main" id="{8F1C0D2A-BD82-4CC1-B6A0-033EE4853C9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87">
              <a:extLst>
                <a:ext uri="{FF2B5EF4-FFF2-40B4-BE49-F238E27FC236}">
                  <a16:creationId xmlns:a16="http://schemas.microsoft.com/office/drawing/2014/main" id="{F60266BD-33BB-4F41-9351-D6A944237FF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88">
              <a:extLst>
                <a:ext uri="{FF2B5EF4-FFF2-40B4-BE49-F238E27FC236}">
                  <a16:creationId xmlns:a16="http://schemas.microsoft.com/office/drawing/2014/main" id="{31A8A981-FCDF-40F6-A8AB-7FFE5C763B9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9">
              <a:extLst>
                <a:ext uri="{FF2B5EF4-FFF2-40B4-BE49-F238E27FC236}">
                  <a16:creationId xmlns:a16="http://schemas.microsoft.com/office/drawing/2014/main" id="{E9D303C9-AD8F-4F92-B19E-66EBA44F525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90">
              <a:extLst>
                <a:ext uri="{FF2B5EF4-FFF2-40B4-BE49-F238E27FC236}">
                  <a16:creationId xmlns:a16="http://schemas.microsoft.com/office/drawing/2014/main" id="{8709BB47-ABCA-45E0-9DD0-19F2AEB5B51E}"/>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91">
              <a:extLst>
                <a:ext uri="{FF2B5EF4-FFF2-40B4-BE49-F238E27FC236}">
                  <a16:creationId xmlns:a16="http://schemas.microsoft.com/office/drawing/2014/main" id="{745DD85D-4155-45EF-92B4-215EA78C46BC}"/>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92">
              <a:extLst>
                <a:ext uri="{FF2B5EF4-FFF2-40B4-BE49-F238E27FC236}">
                  <a16:creationId xmlns:a16="http://schemas.microsoft.com/office/drawing/2014/main" id="{A1A39431-FEDC-4759-8A62-E70FEE6CE2CA}"/>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93">
              <a:extLst>
                <a:ext uri="{FF2B5EF4-FFF2-40B4-BE49-F238E27FC236}">
                  <a16:creationId xmlns:a16="http://schemas.microsoft.com/office/drawing/2014/main" id="{A0C94613-6CB6-4AFD-A175-200960AA324D}"/>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94">
              <a:extLst>
                <a:ext uri="{FF2B5EF4-FFF2-40B4-BE49-F238E27FC236}">
                  <a16:creationId xmlns:a16="http://schemas.microsoft.com/office/drawing/2014/main" id="{AD9DB402-1DDD-4988-971B-38C5222FDBF7}"/>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95">
              <a:extLst>
                <a:ext uri="{FF2B5EF4-FFF2-40B4-BE49-F238E27FC236}">
                  <a16:creationId xmlns:a16="http://schemas.microsoft.com/office/drawing/2014/main" id="{51777650-39AF-4D7F-93F3-D3CD35BEBDF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96">
              <a:extLst>
                <a:ext uri="{FF2B5EF4-FFF2-40B4-BE49-F238E27FC236}">
                  <a16:creationId xmlns:a16="http://schemas.microsoft.com/office/drawing/2014/main" id="{F1130A35-9FCC-455C-AE20-98CC8CE6152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97">
              <a:extLst>
                <a:ext uri="{FF2B5EF4-FFF2-40B4-BE49-F238E27FC236}">
                  <a16:creationId xmlns:a16="http://schemas.microsoft.com/office/drawing/2014/main" id="{C73A4FCF-74DE-4FBE-98CC-9DEFBF4A0C0B}"/>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98">
              <a:extLst>
                <a:ext uri="{FF2B5EF4-FFF2-40B4-BE49-F238E27FC236}">
                  <a16:creationId xmlns:a16="http://schemas.microsoft.com/office/drawing/2014/main" id="{C70E3599-9939-4822-B86E-4BF8544C8CF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9">
              <a:extLst>
                <a:ext uri="{FF2B5EF4-FFF2-40B4-BE49-F238E27FC236}">
                  <a16:creationId xmlns:a16="http://schemas.microsoft.com/office/drawing/2014/main" id="{EB028425-5C60-4B58-813A-184F3651CBA0}"/>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800">
              <a:extLst>
                <a:ext uri="{FF2B5EF4-FFF2-40B4-BE49-F238E27FC236}">
                  <a16:creationId xmlns:a16="http://schemas.microsoft.com/office/drawing/2014/main" id="{A09E85C5-6F03-479B-969D-A7DF7B334940}"/>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801">
              <a:extLst>
                <a:ext uri="{FF2B5EF4-FFF2-40B4-BE49-F238E27FC236}">
                  <a16:creationId xmlns:a16="http://schemas.microsoft.com/office/drawing/2014/main" id="{81558AF9-C011-4A13-A852-7172179E5A47}"/>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802">
              <a:extLst>
                <a:ext uri="{FF2B5EF4-FFF2-40B4-BE49-F238E27FC236}">
                  <a16:creationId xmlns:a16="http://schemas.microsoft.com/office/drawing/2014/main" id="{D4B5543C-65DF-41FB-85AA-99EDB39B7AD1}"/>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803">
              <a:extLst>
                <a:ext uri="{FF2B5EF4-FFF2-40B4-BE49-F238E27FC236}">
                  <a16:creationId xmlns:a16="http://schemas.microsoft.com/office/drawing/2014/main" id="{13A842E5-A2FB-4391-861A-FC66894D0B0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804">
              <a:extLst>
                <a:ext uri="{FF2B5EF4-FFF2-40B4-BE49-F238E27FC236}">
                  <a16:creationId xmlns:a16="http://schemas.microsoft.com/office/drawing/2014/main" id="{0280FFC9-EF18-4C4E-B0CB-41A49DB57F8F}"/>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805">
              <a:extLst>
                <a:ext uri="{FF2B5EF4-FFF2-40B4-BE49-F238E27FC236}">
                  <a16:creationId xmlns:a16="http://schemas.microsoft.com/office/drawing/2014/main" id="{B9A2C3BD-8E03-463D-BE8F-E738F31E0C98}"/>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806">
              <a:extLst>
                <a:ext uri="{FF2B5EF4-FFF2-40B4-BE49-F238E27FC236}">
                  <a16:creationId xmlns:a16="http://schemas.microsoft.com/office/drawing/2014/main" id="{92200977-8C6F-4157-9AB6-50F26EB1C6A3}"/>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807">
              <a:extLst>
                <a:ext uri="{FF2B5EF4-FFF2-40B4-BE49-F238E27FC236}">
                  <a16:creationId xmlns:a16="http://schemas.microsoft.com/office/drawing/2014/main" id="{C93384B8-DC90-412B-AE76-D4A2AF0EBDC1}"/>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808">
              <a:extLst>
                <a:ext uri="{FF2B5EF4-FFF2-40B4-BE49-F238E27FC236}">
                  <a16:creationId xmlns:a16="http://schemas.microsoft.com/office/drawing/2014/main" id="{224510F0-3225-43C4-A5AB-2685C3E4DBA1}"/>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9">
              <a:extLst>
                <a:ext uri="{FF2B5EF4-FFF2-40B4-BE49-F238E27FC236}">
                  <a16:creationId xmlns:a16="http://schemas.microsoft.com/office/drawing/2014/main" id="{291DDB16-1A01-4131-B27A-71641C62B4CB}"/>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10">
              <a:extLst>
                <a:ext uri="{FF2B5EF4-FFF2-40B4-BE49-F238E27FC236}">
                  <a16:creationId xmlns:a16="http://schemas.microsoft.com/office/drawing/2014/main" id="{B496F19F-03A8-46BE-BA23-0FAF966006C1}"/>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11">
              <a:extLst>
                <a:ext uri="{FF2B5EF4-FFF2-40B4-BE49-F238E27FC236}">
                  <a16:creationId xmlns:a16="http://schemas.microsoft.com/office/drawing/2014/main" id="{AFDF418C-A26E-495B-B624-B70C2A8B73D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12">
              <a:extLst>
                <a:ext uri="{FF2B5EF4-FFF2-40B4-BE49-F238E27FC236}">
                  <a16:creationId xmlns:a16="http://schemas.microsoft.com/office/drawing/2014/main" id="{01E204D0-9932-4005-A027-028A7F216FD7}"/>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13">
              <a:extLst>
                <a:ext uri="{FF2B5EF4-FFF2-40B4-BE49-F238E27FC236}">
                  <a16:creationId xmlns:a16="http://schemas.microsoft.com/office/drawing/2014/main" id="{ADB62594-A480-4D21-9B06-65962A6F061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14">
              <a:extLst>
                <a:ext uri="{FF2B5EF4-FFF2-40B4-BE49-F238E27FC236}">
                  <a16:creationId xmlns:a16="http://schemas.microsoft.com/office/drawing/2014/main" id="{EAAC1D16-4F61-447E-A9EC-8462F3F72CD5}"/>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20" name="Red text">
            <a:extLst>
              <a:ext uri="{FF2B5EF4-FFF2-40B4-BE49-F238E27FC236}">
                <a16:creationId xmlns:a16="http://schemas.microsoft.com/office/drawing/2014/main" id="{C180D82B-69A8-4F2C-B6B2-1EDE50445DF3}"/>
              </a:ext>
            </a:extLst>
          </p:cNvPr>
          <p:cNvSpPr txBox="1"/>
          <p:nvPr/>
        </p:nvSpPr>
        <p:spPr>
          <a:xfrm>
            <a:off x="8310468" y="5266769"/>
            <a:ext cx="3664868" cy="400110"/>
          </a:xfrm>
          <a:prstGeom prst="rect">
            <a:avLst/>
          </a:prstGeom>
          <a:noFill/>
        </p:spPr>
        <p:txBody>
          <a:bodyPr wrap="square" rtlCol="0">
            <a:spAutoFit/>
          </a:bodyPr>
          <a:lstStyle/>
          <a:p>
            <a:pPr algn="r"/>
            <a:r>
              <a:rPr lang="en-US" sz="2000" dirty="0">
                <a:solidFill>
                  <a:srgbClr val="C00000"/>
                </a:solidFill>
                <a:latin typeface="Segoe Print" panose="02000600000000000000" pitchFamily="2" charset="0"/>
              </a:rPr>
              <a:t>Motion-controlled lights</a:t>
            </a:r>
          </a:p>
        </p:txBody>
      </p:sp>
      <p:pic>
        <p:nvPicPr>
          <p:cNvPr id="121" name="!!Floorplan">
            <a:extLst>
              <a:ext uri="{FF2B5EF4-FFF2-40B4-BE49-F238E27FC236}">
                <a16:creationId xmlns:a16="http://schemas.microsoft.com/office/drawing/2014/main" id="{4C721106-78D6-36CF-E4F5-47AC55E1A09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83322" y="6146835"/>
            <a:ext cx="7418034" cy="4937229"/>
          </a:xfrm>
          <a:prstGeom prst="rect">
            <a:avLst/>
          </a:prstGeom>
        </p:spPr>
      </p:pic>
      <p:pic>
        <p:nvPicPr>
          <p:cNvPr id="124" name="Picture 123">
            <a:extLst>
              <a:ext uri="{FF2B5EF4-FFF2-40B4-BE49-F238E27FC236}">
                <a16:creationId xmlns:a16="http://schemas.microsoft.com/office/drawing/2014/main" id="{B95D6F5F-49D0-5665-2D36-20C0CAF3723B}"/>
              </a:ext>
            </a:extLst>
          </p:cNvPr>
          <p:cNvPicPr>
            <a:picLocks noChangeAspect="1"/>
          </p:cNvPicPr>
          <p:nvPr/>
        </p:nvPicPr>
        <p:blipFill>
          <a:blip r:embed="rId5"/>
          <a:stretch>
            <a:fillRect/>
          </a:stretch>
        </p:blipFill>
        <p:spPr>
          <a:xfrm>
            <a:off x="3768060" y="7192233"/>
            <a:ext cx="568414" cy="1052619"/>
          </a:xfrm>
          <a:prstGeom prst="rect">
            <a:avLst/>
          </a:prstGeom>
        </p:spPr>
      </p:pic>
      <p:pic>
        <p:nvPicPr>
          <p:cNvPr id="125" name="Body">
            <a:extLst>
              <a:ext uri="{FF2B5EF4-FFF2-40B4-BE49-F238E27FC236}">
                <a16:creationId xmlns:a16="http://schemas.microsoft.com/office/drawing/2014/main" id="{D0C9ABFF-0C92-96FF-7937-D0D70670809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55317" y="6862277"/>
            <a:ext cx="789764" cy="1482325"/>
          </a:xfrm>
          <a:prstGeom prst="rect">
            <a:avLst/>
          </a:prstGeom>
        </p:spPr>
      </p:pic>
      <p:pic>
        <p:nvPicPr>
          <p:cNvPr id="126" name="Arm right">
            <a:extLst>
              <a:ext uri="{FF2B5EF4-FFF2-40B4-BE49-F238E27FC236}">
                <a16:creationId xmlns:a16="http://schemas.microsoft.com/office/drawing/2014/main" id="{CCCCD686-255E-0FB7-8D71-552B561E3F3E}"/>
              </a:ext>
            </a:extLst>
          </p:cNvPr>
          <p:cNvPicPr>
            <a:picLocks noChangeAspect="1"/>
          </p:cNvPicPr>
          <p:nvPr/>
        </p:nvPicPr>
        <p:blipFill>
          <a:blip r:embed="rId7"/>
          <a:stretch>
            <a:fillRect/>
          </a:stretch>
        </p:blipFill>
        <p:spPr>
          <a:xfrm rot="7107118">
            <a:off x="6547181" y="7433990"/>
            <a:ext cx="203585" cy="326807"/>
          </a:xfrm>
          <a:prstGeom prst="rect">
            <a:avLst/>
          </a:prstGeom>
        </p:spPr>
      </p:pic>
      <p:pic>
        <p:nvPicPr>
          <p:cNvPr id="127" name="Arm left">
            <a:extLst>
              <a:ext uri="{FF2B5EF4-FFF2-40B4-BE49-F238E27FC236}">
                <a16:creationId xmlns:a16="http://schemas.microsoft.com/office/drawing/2014/main" id="{E44E9F77-64BD-653D-59B1-E422B855246B}"/>
              </a:ext>
            </a:extLst>
          </p:cNvPr>
          <p:cNvPicPr>
            <a:picLocks noChangeAspect="1"/>
          </p:cNvPicPr>
          <p:nvPr/>
        </p:nvPicPr>
        <p:blipFill>
          <a:blip r:embed="rId8"/>
          <a:stretch>
            <a:fillRect/>
          </a:stretch>
        </p:blipFill>
        <p:spPr>
          <a:xfrm rot="20496142">
            <a:off x="6307360" y="7459474"/>
            <a:ext cx="253220" cy="257910"/>
          </a:xfrm>
          <a:prstGeom prst="rect">
            <a:avLst/>
          </a:prstGeom>
        </p:spPr>
      </p:pic>
      <p:sp>
        <p:nvSpPr>
          <p:cNvPr id="128" name="!!Smile">
            <a:extLst>
              <a:ext uri="{FF2B5EF4-FFF2-40B4-BE49-F238E27FC236}">
                <a16:creationId xmlns:a16="http://schemas.microsoft.com/office/drawing/2014/main" id="{243F0280-7763-7353-7A34-D4515FF24EDD}"/>
              </a:ext>
            </a:extLst>
          </p:cNvPr>
          <p:cNvSpPr/>
          <p:nvPr/>
        </p:nvSpPr>
        <p:spPr>
          <a:xfrm>
            <a:off x="6402537" y="7151267"/>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Eye 2">
            <a:extLst>
              <a:ext uri="{FF2B5EF4-FFF2-40B4-BE49-F238E27FC236}">
                <a16:creationId xmlns:a16="http://schemas.microsoft.com/office/drawing/2014/main" id="{84A81271-9580-4BEE-BC5F-8ADB40EE2BC7}"/>
              </a:ext>
            </a:extLst>
          </p:cNvPr>
          <p:cNvSpPr/>
          <p:nvPr/>
        </p:nvSpPr>
        <p:spPr>
          <a:xfrm>
            <a:off x="6415989" y="705921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0" name="Eye 1">
            <a:extLst>
              <a:ext uri="{FF2B5EF4-FFF2-40B4-BE49-F238E27FC236}">
                <a16:creationId xmlns:a16="http://schemas.microsoft.com/office/drawing/2014/main" id="{F54C0B08-C851-E135-08D8-C987F39C6820}"/>
              </a:ext>
            </a:extLst>
          </p:cNvPr>
          <p:cNvSpPr/>
          <p:nvPr/>
        </p:nvSpPr>
        <p:spPr>
          <a:xfrm>
            <a:off x="6553385" y="705445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1" name="Red text">
            <a:extLst>
              <a:ext uri="{FF2B5EF4-FFF2-40B4-BE49-F238E27FC236}">
                <a16:creationId xmlns:a16="http://schemas.microsoft.com/office/drawing/2014/main" id="{C21EB536-3B6C-6DAE-F9E0-1CCCFF1FC257}"/>
              </a:ext>
            </a:extLst>
          </p:cNvPr>
          <p:cNvSpPr txBox="1"/>
          <p:nvPr/>
        </p:nvSpPr>
        <p:spPr>
          <a:xfrm>
            <a:off x="8318462" y="6859134"/>
            <a:ext cx="3873537" cy="400110"/>
          </a:xfrm>
          <a:prstGeom prst="rect">
            <a:avLst/>
          </a:prstGeom>
          <a:noFill/>
        </p:spPr>
        <p:txBody>
          <a:bodyPr wrap="square" rtlCol="0">
            <a:spAutoFit/>
          </a:bodyPr>
          <a:lstStyle/>
          <a:p>
            <a:r>
              <a:rPr lang="en-US" sz="1600" dirty="0">
                <a:solidFill>
                  <a:srgbClr val="C00000"/>
                </a:solidFill>
                <a:latin typeface="Segoe Print" panose="02000600000000000000" pitchFamily="2" charset="0"/>
              </a:rPr>
              <a:t>- Turn off when you want them on</a:t>
            </a:r>
            <a:r>
              <a:rPr lang="en-US" sz="2000" dirty="0">
                <a:solidFill>
                  <a:srgbClr val="C00000"/>
                </a:solidFill>
                <a:latin typeface="Segoe Print" panose="02000600000000000000" pitchFamily="2" charset="0"/>
              </a:rPr>
              <a:t> </a:t>
            </a:r>
          </a:p>
        </p:txBody>
      </p:sp>
      <p:pic>
        <p:nvPicPr>
          <p:cNvPr id="2" name="Person 2">
            <a:extLst>
              <a:ext uri="{FF2B5EF4-FFF2-40B4-BE49-F238E27FC236}">
                <a16:creationId xmlns:a16="http://schemas.microsoft.com/office/drawing/2014/main" id="{37791A17-BC1C-874C-7812-D3538A3CD8F4}"/>
              </a:ext>
            </a:extLst>
          </p:cNvPr>
          <p:cNvPicPr>
            <a:picLocks noChangeAspect="1"/>
          </p:cNvPicPr>
          <p:nvPr/>
        </p:nvPicPr>
        <p:blipFill>
          <a:blip r:embed="rId9"/>
          <a:stretch>
            <a:fillRect/>
          </a:stretch>
        </p:blipFill>
        <p:spPr>
          <a:xfrm>
            <a:off x="11544479" y="7192233"/>
            <a:ext cx="751489" cy="1513368"/>
          </a:xfrm>
          <a:prstGeom prst="rect">
            <a:avLst/>
          </a:prstGeom>
        </p:spPr>
      </p:pic>
      <p:sp>
        <p:nvSpPr>
          <p:cNvPr id="4" name="Rectangle: Rounded Corners 3">
            <a:extLst>
              <a:ext uri="{FF2B5EF4-FFF2-40B4-BE49-F238E27FC236}">
                <a16:creationId xmlns:a16="http://schemas.microsoft.com/office/drawing/2014/main" id="{B3C8C40B-A600-8345-2F85-20C56534E77A}"/>
              </a:ext>
            </a:extLst>
          </p:cNvPr>
          <p:cNvSpPr/>
          <p:nvPr/>
        </p:nvSpPr>
        <p:spPr>
          <a:xfrm>
            <a:off x="-1943412" y="7029256"/>
            <a:ext cx="2177922" cy="2483916"/>
          </a:xfrm>
          <a:prstGeom prst="roundRect">
            <a:avLst>
              <a:gd name="adj" fmla="val 5463"/>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CB8B2C63-ED8A-031E-9512-CCC1B4A518F8}"/>
              </a:ext>
            </a:extLst>
          </p:cNvPr>
          <p:cNvSpPr/>
          <p:nvPr/>
        </p:nvSpPr>
        <p:spPr>
          <a:xfrm>
            <a:off x="-3746495" y="8003041"/>
            <a:ext cx="1720311" cy="661627"/>
          </a:xfrm>
          <a:prstGeom prst="roundRect">
            <a:avLst>
              <a:gd name="adj" fmla="val 5864"/>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848BA428-699F-703C-1C12-A6103BAE87CC}"/>
              </a:ext>
            </a:extLst>
          </p:cNvPr>
          <p:cNvSpPr/>
          <p:nvPr/>
        </p:nvSpPr>
        <p:spPr>
          <a:xfrm>
            <a:off x="-2407623" y="9708540"/>
            <a:ext cx="1362427" cy="1157162"/>
          </a:xfrm>
          <a:prstGeom prst="roundRect">
            <a:avLst>
              <a:gd name="adj" fmla="val 5463"/>
            </a:avLst>
          </a:prstGeom>
          <a:solidFill>
            <a:schemeClr val="accent4">
              <a:lumMod val="20000"/>
              <a:lumOff val="8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4E0AE58F-C9CA-6450-02ED-D8F86F687102}"/>
              </a:ext>
            </a:extLst>
          </p:cNvPr>
          <p:cNvPicPr>
            <a:picLocks noChangeAspect="1"/>
          </p:cNvPicPr>
          <p:nvPr/>
        </p:nvPicPr>
        <p:blipFill>
          <a:blip r:embed="rId10">
            <a:duotone>
              <a:prstClr val="black"/>
              <a:schemeClr val="accent4">
                <a:tint val="45000"/>
                <a:satMod val="400000"/>
              </a:schemeClr>
            </a:duotone>
          </a:blip>
          <a:stretch>
            <a:fillRect/>
          </a:stretch>
        </p:blipFill>
        <p:spPr>
          <a:xfrm>
            <a:off x="-1045196" y="8002020"/>
            <a:ext cx="457537" cy="428018"/>
          </a:xfrm>
          <a:prstGeom prst="rect">
            <a:avLst/>
          </a:prstGeom>
        </p:spPr>
      </p:pic>
      <p:pic>
        <p:nvPicPr>
          <p:cNvPr id="9" name="Picture 8">
            <a:extLst>
              <a:ext uri="{FF2B5EF4-FFF2-40B4-BE49-F238E27FC236}">
                <a16:creationId xmlns:a16="http://schemas.microsoft.com/office/drawing/2014/main" id="{382530AA-8A38-28F9-C524-014D904557C7}"/>
              </a:ext>
            </a:extLst>
          </p:cNvPr>
          <p:cNvPicPr>
            <a:picLocks noChangeAspect="1"/>
          </p:cNvPicPr>
          <p:nvPr/>
        </p:nvPicPr>
        <p:blipFill>
          <a:blip r:embed="rId10">
            <a:duotone>
              <a:prstClr val="black"/>
              <a:schemeClr val="accent4">
                <a:tint val="45000"/>
                <a:satMod val="400000"/>
              </a:schemeClr>
            </a:duotone>
          </a:blip>
          <a:stretch>
            <a:fillRect/>
          </a:stretch>
        </p:blipFill>
        <p:spPr>
          <a:xfrm>
            <a:off x="-1854746" y="10128094"/>
            <a:ext cx="457537" cy="428018"/>
          </a:xfrm>
          <a:prstGeom prst="rect">
            <a:avLst/>
          </a:prstGeom>
        </p:spPr>
      </p:pic>
      <p:pic>
        <p:nvPicPr>
          <p:cNvPr id="10" name="Picture 9">
            <a:extLst>
              <a:ext uri="{FF2B5EF4-FFF2-40B4-BE49-F238E27FC236}">
                <a16:creationId xmlns:a16="http://schemas.microsoft.com/office/drawing/2014/main" id="{1CD40FD8-2FC3-8C06-8273-1EB616E8C896}"/>
              </a:ext>
            </a:extLst>
          </p:cNvPr>
          <p:cNvPicPr>
            <a:picLocks noChangeAspect="1"/>
          </p:cNvPicPr>
          <p:nvPr/>
        </p:nvPicPr>
        <p:blipFill>
          <a:blip r:embed="rId10">
            <a:duotone>
              <a:prstClr val="black"/>
              <a:schemeClr val="accent4">
                <a:tint val="45000"/>
                <a:satMod val="400000"/>
              </a:schemeClr>
            </a:duotone>
          </a:blip>
          <a:stretch>
            <a:fillRect/>
          </a:stretch>
        </p:blipFill>
        <p:spPr>
          <a:xfrm>
            <a:off x="-3135077" y="8149030"/>
            <a:ext cx="457537" cy="428018"/>
          </a:xfrm>
          <a:prstGeom prst="rect">
            <a:avLst/>
          </a:prstGeom>
        </p:spPr>
      </p:pic>
      <p:sp>
        <p:nvSpPr>
          <p:cNvPr id="12" name="Flowchart: Extract 11">
            <a:extLst>
              <a:ext uri="{FF2B5EF4-FFF2-40B4-BE49-F238E27FC236}">
                <a16:creationId xmlns:a16="http://schemas.microsoft.com/office/drawing/2014/main" id="{A2D5C273-2E8A-C637-12F6-E48D7D35E70A}"/>
              </a:ext>
            </a:extLst>
          </p:cNvPr>
          <p:cNvSpPr/>
          <p:nvPr/>
        </p:nvSpPr>
        <p:spPr>
          <a:xfrm>
            <a:off x="-3514933" y="6999764"/>
            <a:ext cx="1541930" cy="1546630"/>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lowchart: Extract 12">
            <a:extLst>
              <a:ext uri="{FF2B5EF4-FFF2-40B4-BE49-F238E27FC236}">
                <a16:creationId xmlns:a16="http://schemas.microsoft.com/office/drawing/2014/main" id="{AEE10E7A-1EA8-2E0D-1000-5ABFE5C0A12E}"/>
              </a:ext>
            </a:extLst>
          </p:cNvPr>
          <p:cNvSpPr/>
          <p:nvPr/>
        </p:nvSpPr>
        <p:spPr>
          <a:xfrm rot="3734006">
            <a:off x="-1382039" y="7370023"/>
            <a:ext cx="1541930" cy="2139600"/>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lowchart: Extract 13">
            <a:extLst>
              <a:ext uri="{FF2B5EF4-FFF2-40B4-BE49-F238E27FC236}">
                <a16:creationId xmlns:a16="http://schemas.microsoft.com/office/drawing/2014/main" id="{0BB6E1F6-FDD9-7CEA-B67A-0BC8D05AAAB2}"/>
              </a:ext>
            </a:extLst>
          </p:cNvPr>
          <p:cNvSpPr/>
          <p:nvPr/>
        </p:nvSpPr>
        <p:spPr>
          <a:xfrm rot="17352775">
            <a:off x="-2356474" y="9168230"/>
            <a:ext cx="1260127" cy="1843898"/>
          </a:xfrm>
          <a:prstGeom prst="flowChartExtract">
            <a:avLst/>
          </a:prstGeom>
          <a:solidFill>
            <a:schemeClr val="tx2">
              <a:lumMod val="20000"/>
              <a:lumOff val="80000"/>
              <a:alpha val="50000"/>
            </a:schemeClr>
          </a:solidFill>
          <a:ln>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Path2">
            <a:extLst>
              <a:ext uri="{FF2B5EF4-FFF2-40B4-BE49-F238E27FC236}">
                <a16:creationId xmlns:a16="http://schemas.microsoft.com/office/drawing/2014/main" id="{3EC5E956-7863-7C4C-FDFE-8B74F17BE026}"/>
              </a:ext>
            </a:extLst>
          </p:cNvPr>
          <p:cNvSpPr/>
          <p:nvPr/>
        </p:nvSpPr>
        <p:spPr>
          <a:xfrm>
            <a:off x="-1767245" y="8505367"/>
            <a:ext cx="125506" cy="2321859"/>
          </a:xfrm>
          <a:custGeom>
            <a:avLst/>
            <a:gdLst>
              <a:gd name="connsiteX0" fmla="*/ 125506 w 125506"/>
              <a:gd name="connsiteY0" fmla="*/ 0 h 2321859"/>
              <a:gd name="connsiteX1" fmla="*/ 116541 w 125506"/>
              <a:gd name="connsiteY1" fmla="*/ 107576 h 2321859"/>
              <a:gd name="connsiteX2" fmla="*/ 107576 w 125506"/>
              <a:gd name="connsiteY2" fmla="*/ 152400 h 2321859"/>
              <a:gd name="connsiteX3" fmla="*/ 80682 w 125506"/>
              <a:gd name="connsiteY3" fmla="*/ 528917 h 2321859"/>
              <a:gd name="connsiteX4" fmla="*/ 62753 w 125506"/>
              <a:gd name="connsiteY4" fmla="*/ 1030941 h 2321859"/>
              <a:gd name="connsiteX5" fmla="*/ 44823 w 125506"/>
              <a:gd name="connsiteY5" fmla="*/ 1111623 h 2321859"/>
              <a:gd name="connsiteX6" fmla="*/ 26894 w 125506"/>
              <a:gd name="connsiteY6" fmla="*/ 1326776 h 2321859"/>
              <a:gd name="connsiteX7" fmla="*/ 17929 w 125506"/>
              <a:gd name="connsiteY7" fmla="*/ 2061882 h 2321859"/>
              <a:gd name="connsiteX8" fmla="*/ 8964 w 125506"/>
              <a:gd name="connsiteY8" fmla="*/ 2187388 h 2321859"/>
              <a:gd name="connsiteX9" fmla="*/ 0 w 125506"/>
              <a:gd name="connsiteY9" fmla="*/ 2223247 h 2321859"/>
              <a:gd name="connsiteX10" fmla="*/ 8964 w 125506"/>
              <a:gd name="connsiteY10" fmla="*/ 2321859 h 2321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5506" h="2321859">
                <a:moveTo>
                  <a:pt x="125506" y="0"/>
                </a:moveTo>
                <a:cubicBezTo>
                  <a:pt x="122518" y="35859"/>
                  <a:pt x="120745" y="71840"/>
                  <a:pt x="116541" y="107576"/>
                </a:cubicBezTo>
                <a:cubicBezTo>
                  <a:pt x="114761" y="122709"/>
                  <a:pt x="108775" y="137210"/>
                  <a:pt x="107576" y="152400"/>
                </a:cubicBezTo>
                <a:cubicBezTo>
                  <a:pt x="67555" y="659330"/>
                  <a:pt x="106160" y="299625"/>
                  <a:pt x="80682" y="528917"/>
                </a:cubicBezTo>
                <a:cubicBezTo>
                  <a:pt x="80608" y="532005"/>
                  <a:pt x="77357" y="918979"/>
                  <a:pt x="62753" y="1030941"/>
                </a:cubicBezTo>
                <a:cubicBezTo>
                  <a:pt x="59190" y="1058260"/>
                  <a:pt x="50800" y="1084729"/>
                  <a:pt x="44823" y="1111623"/>
                </a:cubicBezTo>
                <a:cubicBezTo>
                  <a:pt x="41535" y="1147793"/>
                  <a:pt x="27524" y="1296837"/>
                  <a:pt x="26894" y="1326776"/>
                </a:cubicBezTo>
                <a:cubicBezTo>
                  <a:pt x="21736" y="1571775"/>
                  <a:pt x="23033" y="1816882"/>
                  <a:pt x="17929" y="2061882"/>
                </a:cubicBezTo>
                <a:cubicBezTo>
                  <a:pt x="17055" y="2103815"/>
                  <a:pt x="13596" y="2145703"/>
                  <a:pt x="8964" y="2187388"/>
                </a:cubicBezTo>
                <a:cubicBezTo>
                  <a:pt x="7603" y="2199633"/>
                  <a:pt x="0" y="2210926"/>
                  <a:pt x="0" y="2223247"/>
                </a:cubicBezTo>
                <a:cubicBezTo>
                  <a:pt x="0" y="2256253"/>
                  <a:pt x="5976" y="2288988"/>
                  <a:pt x="8964" y="2321859"/>
                </a:cubicBezTo>
              </a:path>
            </a:pathLst>
          </a:custGeom>
          <a:noFill/>
          <a:ln w="31750">
            <a:solidFill>
              <a:schemeClr val="tx1"/>
            </a:solidFill>
            <a:prstDash val="sysDot"/>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Path">
            <a:extLst>
              <a:ext uri="{FF2B5EF4-FFF2-40B4-BE49-F238E27FC236}">
                <a16:creationId xmlns:a16="http://schemas.microsoft.com/office/drawing/2014/main" id="{74FBBD80-1937-ED26-C6B8-665F4F42B324}"/>
              </a:ext>
            </a:extLst>
          </p:cNvPr>
          <p:cNvSpPr/>
          <p:nvPr/>
        </p:nvSpPr>
        <p:spPr>
          <a:xfrm>
            <a:off x="-4071175" y="8290214"/>
            <a:ext cx="2439614" cy="220600"/>
          </a:xfrm>
          <a:custGeom>
            <a:avLst/>
            <a:gdLst>
              <a:gd name="connsiteX0" fmla="*/ 0 w 2439614"/>
              <a:gd name="connsiteY0" fmla="*/ 71717 h 2545976"/>
              <a:gd name="connsiteX1" fmla="*/ 125506 w 2439614"/>
              <a:gd name="connsiteY1" fmla="*/ 62753 h 2545976"/>
              <a:gd name="connsiteX2" fmla="*/ 161365 w 2439614"/>
              <a:gd name="connsiteY2" fmla="*/ 53788 h 2545976"/>
              <a:gd name="connsiteX3" fmla="*/ 1219200 w 2439614"/>
              <a:gd name="connsiteY3" fmla="*/ 35859 h 2545976"/>
              <a:gd name="connsiteX4" fmla="*/ 1326777 w 2439614"/>
              <a:gd name="connsiteY4" fmla="*/ 17929 h 2545976"/>
              <a:gd name="connsiteX5" fmla="*/ 1362636 w 2439614"/>
              <a:gd name="connsiteY5" fmla="*/ 8965 h 2545976"/>
              <a:gd name="connsiteX6" fmla="*/ 1443318 w 2439614"/>
              <a:gd name="connsiteY6" fmla="*/ 0 h 2545976"/>
              <a:gd name="connsiteX7" fmla="*/ 1963271 w 2439614"/>
              <a:gd name="connsiteY7" fmla="*/ 26894 h 2545976"/>
              <a:gd name="connsiteX8" fmla="*/ 2061883 w 2439614"/>
              <a:gd name="connsiteY8" fmla="*/ 44823 h 2545976"/>
              <a:gd name="connsiteX9" fmla="*/ 2106706 w 2439614"/>
              <a:gd name="connsiteY9" fmla="*/ 71717 h 2545976"/>
              <a:gd name="connsiteX10" fmla="*/ 2187388 w 2439614"/>
              <a:gd name="connsiteY10" fmla="*/ 134470 h 2545976"/>
              <a:gd name="connsiteX11" fmla="*/ 2241177 w 2439614"/>
              <a:gd name="connsiteY11" fmla="*/ 188259 h 2545976"/>
              <a:gd name="connsiteX12" fmla="*/ 2259106 w 2439614"/>
              <a:gd name="connsiteY12" fmla="*/ 224117 h 2545976"/>
              <a:gd name="connsiteX13" fmla="*/ 2312894 w 2439614"/>
              <a:gd name="connsiteY13" fmla="*/ 295835 h 2545976"/>
              <a:gd name="connsiteX14" fmla="*/ 2330824 w 2439614"/>
              <a:gd name="connsiteY14" fmla="*/ 358588 h 2545976"/>
              <a:gd name="connsiteX15" fmla="*/ 2357718 w 2439614"/>
              <a:gd name="connsiteY15" fmla="*/ 403412 h 2545976"/>
              <a:gd name="connsiteX16" fmla="*/ 2393577 w 2439614"/>
              <a:gd name="connsiteY16" fmla="*/ 493059 h 2545976"/>
              <a:gd name="connsiteX17" fmla="*/ 2402541 w 2439614"/>
              <a:gd name="connsiteY17" fmla="*/ 555812 h 2545976"/>
              <a:gd name="connsiteX18" fmla="*/ 2420471 w 2439614"/>
              <a:gd name="connsiteY18" fmla="*/ 663388 h 2545976"/>
              <a:gd name="connsiteX19" fmla="*/ 2429436 w 2439614"/>
              <a:gd name="connsiteY19" fmla="*/ 1810870 h 2545976"/>
              <a:gd name="connsiteX20" fmla="*/ 2438400 w 2439614"/>
              <a:gd name="connsiteY20" fmla="*/ 1873623 h 2545976"/>
              <a:gd name="connsiteX21" fmla="*/ 2438400 w 2439614"/>
              <a:gd name="connsiteY21" fmla="*/ 2545976 h 2545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439614" h="2545976">
                <a:moveTo>
                  <a:pt x="0" y="71717"/>
                </a:moveTo>
                <a:cubicBezTo>
                  <a:pt x="41835" y="68729"/>
                  <a:pt x="83821" y="67385"/>
                  <a:pt x="125506" y="62753"/>
                </a:cubicBezTo>
                <a:cubicBezTo>
                  <a:pt x="137752" y="61392"/>
                  <a:pt x="149051" y="54213"/>
                  <a:pt x="161365" y="53788"/>
                </a:cubicBezTo>
                <a:cubicBezTo>
                  <a:pt x="265040" y="50213"/>
                  <a:pt x="1161572" y="36759"/>
                  <a:pt x="1219200" y="35859"/>
                </a:cubicBezTo>
                <a:cubicBezTo>
                  <a:pt x="1279252" y="15841"/>
                  <a:pt x="1215262" y="35085"/>
                  <a:pt x="1326777" y="17929"/>
                </a:cubicBezTo>
                <a:cubicBezTo>
                  <a:pt x="1338955" y="16056"/>
                  <a:pt x="1350458" y="10838"/>
                  <a:pt x="1362636" y="8965"/>
                </a:cubicBezTo>
                <a:cubicBezTo>
                  <a:pt x="1389381" y="4850"/>
                  <a:pt x="1416424" y="2988"/>
                  <a:pt x="1443318" y="0"/>
                </a:cubicBezTo>
                <a:lnTo>
                  <a:pt x="1963271" y="26894"/>
                </a:lnTo>
                <a:cubicBezTo>
                  <a:pt x="2005876" y="29516"/>
                  <a:pt x="2024385" y="35449"/>
                  <a:pt x="2061883" y="44823"/>
                </a:cubicBezTo>
                <a:cubicBezTo>
                  <a:pt x="2117717" y="100660"/>
                  <a:pt x="2036885" y="25170"/>
                  <a:pt x="2106706" y="71717"/>
                </a:cubicBezTo>
                <a:cubicBezTo>
                  <a:pt x="2135055" y="90616"/>
                  <a:pt x="2163296" y="110378"/>
                  <a:pt x="2187388" y="134470"/>
                </a:cubicBezTo>
                <a:cubicBezTo>
                  <a:pt x="2205318" y="152400"/>
                  <a:pt x="2229837" y="165580"/>
                  <a:pt x="2241177" y="188259"/>
                </a:cubicBezTo>
                <a:cubicBezTo>
                  <a:pt x="2247153" y="200212"/>
                  <a:pt x="2252476" y="212514"/>
                  <a:pt x="2259106" y="224117"/>
                </a:cubicBezTo>
                <a:cubicBezTo>
                  <a:pt x="2273378" y="249092"/>
                  <a:pt x="2295650" y="274279"/>
                  <a:pt x="2312894" y="295835"/>
                </a:cubicBezTo>
                <a:cubicBezTo>
                  <a:pt x="2318871" y="316753"/>
                  <a:pt x="2322457" y="338507"/>
                  <a:pt x="2330824" y="358588"/>
                </a:cubicBezTo>
                <a:cubicBezTo>
                  <a:pt x="2337526" y="374672"/>
                  <a:pt x="2349256" y="388180"/>
                  <a:pt x="2357718" y="403412"/>
                </a:cubicBezTo>
                <a:cubicBezTo>
                  <a:pt x="2379702" y="442984"/>
                  <a:pt x="2377639" y="445247"/>
                  <a:pt x="2393577" y="493059"/>
                </a:cubicBezTo>
                <a:cubicBezTo>
                  <a:pt x="2396565" y="513977"/>
                  <a:pt x="2399246" y="534941"/>
                  <a:pt x="2402541" y="555812"/>
                </a:cubicBezTo>
                <a:cubicBezTo>
                  <a:pt x="2408211" y="591720"/>
                  <a:pt x="2419692" y="627043"/>
                  <a:pt x="2420471" y="663388"/>
                </a:cubicBezTo>
                <a:cubicBezTo>
                  <a:pt x="2428666" y="1045806"/>
                  <a:pt x="2423770" y="1428406"/>
                  <a:pt x="2429436" y="1810870"/>
                </a:cubicBezTo>
                <a:cubicBezTo>
                  <a:pt x="2429749" y="1831998"/>
                  <a:pt x="2438142" y="1852495"/>
                  <a:pt x="2438400" y="1873623"/>
                </a:cubicBezTo>
                <a:cubicBezTo>
                  <a:pt x="2441133" y="2097724"/>
                  <a:pt x="2438400" y="2321858"/>
                  <a:pt x="2438400" y="2545976"/>
                </a:cubicBezTo>
              </a:path>
            </a:pathLst>
          </a:custGeom>
          <a:noFill/>
          <a:ln w="31750">
            <a:solidFill>
              <a:schemeClr val="tx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Header whiteout">
            <a:extLst>
              <a:ext uri="{FF2B5EF4-FFF2-40B4-BE49-F238E27FC236}">
                <a16:creationId xmlns:a16="http://schemas.microsoft.com/office/drawing/2014/main" id="{14FA3043-34B1-4D00-F3E6-E8FA2178157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Header Text 1">
            <a:extLst>
              <a:ext uri="{FF2B5EF4-FFF2-40B4-BE49-F238E27FC236}">
                <a16:creationId xmlns:a16="http://schemas.microsoft.com/office/drawing/2014/main" id="{7DC92C7F-C2AD-C616-BA25-126BFA6DD3C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9166995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0"/>
                                        </p:tgtEl>
                                        <p:attrNameLst>
                                          <p:attrName>style.visibility</p:attrName>
                                        </p:attrNameLst>
                                      </p:cBhvr>
                                      <p:to>
                                        <p:strVal val="visible"/>
                                      </p:to>
                                    </p:set>
                                    <p:animEffect transition="in" filter="fade">
                                      <p:cBhvr>
                                        <p:cTn id="16"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120"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ne1">
            <a:extLst>
              <a:ext uri="{FF2B5EF4-FFF2-40B4-BE49-F238E27FC236}">
                <a16:creationId xmlns:a16="http://schemas.microsoft.com/office/drawing/2014/main" id="{D0DA141E-E39A-4A7C-A241-0A775E793905}"/>
              </a:ext>
            </a:extLst>
          </p:cNvPr>
          <p:cNvSpPr txBox="1"/>
          <p:nvPr/>
        </p:nvSpPr>
        <p:spPr>
          <a:xfrm>
            <a:off x="3861736" y="2057596"/>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2534649"/>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78078" y="3411812"/>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348397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pic>
        <p:nvPicPr>
          <p:cNvPr id="18" name="!!Bulb2">
            <a:extLst>
              <a:ext uri="{FF2B5EF4-FFF2-40B4-BE49-F238E27FC236}">
                <a16:creationId xmlns:a16="http://schemas.microsoft.com/office/drawing/2014/main" id="{AE36BBA4-E909-4340-A3DF-D294765C440D}"/>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068749"/>
            <a:ext cx="567291" cy="532779"/>
          </a:xfrm>
          <a:prstGeom prst="rect">
            <a:avLst/>
          </a:prstGeom>
        </p:spPr>
      </p:pic>
      <p:sp>
        <p:nvSpPr>
          <p:cNvPr id="19" name="TextBox 18">
            <a:extLst>
              <a:ext uri="{FF2B5EF4-FFF2-40B4-BE49-F238E27FC236}">
                <a16:creationId xmlns:a16="http://schemas.microsoft.com/office/drawing/2014/main" id="{06AD39CC-4E5F-45A3-B783-BA42E1FE9F98}"/>
              </a:ext>
            </a:extLst>
          </p:cNvPr>
          <p:cNvSpPr txBox="1"/>
          <p:nvPr/>
        </p:nvSpPr>
        <p:spPr>
          <a:xfrm>
            <a:off x="4250267" y="4140911"/>
            <a:ext cx="4700434"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Smart automations</a:t>
            </a:r>
            <a:r>
              <a:rPr lang="en-US" dirty="0">
                <a:solidFill>
                  <a:srgbClr val="2D3E50"/>
                </a:solidFill>
                <a:latin typeface="Roboto" panose="02000000000000000000" pitchFamily="2" charset="0"/>
                <a:ea typeface="Roboto" panose="02000000000000000000" pitchFamily="2" charset="0"/>
              </a:rPr>
              <a:t> beat </a:t>
            </a:r>
            <a:r>
              <a:rPr lang="en-US" b="1" dirty="0">
                <a:solidFill>
                  <a:srgbClr val="2D3E50"/>
                </a:solidFill>
                <a:latin typeface="Roboto" panose="02000000000000000000" pitchFamily="2" charset="0"/>
                <a:ea typeface="Roboto" panose="02000000000000000000" pitchFamily="2" charset="0"/>
              </a:rPr>
              <a:t>dumb automations</a:t>
            </a:r>
            <a:endParaRPr lang="en-US" b="1" dirty="0"/>
          </a:p>
        </p:txBody>
      </p:sp>
      <p:grpSp>
        <p:nvGrpSpPr>
          <p:cNvPr id="15" name="Arrow">
            <a:extLst>
              <a:ext uri="{FF2B5EF4-FFF2-40B4-BE49-F238E27FC236}">
                <a16:creationId xmlns:a16="http://schemas.microsoft.com/office/drawing/2014/main" id="{C4617B4E-2473-4552-8EF1-E10561A81786}"/>
              </a:ext>
            </a:extLst>
          </p:cNvPr>
          <p:cNvGrpSpPr>
            <a:grpSpLocks noChangeAspect="1"/>
          </p:cNvGrpSpPr>
          <p:nvPr/>
        </p:nvGrpSpPr>
        <p:grpSpPr bwMode="auto">
          <a:xfrm rot="5866665">
            <a:off x="7779775" y="4550400"/>
            <a:ext cx="904172" cy="943180"/>
            <a:chOff x="1328" y="0"/>
            <a:chExt cx="3106" cy="3240"/>
          </a:xfrm>
          <a:solidFill>
            <a:srgbClr val="C00000"/>
          </a:solidFill>
        </p:grpSpPr>
        <p:sp>
          <p:nvSpPr>
            <p:cNvPr id="17" name="Freeform 716">
              <a:extLst>
                <a:ext uri="{FF2B5EF4-FFF2-40B4-BE49-F238E27FC236}">
                  <a16:creationId xmlns:a16="http://schemas.microsoft.com/office/drawing/2014/main" id="{256E3B97-E50A-4227-8950-3D28081A8CEC}"/>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17">
              <a:extLst>
                <a:ext uri="{FF2B5EF4-FFF2-40B4-BE49-F238E27FC236}">
                  <a16:creationId xmlns:a16="http://schemas.microsoft.com/office/drawing/2014/main" id="{2C3C456B-83F4-44DC-ACD2-69BB0041C5D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18">
              <a:extLst>
                <a:ext uri="{FF2B5EF4-FFF2-40B4-BE49-F238E27FC236}">
                  <a16:creationId xmlns:a16="http://schemas.microsoft.com/office/drawing/2014/main" id="{60EABC02-DBB9-4043-93D6-F521ED62EBD5}"/>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19">
              <a:extLst>
                <a:ext uri="{FF2B5EF4-FFF2-40B4-BE49-F238E27FC236}">
                  <a16:creationId xmlns:a16="http://schemas.microsoft.com/office/drawing/2014/main" id="{D7F875CD-DCDF-4435-939B-F3AA7E21D01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0">
              <a:extLst>
                <a:ext uri="{FF2B5EF4-FFF2-40B4-BE49-F238E27FC236}">
                  <a16:creationId xmlns:a16="http://schemas.microsoft.com/office/drawing/2014/main" id="{ADB2BA40-F323-4100-9FA8-E49202EC7326}"/>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1">
              <a:extLst>
                <a:ext uri="{FF2B5EF4-FFF2-40B4-BE49-F238E27FC236}">
                  <a16:creationId xmlns:a16="http://schemas.microsoft.com/office/drawing/2014/main" id="{86ACE72C-FF01-44B3-B7F4-A9C2C00F57ED}"/>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2">
              <a:extLst>
                <a:ext uri="{FF2B5EF4-FFF2-40B4-BE49-F238E27FC236}">
                  <a16:creationId xmlns:a16="http://schemas.microsoft.com/office/drawing/2014/main" id="{8F44AA46-685B-4C3D-98EF-92392B45C31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3">
              <a:extLst>
                <a:ext uri="{FF2B5EF4-FFF2-40B4-BE49-F238E27FC236}">
                  <a16:creationId xmlns:a16="http://schemas.microsoft.com/office/drawing/2014/main" id="{20589022-642E-464D-87AB-5B46B66F9869}"/>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4">
              <a:extLst>
                <a:ext uri="{FF2B5EF4-FFF2-40B4-BE49-F238E27FC236}">
                  <a16:creationId xmlns:a16="http://schemas.microsoft.com/office/drawing/2014/main" id="{DCFCFCF5-BC58-4198-9F1C-81B5E9799924}"/>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25">
              <a:extLst>
                <a:ext uri="{FF2B5EF4-FFF2-40B4-BE49-F238E27FC236}">
                  <a16:creationId xmlns:a16="http://schemas.microsoft.com/office/drawing/2014/main" id="{8F10F9EA-8F33-47FB-B62D-E0BDF1FDB06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6">
              <a:extLst>
                <a:ext uri="{FF2B5EF4-FFF2-40B4-BE49-F238E27FC236}">
                  <a16:creationId xmlns:a16="http://schemas.microsoft.com/office/drawing/2014/main" id="{371C7FD8-3118-41C1-B445-2D74B4DA227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7">
              <a:extLst>
                <a:ext uri="{FF2B5EF4-FFF2-40B4-BE49-F238E27FC236}">
                  <a16:creationId xmlns:a16="http://schemas.microsoft.com/office/drawing/2014/main" id="{75797B87-EEE1-4141-9B58-327746510797}"/>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8">
              <a:extLst>
                <a:ext uri="{FF2B5EF4-FFF2-40B4-BE49-F238E27FC236}">
                  <a16:creationId xmlns:a16="http://schemas.microsoft.com/office/drawing/2014/main" id="{1F9F8E19-C921-488E-A9C9-E3A35559E7D1}"/>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9">
              <a:extLst>
                <a:ext uri="{FF2B5EF4-FFF2-40B4-BE49-F238E27FC236}">
                  <a16:creationId xmlns:a16="http://schemas.microsoft.com/office/drawing/2014/main" id="{7978B430-B6B3-44CE-B1E3-C1CCBCF0ECA7}"/>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0">
              <a:extLst>
                <a:ext uri="{FF2B5EF4-FFF2-40B4-BE49-F238E27FC236}">
                  <a16:creationId xmlns:a16="http://schemas.microsoft.com/office/drawing/2014/main" id="{4BA7F0ED-BFA0-46D3-89DA-342438ABE80A}"/>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1">
              <a:extLst>
                <a:ext uri="{FF2B5EF4-FFF2-40B4-BE49-F238E27FC236}">
                  <a16:creationId xmlns:a16="http://schemas.microsoft.com/office/drawing/2014/main" id="{5E79BCCC-9E91-43D9-8932-B9154ED9E1CF}"/>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2">
              <a:extLst>
                <a:ext uri="{FF2B5EF4-FFF2-40B4-BE49-F238E27FC236}">
                  <a16:creationId xmlns:a16="http://schemas.microsoft.com/office/drawing/2014/main" id="{3F2844B0-4967-4813-A9A2-BF66C52DA55C}"/>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3">
              <a:extLst>
                <a:ext uri="{FF2B5EF4-FFF2-40B4-BE49-F238E27FC236}">
                  <a16:creationId xmlns:a16="http://schemas.microsoft.com/office/drawing/2014/main" id="{6205FCED-F374-448D-9882-4534E5806A37}"/>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4">
              <a:extLst>
                <a:ext uri="{FF2B5EF4-FFF2-40B4-BE49-F238E27FC236}">
                  <a16:creationId xmlns:a16="http://schemas.microsoft.com/office/drawing/2014/main" id="{8D7E8A8F-8081-4070-9B2A-B3BE36AC2133}"/>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5">
              <a:extLst>
                <a:ext uri="{FF2B5EF4-FFF2-40B4-BE49-F238E27FC236}">
                  <a16:creationId xmlns:a16="http://schemas.microsoft.com/office/drawing/2014/main" id="{250E4B7E-6720-4AB6-BBA9-047768BE082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6">
              <a:extLst>
                <a:ext uri="{FF2B5EF4-FFF2-40B4-BE49-F238E27FC236}">
                  <a16:creationId xmlns:a16="http://schemas.microsoft.com/office/drawing/2014/main" id="{B773767E-ECB8-40E2-A909-1F4916502BAC}"/>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7">
              <a:extLst>
                <a:ext uri="{FF2B5EF4-FFF2-40B4-BE49-F238E27FC236}">
                  <a16:creationId xmlns:a16="http://schemas.microsoft.com/office/drawing/2014/main" id="{D2B71854-B259-46A8-944F-143F85A8280C}"/>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8">
              <a:extLst>
                <a:ext uri="{FF2B5EF4-FFF2-40B4-BE49-F238E27FC236}">
                  <a16:creationId xmlns:a16="http://schemas.microsoft.com/office/drawing/2014/main" id="{CA91035B-2F89-49FA-99FE-FAD875DE846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9">
              <a:extLst>
                <a:ext uri="{FF2B5EF4-FFF2-40B4-BE49-F238E27FC236}">
                  <a16:creationId xmlns:a16="http://schemas.microsoft.com/office/drawing/2014/main" id="{AEE375AD-193D-4E69-9A4A-5DC47B07A8B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0">
              <a:extLst>
                <a:ext uri="{FF2B5EF4-FFF2-40B4-BE49-F238E27FC236}">
                  <a16:creationId xmlns:a16="http://schemas.microsoft.com/office/drawing/2014/main" id="{768D85C4-5107-4782-BC34-20430DFF6E0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1">
              <a:extLst>
                <a:ext uri="{FF2B5EF4-FFF2-40B4-BE49-F238E27FC236}">
                  <a16:creationId xmlns:a16="http://schemas.microsoft.com/office/drawing/2014/main" id="{FF2A9224-AA5A-4BCE-BB7D-D8FC75EC04E7}"/>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2">
              <a:extLst>
                <a:ext uri="{FF2B5EF4-FFF2-40B4-BE49-F238E27FC236}">
                  <a16:creationId xmlns:a16="http://schemas.microsoft.com/office/drawing/2014/main" id="{52E716A9-298C-481D-83AA-39D5AAF9F512}"/>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3">
              <a:extLst>
                <a:ext uri="{FF2B5EF4-FFF2-40B4-BE49-F238E27FC236}">
                  <a16:creationId xmlns:a16="http://schemas.microsoft.com/office/drawing/2014/main" id="{D58A7F79-0349-4EE9-983A-419BFC0FC945}"/>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4">
              <a:extLst>
                <a:ext uri="{FF2B5EF4-FFF2-40B4-BE49-F238E27FC236}">
                  <a16:creationId xmlns:a16="http://schemas.microsoft.com/office/drawing/2014/main" id="{3BF9370B-B426-4FE7-8539-22379F52E9E9}"/>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5">
              <a:extLst>
                <a:ext uri="{FF2B5EF4-FFF2-40B4-BE49-F238E27FC236}">
                  <a16:creationId xmlns:a16="http://schemas.microsoft.com/office/drawing/2014/main" id="{29DF4510-D2EA-40D6-9E92-9BE1FB4660A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6">
              <a:extLst>
                <a:ext uri="{FF2B5EF4-FFF2-40B4-BE49-F238E27FC236}">
                  <a16:creationId xmlns:a16="http://schemas.microsoft.com/office/drawing/2014/main" id="{778022A0-67B9-4817-AE5E-364D054B6279}"/>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7">
              <a:extLst>
                <a:ext uri="{FF2B5EF4-FFF2-40B4-BE49-F238E27FC236}">
                  <a16:creationId xmlns:a16="http://schemas.microsoft.com/office/drawing/2014/main" id="{190EE969-A8B2-4F0F-823B-4FF69DF578F8}"/>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8">
              <a:extLst>
                <a:ext uri="{FF2B5EF4-FFF2-40B4-BE49-F238E27FC236}">
                  <a16:creationId xmlns:a16="http://schemas.microsoft.com/office/drawing/2014/main" id="{365DD44C-AEAF-446D-A634-AB894EDACF05}"/>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9">
              <a:extLst>
                <a:ext uri="{FF2B5EF4-FFF2-40B4-BE49-F238E27FC236}">
                  <a16:creationId xmlns:a16="http://schemas.microsoft.com/office/drawing/2014/main" id="{1A5487C5-A58D-4523-BB23-E55F62CF718F}"/>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0">
              <a:extLst>
                <a:ext uri="{FF2B5EF4-FFF2-40B4-BE49-F238E27FC236}">
                  <a16:creationId xmlns:a16="http://schemas.microsoft.com/office/drawing/2014/main" id="{2AB3285E-E32F-4089-B9D5-FBFB737D01BE}"/>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1">
              <a:extLst>
                <a:ext uri="{FF2B5EF4-FFF2-40B4-BE49-F238E27FC236}">
                  <a16:creationId xmlns:a16="http://schemas.microsoft.com/office/drawing/2014/main" id="{606AE924-C828-4E33-9331-6B0173F83A9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2">
              <a:extLst>
                <a:ext uri="{FF2B5EF4-FFF2-40B4-BE49-F238E27FC236}">
                  <a16:creationId xmlns:a16="http://schemas.microsoft.com/office/drawing/2014/main" id="{679CBFB8-9D58-4F79-9E0C-C5A3770B554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3">
              <a:extLst>
                <a:ext uri="{FF2B5EF4-FFF2-40B4-BE49-F238E27FC236}">
                  <a16:creationId xmlns:a16="http://schemas.microsoft.com/office/drawing/2014/main" id="{2044CF60-BD2A-4527-9086-970DDA9F5E51}"/>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4">
              <a:extLst>
                <a:ext uri="{FF2B5EF4-FFF2-40B4-BE49-F238E27FC236}">
                  <a16:creationId xmlns:a16="http://schemas.microsoft.com/office/drawing/2014/main" id="{535D7DDA-2477-40DC-890A-66F2D07672B2}"/>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5">
              <a:extLst>
                <a:ext uri="{FF2B5EF4-FFF2-40B4-BE49-F238E27FC236}">
                  <a16:creationId xmlns:a16="http://schemas.microsoft.com/office/drawing/2014/main" id="{A9014F92-4FF7-4BFA-9E29-80729E599CF9}"/>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6">
              <a:extLst>
                <a:ext uri="{FF2B5EF4-FFF2-40B4-BE49-F238E27FC236}">
                  <a16:creationId xmlns:a16="http://schemas.microsoft.com/office/drawing/2014/main" id="{A97F63F7-383E-4F98-825F-9707518E342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7">
              <a:extLst>
                <a:ext uri="{FF2B5EF4-FFF2-40B4-BE49-F238E27FC236}">
                  <a16:creationId xmlns:a16="http://schemas.microsoft.com/office/drawing/2014/main" id="{A743A620-721A-43B2-AC0F-1F349FFFCCAE}"/>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8">
              <a:extLst>
                <a:ext uri="{FF2B5EF4-FFF2-40B4-BE49-F238E27FC236}">
                  <a16:creationId xmlns:a16="http://schemas.microsoft.com/office/drawing/2014/main" id="{277B50AF-F62B-429C-89B1-474BBA85C8AB}"/>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9">
              <a:extLst>
                <a:ext uri="{FF2B5EF4-FFF2-40B4-BE49-F238E27FC236}">
                  <a16:creationId xmlns:a16="http://schemas.microsoft.com/office/drawing/2014/main" id="{36CF8273-60D5-4B44-B232-78813DBF16D8}"/>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60">
              <a:extLst>
                <a:ext uri="{FF2B5EF4-FFF2-40B4-BE49-F238E27FC236}">
                  <a16:creationId xmlns:a16="http://schemas.microsoft.com/office/drawing/2014/main" id="{336AE40A-BE66-458B-849B-4369F154C870}"/>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61">
              <a:extLst>
                <a:ext uri="{FF2B5EF4-FFF2-40B4-BE49-F238E27FC236}">
                  <a16:creationId xmlns:a16="http://schemas.microsoft.com/office/drawing/2014/main" id="{44411B93-A844-45E6-B2AE-518265127D84}"/>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62">
              <a:extLst>
                <a:ext uri="{FF2B5EF4-FFF2-40B4-BE49-F238E27FC236}">
                  <a16:creationId xmlns:a16="http://schemas.microsoft.com/office/drawing/2014/main" id="{172116B7-F2C2-4620-A95E-27A7A59DB70E}"/>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63">
              <a:extLst>
                <a:ext uri="{FF2B5EF4-FFF2-40B4-BE49-F238E27FC236}">
                  <a16:creationId xmlns:a16="http://schemas.microsoft.com/office/drawing/2014/main" id="{FC01D96F-3B4F-43DB-89F3-D2E27A249C5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64">
              <a:extLst>
                <a:ext uri="{FF2B5EF4-FFF2-40B4-BE49-F238E27FC236}">
                  <a16:creationId xmlns:a16="http://schemas.microsoft.com/office/drawing/2014/main" id="{D2B042A3-DA98-490E-BB09-150551B81D0B}"/>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65">
              <a:extLst>
                <a:ext uri="{FF2B5EF4-FFF2-40B4-BE49-F238E27FC236}">
                  <a16:creationId xmlns:a16="http://schemas.microsoft.com/office/drawing/2014/main" id="{E1817DBF-E8C4-4A78-B43B-CA3E87645F4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66">
              <a:extLst>
                <a:ext uri="{FF2B5EF4-FFF2-40B4-BE49-F238E27FC236}">
                  <a16:creationId xmlns:a16="http://schemas.microsoft.com/office/drawing/2014/main" id="{737D904E-6A30-47FD-B6DB-705EBCA65139}"/>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67">
              <a:extLst>
                <a:ext uri="{FF2B5EF4-FFF2-40B4-BE49-F238E27FC236}">
                  <a16:creationId xmlns:a16="http://schemas.microsoft.com/office/drawing/2014/main" id="{4A337716-6C90-4380-9996-B75A9914354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68">
              <a:extLst>
                <a:ext uri="{FF2B5EF4-FFF2-40B4-BE49-F238E27FC236}">
                  <a16:creationId xmlns:a16="http://schemas.microsoft.com/office/drawing/2014/main" id="{57AF7DF9-4BC3-4422-A890-3AC7CED765F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9">
              <a:extLst>
                <a:ext uri="{FF2B5EF4-FFF2-40B4-BE49-F238E27FC236}">
                  <a16:creationId xmlns:a16="http://schemas.microsoft.com/office/drawing/2014/main" id="{04A35780-8FB6-40B6-9A85-F0509F31478A}"/>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70">
              <a:extLst>
                <a:ext uri="{FF2B5EF4-FFF2-40B4-BE49-F238E27FC236}">
                  <a16:creationId xmlns:a16="http://schemas.microsoft.com/office/drawing/2014/main" id="{1BD4EA8C-7C69-4F2F-98E4-0F9264EE45CC}"/>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71">
              <a:extLst>
                <a:ext uri="{FF2B5EF4-FFF2-40B4-BE49-F238E27FC236}">
                  <a16:creationId xmlns:a16="http://schemas.microsoft.com/office/drawing/2014/main" id="{2BF13B39-46DF-4DA9-B5A9-66EF64B410D0}"/>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72">
              <a:extLst>
                <a:ext uri="{FF2B5EF4-FFF2-40B4-BE49-F238E27FC236}">
                  <a16:creationId xmlns:a16="http://schemas.microsoft.com/office/drawing/2014/main" id="{8698C66B-A6FC-466A-8F5E-13E187A3B95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73">
              <a:extLst>
                <a:ext uri="{FF2B5EF4-FFF2-40B4-BE49-F238E27FC236}">
                  <a16:creationId xmlns:a16="http://schemas.microsoft.com/office/drawing/2014/main" id="{ED6F9722-4367-463B-A70B-16C0C60EAD9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74">
              <a:extLst>
                <a:ext uri="{FF2B5EF4-FFF2-40B4-BE49-F238E27FC236}">
                  <a16:creationId xmlns:a16="http://schemas.microsoft.com/office/drawing/2014/main" id="{47602CD8-A3FC-4087-BF9B-4DC82F593DC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75">
              <a:extLst>
                <a:ext uri="{FF2B5EF4-FFF2-40B4-BE49-F238E27FC236}">
                  <a16:creationId xmlns:a16="http://schemas.microsoft.com/office/drawing/2014/main" id="{39EBBDC4-74B7-4A68-8D8A-C6EFEDE83B7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76">
              <a:extLst>
                <a:ext uri="{FF2B5EF4-FFF2-40B4-BE49-F238E27FC236}">
                  <a16:creationId xmlns:a16="http://schemas.microsoft.com/office/drawing/2014/main" id="{B608FD55-862E-4409-A1EC-570F4B72D09A}"/>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77">
              <a:extLst>
                <a:ext uri="{FF2B5EF4-FFF2-40B4-BE49-F238E27FC236}">
                  <a16:creationId xmlns:a16="http://schemas.microsoft.com/office/drawing/2014/main" id="{0A726262-C65F-4CB9-BAA1-AF2DFDBB1437}"/>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78">
              <a:extLst>
                <a:ext uri="{FF2B5EF4-FFF2-40B4-BE49-F238E27FC236}">
                  <a16:creationId xmlns:a16="http://schemas.microsoft.com/office/drawing/2014/main" id="{607E1B39-EB7C-4CEF-9500-3ED5F3667F67}"/>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9">
              <a:extLst>
                <a:ext uri="{FF2B5EF4-FFF2-40B4-BE49-F238E27FC236}">
                  <a16:creationId xmlns:a16="http://schemas.microsoft.com/office/drawing/2014/main" id="{264B6193-6F50-4130-8F78-8F6D7CE99C8D}"/>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80">
              <a:extLst>
                <a:ext uri="{FF2B5EF4-FFF2-40B4-BE49-F238E27FC236}">
                  <a16:creationId xmlns:a16="http://schemas.microsoft.com/office/drawing/2014/main" id="{8B575065-239D-46E0-8857-2B29B888A0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81">
              <a:extLst>
                <a:ext uri="{FF2B5EF4-FFF2-40B4-BE49-F238E27FC236}">
                  <a16:creationId xmlns:a16="http://schemas.microsoft.com/office/drawing/2014/main" id="{80D69F5A-F16F-492E-B8E2-4360DBB0AA01}"/>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82">
              <a:extLst>
                <a:ext uri="{FF2B5EF4-FFF2-40B4-BE49-F238E27FC236}">
                  <a16:creationId xmlns:a16="http://schemas.microsoft.com/office/drawing/2014/main" id="{BF9E0279-5FFE-4BA6-8E27-E2C8F76FE63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83">
              <a:extLst>
                <a:ext uri="{FF2B5EF4-FFF2-40B4-BE49-F238E27FC236}">
                  <a16:creationId xmlns:a16="http://schemas.microsoft.com/office/drawing/2014/main" id="{392B07E5-300B-4508-BF32-17BFDC0C249D}"/>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84">
              <a:extLst>
                <a:ext uri="{FF2B5EF4-FFF2-40B4-BE49-F238E27FC236}">
                  <a16:creationId xmlns:a16="http://schemas.microsoft.com/office/drawing/2014/main" id="{00DBB73F-96C6-416B-A57E-0A2ABCB41E3A}"/>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85">
              <a:extLst>
                <a:ext uri="{FF2B5EF4-FFF2-40B4-BE49-F238E27FC236}">
                  <a16:creationId xmlns:a16="http://schemas.microsoft.com/office/drawing/2014/main" id="{D417D803-90CF-4437-94F7-E6DE44DA8B1B}"/>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86">
              <a:extLst>
                <a:ext uri="{FF2B5EF4-FFF2-40B4-BE49-F238E27FC236}">
                  <a16:creationId xmlns:a16="http://schemas.microsoft.com/office/drawing/2014/main" id="{8F1C0D2A-BD82-4CC1-B6A0-033EE4853C9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87">
              <a:extLst>
                <a:ext uri="{FF2B5EF4-FFF2-40B4-BE49-F238E27FC236}">
                  <a16:creationId xmlns:a16="http://schemas.microsoft.com/office/drawing/2014/main" id="{F60266BD-33BB-4F41-9351-D6A944237FF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88">
              <a:extLst>
                <a:ext uri="{FF2B5EF4-FFF2-40B4-BE49-F238E27FC236}">
                  <a16:creationId xmlns:a16="http://schemas.microsoft.com/office/drawing/2014/main" id="{31A8A981-FCDF-40F6-A8AB-7FFE5C763B9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9">
              <a:extLst>
                <a:ext uri="{FF2B5EF4-FFF2-40B4-BE49-F238E27FC236}">
                  <a16:creationId xmlns:a16="http://schemas.microsoft.com/office/drawing/2014/main" id="{E9D303C9-AD8F-4F92-B19E-66EBA44F525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90">
              <a:extLst>
                <a:ext uri="{FF2B5EF4-FFF2-40B4-BE49-F238E27FC236}">
                  <a16:creationId xmlns:a16="http://schemas.microsoft.com/office/drawing/2014/main" id="{8709BB47-ABCA-45E0-9DD0-19F2AEB5B51E}"/>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91">
              <a:extLst>
                <a:ext uri="{FF2B5EF4-FFF2-40B4-BE49-F238E27FC236}">
                  <a16:creationId xmlns:a16="http://schemas.microsoft.com/office/drawing/2014/main" id="{745DD85D-4155-45EF-92B4-215EA78C46BC}"/>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92">
              <a:extLst>
                <a:ext uri="{FF2B5EF4-FFF2-40B4-BE49-F238E27FC236}">
                  <a16:creationId xmlns:a16="http://schemas.microsoft.com/office/drawing/2014/main" id="{A1A39431-FEDC-4759-8A62-E70FEE6CE2CA}"/>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93">
              <a:extLst>
                <a:ext uri="{FF2B5EF4-FFF2-40B4-BE49-F238E27FC236}">
                  <a16:creationId xmlns:a16="http://schemas.microsoft.com/office/drawing/2014/main" id="{A0C94613-6CB6-4AFD-A175-200960AA324D}"/>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94">
              <a:extLst>
                <a:ext uri="{FF2B5EF4-FFF2-40B4-BE49-F238E27FC236}">
                  <a16:creationId xmlns:a16="http://schemas.microsoft.com/office/drawing/2014/main" id="{AD9DB402-1DDD-4988-971B-38C5222FDBF7}"/>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95">
              <a:extLst>
                <a:ext uri="{FF2B5EF4-FFF2-40B4-BE49-F238E27FC236}">
                  <a16:creationId xmlns:a16="http://schemas.microsoft.com/office/drawing/2014/main" id="{51777650-39AF-4D7F-93F3-D3CD35BEBDF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96">
              <a:extLst>
                <a:ext uri="{FF2B5EF4-FFF2-40B4-BE49-F238E27FC236}">
                  <a16:creationId xmlns:a16="http://schemas.microsoft.com/office/drawing/2014/main" id="{F1130A35-9FCC-455C-AE20-98CC8CE6152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97">
              <a:extLst>
                <a:ext uri="{FF2B5EF4-FFF2-40B4-BE49-F238E27FC236}">
                  <a16:creationId xmlns:a16="http://schemas.microsoft.com/office/drawing/2014/main" id="{C73A4FCF-74DE-4FBE-98CC-9DEFBF4A0C0B}"/>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98">
              <a:extLst>
                <a:ext uri="{FF2B5EF4-FFF2-40B4-BE49-F238E27FC236}">
                  <a16:creationId xmlns:a16="http://schemas.microsoft.com/office/drawing/2014/main" id="{C70E3599-9939-4822-B86E-4BF8544C8CF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9">
              <a:extLst>
                <a:ext uri="{FF2B5EF4-FFF2-40B4-BE49-F238E27FC236}">
                  <a16:creationId xmlns:a16="http://schemas.microsoft.com/office/drawing/2014/main" id="{EB028425-5C60-4B58-813A-184F3651CBA0}"/>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800">
              <a:extLst>
                <a:ext uri="{FF2B5EF4-FFF2-40B4-BE49-F238E27FC236}">
                  <a16:creationId xmlns:a16="http://schemas.microsoft.com/office/drawing/2014/main" id="{A09E85C5-6F03-479B-969D-A7DF7B334940}"/>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801">
              <a:extLst>
                <a:ext uri="{FF2B5EF4-FFF2-40B4-BE49-F238E27FC236}">
                  <a16:creationId xmlns:a16="http://schemas.microsoft.com/office/drawing/2014/main" id="{81558AF9-C011-4A13-A852-7172179E5A47}"/>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802">
              <a:extLst>
                <a:ext uri="{FF2B5EF4-FFF2-40B4-BE49-F238E27FC236}">
                  <a16:creationId xmlns:a16="http://schemas.microsoft.com/office/drawing/2014/main" id="{D4B5543C-65DF-41FB-85AA-99EDB39B7AD1}"/>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803">
              <a:extLst>
                <a:ext uri="{FF2B5EF4-FFF2-40B4-BE49-F238E27FC236}">
                  <a16:creationId xmlns:a16="http://schemas.microsoft.com/office/drawing/2014/main" id="{13A842E5-A2FB-4391-861A-FC66894D0B0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804">
              <a:extLst>
                <a:ext uri="{FF2B5EF4-FFF2-40B4-BE49-F238E27FC236}">
                  <a16:creationId xmlns:a16="http://schemas.microsoft.com/office/drawing/2014/main" id="{0280FFC9-EF18-4C4E-B0CB-41A49DB57F8F}"/>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805">
              <a:extLst>
                <a:ext uri="{FF2B5EF4-FFF2-40B4-BE49-F238E27FC236}">
                  <a16:creationId xmlns:a16="http://schemas.microsoft.com/office/drawing/2014/main" id="{B9A2C3BD-8E03-463D-BE8F-E738F31E0C98}"/>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806">
              <a:extLst>
                <a:ext uri="{FF2B5EF4-FFF2-40B4-BE49-F238E27FC236}">
                  <a16:creationId xmlns:a16="http://schemas.microsoft.com/office/drawing/2014/main" id="{92200977-8C6F-4157-9AB6-50F26EB1C6A3}"/>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807">
              <a:extLst>
                <a:ext uri="{FF2B5EF4-FFF2-40B4-BE49-F238E27FC236}">
                  <a16:creationId xmlns:a16="http://schemas.microsoft.com/office/drawing/2014/main" id="{C93384B8-DC90-412B-AE76-D4A2AF0EBDC1}"/>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808">
              <a:extLst>
                <a:ext uri="{FF2B5EF4-FFF2-40B4-BE49-F238E27FC236}">
                  <a16:creationId xmlns:a16="http://schemas.microsoft.com/office/drawing/2014/main" id="{224510F0-3225-43C4-A5AB-2685C3E4DBA1}"/>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9">
              <a:extLst>
                <a:ext uri="{FF2B5EF4-FFF2-40B4-BE49-F238E27FC236}">
                  <a16:creationId xmlns:a16="http://schemas.microsoft.com/office/drawing/2014/main" id="{291DDB16-1A01-4131-B27A-71641C62B4CB}"/>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10">
              <a:extLst>
                <a:ext uri="{FF2B5EF4-FFF2-40B4-BE49-F238E27FC236}">
                  <a16:creationId xmlns:a16="http://schemas.microsoft.com/office/drawing/2014/main" id="{B496F19F-03A8-46BE-BA23-0FAF966006C1}"/>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11">
              <a:extLst>
                <a:ext uri="{FF2B5EF4-FFF2-40B4-BE49-F238E27FC236}">
                  <a16:creationId xmlns:a16="http://schemas.microsoft.com/office/drawing/2014/main" id="{AFDF418C-A26E-495B-B624-B70C2A8B73D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12">
              <a:extLst>
                <a:ext uri="{FF2B5EF4-FFF2-40B4-BE49-F238E27FC236}">
                  <a16:creationId xmlns:a16="http://schemas.microsoft.com/office/drawing/2014/main" id="{01E204D0-9932-4005-A027-028A7F216FD7}"/>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13">
              <a:extLst>
                <a:ext uri="{FF2B5EF4-FFF2-40B4-BE49-F238E27FC236}">
                  <a16:creationId xmlns:a16="http://schemas.microsoft.com/office/drawing/2014/main" id="{ADB62594-A480-4D21-9B06-65962A6F061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14">
              <a:extLst>
                <a:ext uri="{FF2B5EF4-FFF2-40B4-BE49-F238E27FC236}">
                  <a16:creationId xmlns:a16="http://schemas.microsoft.com/office/drawing/2014/main" id="{EAAC1D16-4F61-447E-A9EC-8462F3F72CD5}"/>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20" name="Red text">
            <a:extLst>
              <a:ext uri="{FF2B5EF4-FFF2-40B4-BE49-F238E27FC236}">
                <a16:creationId xmlns:a16="http://schemas.microsoft.com/office/drawing/2014/main" id="{C180D82B-69A8-4F2C-B6B2-1EDE50445DF3}"/>
              </a:ext>
            </a:extLst>
          </p:cNvPr>
          <p:cNvSpPr txBox="1"/>
          <p:nvPr/>
        </p:nvSpPr>
        <p:spPr>
          <a:xfrm>
            <a:off x="8310468" y="5266769"/>
            <a:ext cx="3664868" cy="400110"/>
          </a:xfrm>
          <a:prstGeom prst="rect">
            <a:avLst/>
          </a:prstGeom>
          <a:noFill/>
        </p:spPr>
        <p:txBody>
          <a:bodyPr wrap="square" rtlCol="0">
            <a:spAutoFit/>
          </a:bodyPr>
          <a:lstStyle/>
          <a:p>
            <a:pPr algn="r"/>
            <a:r>
              <a:rPr lang="en-US" sz="2000" dirty="0">
                <a:solidFill>
                  <a:srgbClr val="C00000"/>
                </a:solidFill>
                <a:latin typeface="Segoe Print" panose="02000600000000000000" pitchFamily="2" charset="0"/>
              </a:rPr>
              <a:t>Motion-controlled lights</a:t>
            </a:r>
          </a:p>
        </p:txBody>
      </p:sp>
      <p:sp>
        <p:nvSpPr>
          <p:cNvPr id="122" name="Red text">
            <a:extLst>
              <a:ext uri="{FF2B5EF4-FFF2-40B4-BE49-F238E27FC236}">
                <a16:creationId xmlns:a16="http://schemas.microsoft.com/office/drawing/2014/main" id="{E8B04A30-4A76-6218-A3F5-6DA56CAA1F56}"/>
              </a:ext>
            </a:extLst>
          </p:cNvPr>
          <p:cNvSpPr txBox="1"/>
          <p:nvPr/>
        </p:nvSpPr>
        <p:spPr>
          <a:xfrm>
            <a:off x="8318462" y="5650273"/>
            <a:ext cx="3873537" cy="400110"/>
          </a:xfrm>
          <a:prstGeom prst="rect">
            <a:avLst/>
          </a:prstGeom>
          <a:noFill/>
        </p:spPr>
        <p:txBody>
          <a:bodyPr wrap="square" rtlCol="0">
            <a:spAutoFit/>
          </a:bodyPr>
          <a:lstStyle/>
          <a:p>
            <a:r>
              <a:rPr lang="en-US" sz="1600" dirty="0">
                <a:solidFill>
                  <a:srgbClr val="C00000"/>
                </a:solidFill>
                <a:latin typeface="Segoe Print" panose="02000600000000000000" pitchFamily="2" charset="0"/>
              </a:rPr>
              <a:t>- Turn </a:t>
            </a:r>
            <a:r>
              <a:rPr lang="en-US" sz="1600" b="1" dirty="0">
                <a:solidFill>
                  <a:srgbClr val="C00000"/>
                </a:solidFill>
                <a:latin typeface="Segoe Print" panose="02000600000000000000" pitchFamily="2" charset="0"/>
              </a:rPr>
              <a:t>off</a:t>
            </a:r>
            <a:r>
              <a:rPr lang="en-US" sz="1600" dirty="0">
                <a:solidFill>
                  <a:srgbClr val="C00000"/>
                </a:solidFill>
                <a:latin typeface="Segoe Print" panose="02000600000000000000" pitchFamily="2" charset="0"/>
              </a:rPr>
              <a:t> when you want them on</a:t>
            </a:r>
            <a:r>
              <a:rPr lang="en-US" sz="2000" dirty="0">
                <a:solidFill>
                  <a:srgbClr val="C00000"/>
                </a:solidFill>
                <a:latin typeface="Segoe Print" panose="02000600000000000000" pitchFamily="2" charset="0"/>
              </a:rPr>
              <a:t> </a:t>
            </a:r>
          </a:p>
        </p:txBody>
      </p:sp>
      <p:pic>
        <p:nvPicPr>
          <p:cNvPr id="4" name="Picture 3">
            <a:extLst>
              <a:ext uri="{FF2B5EF4-FFF2-40B4-BE49-F238E27FC236}">
                <a16:creationId xmlns:a16="http://schemas.microsoft.com/office/drawing/2014/main" id="{F432E61B-DB2A-2D0C-FC3A-BF5492BD7425}"/>
              </a:ext>
            </a:extLst>
          </p:cNvPr>
          <p:cNvPicPr>
            <a:picLocks noChangeAspect="1"/>
          </p:cNvPicPr>
          <p:nvPr/>
        </p:nvPicPr>
        <p:blipFill>
          <a:blip r:embed="rId4"/>
          <a:stretch>
            <a:fillRect/>
          </a:stretch>
        </p:blipFill>
        <p:spPr>
          <a:xfrm>
            <a:off x="3768060" y="5696648"/>
            <a:ext cx="568414" cy="1052619"/>
          </a:xfrm>
          <a:prstGeom prst="rect">
            <a:avLst/>
          </a:prstGeom>
        </p:spPr>
      </p:pic>
      <p:pic>
        <p:nvPicPr>
          <p:cNvPr id="124" name="Body">
            <a:extLst>
              <a:ext uri="{FF2B5EF4-FFF2-40B4-BE49-F238E27FC236}">
                <a16:creationId xmlns:a16="http://schemas.microsoft.com/office/drawing/2014/main" id="{7EFFD01A-38EC-3769-B068-E37D6433EE1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155317" y="5366692"/>
            <a:ext cx="789764" cy="1482325"/>
          </a:xfrm>
          <a:prstGeom prst="rect">
            <a:avLst/>
          </a:prstGeom>
        </p:spPr>
      </p:pic>
      <p:pic>
        <p:nvPicPr>
          <p:cNvPr id="125" name="Arm right">
            <a:extLst>
              <a:ext uri="{FF2B5EF4-FFF2-40B4-BE49-F238E27FC236}">
                <a16:creationId xmlns:a16="http://schemas.microsoft.com/office/drawing/2014/main" id="{6DC72137-A6D0-E949-CA8D-74FFD5CCE304}"/>
              </a:ext>
            </a:extLst>
          </p:cNvPr>
          <p:cNvPicPr>
            <a:picLocks noChangeAspect="1"/>
          </p:cNvPicPr>
          <p:nvPr/>
        </p:nvPicPr>
        <p:blipFill>
          <a:blip r:embed="rId6"/>
          <a:stretch>
            <a:fillRect/>
          </a:stretch>
        </p:blipFill>
        <p:spPr>
          <a:xfrm rot="7107118">
            <a:off x="6547181" y="5938405"/>
            <a:ext cx="203585" cy="326807"/>
          </a:xfrm>
          <a:prstGeom prst="rect">
            <a:avLst/>
          </a:prstGeom>
        </p:spPr>
      </p:pic>
      <p:pic>
        <p:nvPicPr>
          <p:cNvPr id="126" name="Arm left">
            <a:extLst>
              <a:ext uri="{FF2B5EF4-FFF2-40B4-BE49-F238E27FC236}">
                <a16:creationId xmlns:a16="http://schemas.microsoft.com/office/drawing/2014/main" id="{3EBDC485-7FFB-03BD-8C28-77468866A8D6}"/>
              </a:ext>
            </a:extLst>
          </p:cNvPr>
          <p:cNvPicPr>
            <a:picLocks noChangeAspect="1"/>
          </p:cNvPicPr>
          <p:nvPr/>
        </p:nvPicPr>
        <p:blipFill>
          <a:blip r:embed="rId7"/>
          <a:stretch>
            <a:fillRect/>
          </a:stretch>
        </p:blipFill>
        <p:spPr>
          <a:xfrm rot="20496142">
            <a:off x="6307360" y="5963889"/>
            <a:ext cx="253220" cy="257910"/>
          </a:xfrm>
          <a:prstGeom prst="rect">
            <a:avLst/>
          </a:prstGeom>
        </p:spPr>
      </p:pic>
      <p:sp>
        <p:nvSpPr>
          <p:cNvPr id="132" name="!!Smile">
            <a:extLst>
              <a:ext uri="{FF2B5EF4-FFF2-40B4-BE49-F238E27FC236}">
                <a16:creationId xmlns:a16="http://schemas.microsoft.com/office/drawing/2014/main" id="{846C547F-F143-33F7-9896-2695D4BE56D7}"/>
              </a:ext>
            </a:extLst>
          </p:cNvPr>
          <p:cNvSpPr/>
          <p:nvPr/>
        </p:nvSpPr>
        <p:spPr>
          <a:xfrm>
            <a:off x="6402537" y="565568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Eye 2">
            <a:extLst>
              <a:ext uri="{FF2B5EF4-FFF2-40B4-BE49-F238E27FC236}">
                <a16:creationId xmlns:a16="http://schemas.microsoft.com/office/drawing/2014/main" id="{66AE7181-F33D-9179-7F89-11725395371C}"/>
              </a:ext>
            </a:extLst>
          </p:cNvPr>
          <p:cNvSpPr/>
          <p:nvPr/>
        </p:nvSpPr>
        <p:spPr>
          <a:xfrm>
            <a:off x="6415989" y="556363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8" name="Eye 1">
            <a:extLst>
              <a:ext uri="{FF2B5EF4-FFF2-40B4-BE49-F238E27FC236}">
                <a16:creationId xmlns:a16="http://schemas.microsoft.com/office/drawing/2014/main" id="{0F984F6A-02C2-3A60-E246-98F8AB4B46A3}"/>
              </a:ext>
            </a:extLst>
          </p:cNvPr>
          <p:cNvSpPr/>
          <p:nvPr/>
        </p:nvSpPr>
        <p:spPr>
          <a:xfrm>
            <a:off x="6553385" y="55588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0" name="!!Speech Bubble: Rectangle 19">
            <a:extLst>
              <a:ext uri="{FF2B5EF4-FFF2-40B4-BE49-F238E27FC236}">
                <a16:creationId xmlns:a16="http://schemas.microsoft.com/office/drawing/2014/main" id="{B643620C-7EE4-63A7-05B1-06AC7B028FC0}"/>
              </a:ext>
            </a:extLst>
          </p:cNvPr>
          <p:cNvSpPr/>
          <p:nvPr/>
        </p:nvSpPr>
        <p:spPr>
          <a:xfrm>
            <a:off x="762006" y="5409196"/>
            <a:ext cx="2525537" cy="673164"/>
          </a:xfrm>
          <a:prstGeom prst="wedgeRectCallout">
            <a:avLst>
              <a:gd name="adj1" fmla="val 66392"/>
              <a:gd name="adj2" fmla="val 23051"/>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extBox 20">
            <a:extLst>
              <a:ext uri="{FF2B5EF4-FFF2-40B4-BE49-F238E27FC236}">
                <a16:creationId xmlns:a16="http://schemas.microsoft.com/office/drawing/2014/main" id="{AC02CBEA-06E6-D3AA-6229-6B1FDDB7A283}"/>
              </a:ext>
            </a:extLst>
          </p:cNvPr>
          <p:cNvSpPr txBox="1"/>
          <p:nvPr/>
        </p:nvSpPr>
        <p:spPr>
          <a:xfrm>
            <a:off x="792755" y="5388235"/>
            <a:ext cx="252553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I have to move </a:t>
            </a:r>
            <a:r>
              <a:rPr lang="en-US" i="1" dirty="0">
                <a:latin typeface="Roboto Light" panose="02000000000000000000" pitchFamily="2" charset="0"/>
                <a:ea typeface="Roboto Light" panose="02000000000000000000" pitchFamily="2" charset="0"/>
              </a:rPr>
              <a:t>every 10 minutes!?</a:t>
            </a:r>
            <a:endParaRPr lang="en-US" dirty="0">
              <a:latin typeface="Roboto Light" panose="02000000000000000000" pitchFamily="2" charset="0"/>
              <a:ea typeface="Roboto Light" panose="02000000000000000000" pitchFamily="2" charset="0"/>
            </a:endParaRPr>
          </a:p>
        </p:txBody>
      </p:sp>
      <p:sp>
        <p:nvSpPr>
          <p:cNvPr id="133" name="!!Speech Bubble: Rectangle 19">
            <a:extLst>
              <a:ext uri="{FF2B5EF4-FFF2-40B4-BE49-F238E27FC236}">
                <a16:creationId xmlns:a16="http://schemas.microsoft.com/office/drawing/2014/main" id="{19C852A9-348E-0F4B-3947-057A08C63757}"/>
              </a:ext>
            </a:extLst>
          </p:cNvPr>
          <p:cNvSpPr/>
          <p:nvPr/>
        </p:nvSpPr>
        <p:spPr>
          <a:xfrm>
            <a:off x="3696590" y="4855514"/>
            <a:ext cx="2525537" cy="391476"/>
          </a:xfrm>
          <a:prstGeom prst="wedgeRectCallout">
            <a:avLst>
              <a:gd name="adj1" fmla="val 48289"/>
              <a:gd name="adj2" fmla="val 11806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TextBox 20">
            <a:extLst>
              <a:ext uri="{FF2B5EF4-FFF2-40B4-BE49-F238E27FC236}">
                <a16:creationId xmlns:a16="http://schemas.microsoft.com/office/drawing/2014/main" id="{D527EC4B-68E7-E41D-40CE-CA2F4BD1C881}"/>
              </a:ext>
            </a:extLst>
          </p:cNvPr>
          <p:cNvSpPr txBox="1"/>
          <p:nvPr/>
        </p:nvSpPr>
        <p:spPr>
          <a:xfrm>
            <a:off x="3727339" y="4834553"/>
            <a:ext cx="2525537"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Suck it up, buttercup!</a:t>
            </a:r>
          </a:p>
        </p:txBody>
      </p:sp>
      <p:sp>
        <p:nvSpPr>
          <p:cNvPr id="135" name="Red text">
            <a:extLst>
              <a:ext uri="{FF2B5EF4-FFF2-40B4-BE49-F238E27FC236}">
                <a16:creationId xmlns:a16="http://schemas.microsoft.com/office/drawing/2014/main" id="{8500B8F3-4DB8-CC88-5C9C-37D866AE7E54}"/>
              </a:ext>
            </a:extLst>
          </p:cNvPr>
          <p:cNvSpPr txBox="1"/>
          <p:nvPr/>
        </p:nvSpPr>
        <p:spPr>
          <a:xfrm>
            <a:off x="8327987" y="6859945"/>
            <a:ext cx="3873537" cy="400110"/>
          </a:xfrm>
          <a:prstGeom prst="rect">
            <a:avLst/>
          </a:prstGeom>
          <a:noFill/>
        </p:spPr>
        <p:txBody>
          <a:bodyPr wrap="square" rtlCol="0">
            <a:spAutoFit/>
          </a:bodyPr>
          <a:lstStyle/>
          <a:p>
            <a:r>
              <a:rPr lang="en-US" sz="1600" dirty="0">
                <a:solidFill>
                  <a:srgbClr val="C00000"/>
                </a:solidFill>
                <a:latin typeface="Segoe Print" panose="02000600000000000000" pitchFamily="2" charset="0"/>
              </a:rPr>
              <a:t>- Turn on when you want them off</a:t>
            </a:r>
            <a:r>
              <a:rPr lang="en-US" sz="2000" dirty="0">
                <a:solidFill>
                  <a:srgbClr val="C00000"/>
                </a:solidFill>
                <a:latin typeface="Segoe Print" panose="02000600000000000000" pitchFamily="2" charset="0"/>
              </a:rPr>
              <a:t> </a:t>
            </a:r>
          </a:p>
        </p:txBody>
      </p:sp>
      <p:sp>
        <p:nvSpPr>
          <p:cNvPr id="6" name="!!Header whiteout">
            <a:extLst>
              <a:ext uri="{FF2B5EF4-FFF2-40B4-BE49-F238E27FC236}">
                <a16:creationId xmlns:a16="http://schemas.microsoft.com/office/drawing/2014/main" id="{93E6A928-9111-A414-32D5-0BEE30B85A30}"/>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1916B31B-4FCE-31ED-0D65-2D23BD2C24F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7974588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3"/>
                                        </p:tgtEl>
                                        <p:attrNameLst>
                                          <p:attrName>style.visibility</p:attrName>
                                        </p:attrNameLst>
                                      </p:cBhvr>
                                      <p:to>
                                        <p:strVal val="visible"/>
                                      </p:to>
                                    </p:set>
                                    <p:animEffect transition="in" filter="fade">
                                      <p:cBhvr>
                                        <p:cTn id="15" dur="500"/>
                                        <p:tgtEl>
                                          <p:spTgt spid="13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4"/>
                                        </p:tgtEl>
                                        <p:attrNameLst>
                                          <p:attrName>style.visibility</p:attrName>
                                        </p:attrNameLst>
                                      </p:cBhvr>
                                      <p:to>
                                        <p:strVal val="visible"/>
                                      </p:to>
                                    </p:set>
                                    <p:animEffect transition="in" filter="fade">
                                      <p:cBhvr>
                                        <p:cTn id="18"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P spid="131" grpId="0"/>
      <p:bldP spid="133" grpId="0" animBg="1"/>
      <p:bldP spid="13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ne1">
            <a:extLst>
              <a:ext uri="{FF2B5EF4-FFF2-40B4-BE49-F238E27FC236}">
                <a16:creationId xmlns:a16="http://schemas.microsoft.com/office/drawing/2014/main" id="{D0DA141E-E39A-4A7C-A241-0A775E793905}"/>
              </a:ext>
            </a:extLst>
          </p:cNvPr>
          <p:cNvSpPr txBox="1"/>
          <p:nvPr/>
        </p:nvSpPr>
        <p:spPr>
          <a:xfrm>
            <a:off x="3861736" y="2057596"/>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2534649"/>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78078" y="3411812"/>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348397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pic>
        <p:nvPicPr>
          <p:cNvPr id="18" name="!!Bulb2">
            <a:extLst>
              <a:ext uri="{FF2B5EF4-FFF2-40B4-BE49-F238E27FC236}">
                <a16:creationId xmlns:a16="http://schemas.microsoft.com/office/drawing/2014/main" id="{AE36BBA4-E909-4340-A3DF-D294765C440D}"/>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068749"/>
            <a:ext cx="567291" cy="532779"/>
          </a:xfrm>
          <a:prstGeom prst="rect">
            <a:avLst/>
          </a:prstGeom>
        </p:spPr>
      </p:pic>
      <p:sp>
        <p:nvSpPr>
          <p:cNvPr id="19" name="TextBox 18">
            <a:extLst>
              <a:ext uri="{FF2B5EF4-FFF2-40B4-BE49-F238E27FC236}">
                <a16:creationId xmlns:a16="http://schemas.microsoft.com/office/drawing/2014/main" id="{06AD39CC-4E5F-45A3-B783-BA42E1FE9F98}"/>
              </a:ext>
            </a:extLst>
          </p:cNvPr>
          <p:cNvSpPr txBox="1"/>
          <p:nvPr/>
        </p:nvSpPr>
        <p:spPr>
          <a:xfrm>
            <a:off x="4250267" y="4140911"/>
            <a:ext cx="4700434"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Smart automations</a:t>
            </a:r>
            <a:r>
              <a:rPr lang="en-US" dirty="0">
                <a:solidFill>
                  <a:srgbClr val="2D3E50"/>
                </a:solidFill>
                <a:latin typeface="Roboto" panose="02000000000000000000" pitchFamily="2" charset="0"/>
                <a:ea typeface="Roboto" panose="02000000000000000000" pitchFamily="2" charset="0"/>
              </a:rPr>
              <a:t> beat </a:t>
            </a:r>
            <a:r>
              <a:rPr lang="en-US" b="1" dirty="0">
                <a:solidFill>
                  <a:srgbClr val="2D3E50"/>
                </a:solidFill>
                <a:latin typeface="Roboto" panose="02000000000000000000" pitchFamily="2" charset="0"/>
                <a:ea typeface="Roboto" panose="02000000000000000000" pitchFamily="2" charset="0"/>
              </a:rPr>
              <a:t>dumb automations</a:t>
            </a:r>
            <a:endParaRPr lang="en-US" b="1" dirty="0"/>
          </a:p>
        </p:txBody>
      </p:sp>
      <p:grpSp>
        <p:nvGrpSpPr>
          <p:cNvPr id="15" name="Arrow">
            <a:extLst>
              <a:ext uri="{FF2B5EF4-FFF2-40B4-BE49-F238E27FC236}">
                <a16:creationId xmlns:a16="http://schemas.microsoft.com/office/drawing/2014/main" id="{C4617B4E-2473-4552-8EF1-E10561A81786}"/>
              </a:ext>
            </a:extLst>
          </p:cNvPr>
          <p:cNvGrpSpPr>
            <a:grpSpLocks noChangeAspect="1"/>
          </p:cNvGrpSpPr>
          <p:nvPr/>
        </p:nvGrpSpPr>
        <p:grpSpPr bwMode="auto">
          <a:xfrm rot="5866665">
            <a:off x="7779775" y="4550400"/>
            <a:ext cx="904172" cy="943180"/>
            <a:chOff x="1328" y="0"/>
            <a:chExt cx="3106" cy="3240"/>
          </a:xfrm>
          <a:solidFill>
            <a:srgbClr val="C00000"/>
          </a:solidFill>
        </p:grpSpPr>
        <p:sp>
          <p:nvSpPr>
            <p:cNvPr id="17" name="Freeform 716">
              <a:extLst>
                <a:ext uri="{FF2B5EF4-FFF2-40B4-BE49-F238E27FC236}">
                  <a16:creationId xmlns:a16="http://schemas.microsoft.com/office/drawing/2014/main" id="{256E3B97-E50A-4227-8950-3D28081A8CEC}"/>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17">
              <a:extLst>
                <a:ext uri="{FF2B5EF4-FFF2-40B4-BE49-F238E27FC236}">
                  <a16:creationId xmlns:a16="http://schemas.microsoft.com/office/drawing/2014/main" id="{2C3C456B-83F4-44DC-ACD2-69BB0041C5D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18">
              <a:extLst>
                <a:ext uri="{FF2B5EF4-FFF2-40B4-BE49-F238E27FC236}">
                  <a16:creationId xmlns:a16="http://schemas.microsoft.com/office/drawing/2014/main" id="{60EABC02-DBB9-4043-93D6-F521ED62EBD5}"/>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19">
              <a:extLst>
                <a:ext uri="{FF2B5EF4-FFF2-40B4-BE49-F238E27FC236}">
                  <a16:creationId xmlns:a16="http://schemas.microsoft.com/office/drawing/2014/main" id="{D7F875CD-DCDF-4435-939B-F3AA7E21D01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0">
              <a:extLst>
                <a:ext uri="{FF2B5EF4-FFF2-40B4-BE49-F238E27FC236}">
                  <a16:creationId xmlns:a16="http://schemas.microsoft.com/office/drawing/2014/main" id="{ADB2BA40-F323-4100-9FA8-E49202EC7326}"/>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1">
              <a:extLst>
                <a:ext uri="{FF2B5EF4-FFF2-40B4-BE49-F238E27FC236}">
                  <a16:creationId xmlns:a16="http://schemas.microsoft.com/office/drawing/2014/main" id="{86ACE72C-FF01-44B3-B7F4-A9C2C00F57ED}"/>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2">
              <a:extLst>
                <a:ext uri="{FF2B5EF4-FFF2-40B4-BE49-F238E27FC236}">
                  <a16:creationId xmlns:a16="http://schemas.microsoft.com/office/drawing/2014/main" id="{8F44AA46-685B-4C3D-98EF-92392B45C31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3">
              <a:extLst>
                <a:ext uri="{FF2B5EF4-FFF2-40B4-BE49-F238E27FC236}">
                  <a16:creationId xmlns:a16="http://schemas.microsoft.com/office/drawing/2014/main" id="{20589022-642E-464D-87AB-5B46B66F9869}"/>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4">
              <a:extLst>
                <a:ext uri="{FF2B5EF4-FFF2-40B4-BE49-F238E27FC236}">
                  <a16:creationId xmlns:a16="http://schemas.microsoft.com/office/drawing/2014/main" id="{DCFCFCF5-BC58-4198-9F1C-81B5E9799924}"/>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25">
              <a:extLst>
                <a:ext uri="{FF2B5EF4-FFF2-40B4-BE49-F238E27FC236}">
                  <a16:creationId xmlns:a16="http://schemas.microsoft.com/office/drawing/2014/main" id="{8F10F9EA-8F33-47FB-B62D-E0BDF1FDB06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6">
              <a:extLst>
                <a:ext uri="{FF2B5EF4-FFF2-40B4-BE49-F238E27FC236}">
                  <a16:creationId xmlns:a16="http://schemas.microsoft.com/office/drawing/2014/main" id="{371C7FD8-3118-41C1-B445-2D74B4DA227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7">
              <a:extLst>
                <a:ext uri="{FF2B5EF4-FFF2-40B4-BE49-F238E27FC236}">
                  <a16:creationId xmlns:a16="http://schemas.microsoft.com/office/drawing/2014/main" id="{75797B87-EEE1-4141-9B58-327746510797}"/>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8">
              <a:extLst>
                <a:ext uri="{FF2B5EF4-FFF2-40B4-BE49-F238E27FC236}">
                  <a16:creationId xmlns:a16="http://schemas.microsoft.com/office/drawing/2014/main" id="{1F9F8E19-C921-488E-A9C9-E3A35559E7D1}"/>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9">
              <a:extLst>
                <a:ext uri="{FF2B5EF4-FFF2-40B4-BE49-F238E27FC236}">
                  <a16:creationId xmlns:a16="http://schemas.microsoft.com/office/drawing/2014/main" id="{7978B430-B6B3-44CE-B1E3-C1CCBCF0ECA7}"/>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0">
              <a:extLst>
                <a:ext uri="{FF2B5EF4-FFF2-40B4-BE49-F238E27FC236}">
                  <a16:creationId xmlns:a16="http://schemas.microsoft.com/office/drawing/2014/main" id="{4BA7F0ED-BFA0-46D3-89DA-342438ABE80A}"/>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1">
              <a:extLst>
                <a:ext uri="{FF2B5EF4-FFF2-40B4-BE49-F238E27FC236}">
                  <a16:creationId xmlns:a16="http://schemas.microsoft.com/office/drawing/2014/main" id="{5E79BCCC-9E91-43D9-8932-B9154ED9E1CF}"/>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2">
              <a:extLst>
                <a:ext uri="{FF2B5EF4-FFF2-40B4-BE49-F238E27FC236}">
                  <a16:creationId xmlns:a16="http://schemas.microsoft.com/office/drawing/2014/main" id="{3F2844B0-4967-4813-A9A2-BF66C52DA55C}"/>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3">
              <a:extLst>
                <a:ext uri="{FF2B5EF4-FFF2-40B4-BE49-F238E27FC236}">
                  <a16:creationId xmlns:a16="http://schemas.microsoft.com/office/drawing/2014/main" id="{6205FCED-F374-448D-9882-4534E5806A37}"/>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4">
              <a:extLst>
                <a:ext uri="{FF2B5EF4-FFF2-40B4-BE49-F238E27FC236}">
                  <a16:creationId xmlns:a16="http://schemas.microsoft.com/office/drawing/2014/main" id="{8D7E8A8F-8081-4070-9B2A-B3BE36AC2133}"/>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5">
              <a:extLst>
                <a:ext uri="{FF2B5EF4-FFF2-40B4-BE49-F238E27FC236}">
                  <a16:creationId xmlns:a16="http://schemas.microsoft.com/office/drawing/2014/main" id="{250E4B7E-6720-4AB6-BBA9-047768BE082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6">
              <a:extLst>
                <a:ext uri="{FF2B5EF4-FFF2-40B4-BE49-F238E27FC236}">
                  <a16:creationId xmlns:a16="http://schemas.microsoft.com/office/drawing/2014/main" id="{B773767E-ECB8-40E2-A909-1F4916502BAC}"/>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7">
              <a:extLst>
                <a:ext uri="{FF2B5EF4-FFF2-40B4-BE49-F238E27FC236}">
                  <a16:creationId xmlns:a16="http://schemas.microsoft.com/office/drawing/2014/main" id="{D2B71854-B259-46A8-944F-143F85A8280C}"/>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8">
              <a:extLst>
                <a:ext uri="{FF2B5EF4-FFF2-40B4-BE49-F238E27FC236}">
                  <a16:creationId xmlns:a16="http://schemas.microsoft.com/office/drawing/2014/main" id="{CA91035B-2F89-49FA-99FE-FAD875DE846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9">
              <a:extLst>
                <a:ext uri="{FF2B5EF4-FFF2-40B4-BE49-F238E27FC236}">
                  <a16:creationId xmlns:a16="http://schemas.microsoft.com/office/drawing/2014/main" id="{AEE375AD-193D-4E69-9A4A-5DC47B07A8B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0">
              <a:extLst>
                <a:ext uri="{FF2B5EF4-FFF2-40B4-BE49-F238E27FC236}">
                  <a16:creationId xmlns:a16="http://schemas.microsoft.com/office/drawing/2014/main" id="{768D85C4-5107-4782-BC34-20430DFF6E0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1">
              <a:extLst>
                <a:ext uri="{FF2B5EF4-FFF2-40B4-BE49-F238E27FC236}">
                  <a16:creationId xmlns:a16="http://schemas.microsoft.com/office/drawing/2014/main" id="{FF2A9224-AA5A-4BCE-BB7D-D8FC75EC04E7}"/>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2">
              <a:extLst>
                <a:ext uri="{FF2B5EF4-FFF2-40B4-BE49-F238E27FC236}">
                  <a16:creationId xmlns:a16="http://schemas.microsoft.com/office/drawing/2014/main" id="{52E716A9-298C-481D-83AA-39D5AAF9F512}"/>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3">
              <a:extLst>
                <a:ext uri="{FF2B5EF4-FFF2-40B4-BE49-F238E27FC236}">
                  <a16:creationId xmlns:a16="http://schemas.microsoft.com/office/drawing/2014/main" id="{D58A7F79-0349-4EE9-983A-419BFC0FC945}"/>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4">
              <a:extLst>
                <a:ext uri="{FF2B5EF4-FFF2-40B4-BE49-F238E27FC236}">
                  <a16:creationId xmlns:a16="http://schemas.microsoft.com/office/drawing/2014/main" id="{3BF9370B-B426-4FE7-8539-22379F52E9E9}"/>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5">
              <a:extLst>
                <a:ext uri="{FF2B5EF4-FFF2-40B4-BE49-F238E27FC236}">
                  <a16:creationId xmlns:a16="http://schemas.microsoft.com/office/drawing/2014/main" id="{29DF4510-D2EA-40D6-9E92-9BE1FB4660A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6">
              <a:extLst>
                <a:ext uri="{FF2B5EF4-FFF2-40B4-BE49-F238E27FC236}">
                  <a16:creationId xmlns:a16="http://schemas.microsoft.com/office/drawing/2014/main" id="{778022A0-67B9-4817-AE5E-364D054B6279}"/>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7">
              <a:extLst>
                <a:ext uri="{FF2B5EF4-FFF2-40B4-BE49-F238E27FC236}">
                  <a16:creationId xmlns:a16="http://schemas.microsoft.com/office/drawing/2014/main" id="{190EE969-A8B2-4F0F-823B-4FF69DF578F8}"/>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8">
              <a:extLst>
                <a:ext uri="{FF2B5EF4-FFF2-40B4-BE49-F238E27FC236}">
                  <a16:creationId xmlns:a16="http://schemas.microsoft.com/office/drawing/2014/main" id="{365DD44C-AEAF-446D-A634-AB894EDACF05}"/>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9">
              <a:extLst>
                <a:ext uri="{FF2B5EF4-FFF2-40B4-BE49-F238E27FC236}">
                  <a16:creationId xmlns:a16="http://schemas.microsoft.com/office/drawing/2014/main" id="{1A5487C5-A58D-4523-BB23-E55F62CF718F}"/>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0">
              <a:extLst>
                <a:ext uri="{FF2B5EF4-FFF2-40B4-BE49-F238E27FC236}">
                  <a16:creationId xmlns:a16="http://schemas.microsoft.com/office/drawing/2014/main" id="{2AB3285E-E32F-4089-B9D5-FBFB737D01BE}"/>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1">
              <a:extLst>
                <a:ext uri="{FF2B5EF4-FFF2-40B4-BE49-F238E27FC236}">
                  <a16:creationId xmlns:a16="http://schemas.microsoft.com/office/drawing/2014/main" id="{606AE924-C828-4E33-9331-6B0173F83A9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2">
              <a:extLst>
                <a:ext uri="{FF2B5EF4-FFF2-40B4-BE49-F238E27FC236}">
                  <a16:creationId xmlns:a16="http://schemas.microsoft.com/office/drawing/2014/main" id="{679CBFB8-9D58-4F79-9E0C-C5A3770B554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3">
              <a:extLst>
                <a:ext uri="{FF2B5EF4-FFF2-40B4-BE49-F238E27FC236}">
                  <a16:creationId xmlns:a16="http://schemas.microsoft.com/office/drawing/2014/main" id="{2044CF60-BD2A-4527-9086-970DDA9F5E51}"/>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4">
              <a:extLst>
                <a:ext uri="{FF2B5EF4-FFF2-40B4-BE49-F238E27FC236}">
                  <a16:creationId xmlns:a16="http://schemas.microsoft.com/office/drawing/2014/main" id="{535D7DDA-2477-40DC-890A-66F2D07672B2}"/>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5">
              <a:extLst>
                <a:ext uri="{FF2B5EF4-FFF2-40B4-BE49-F238E27FC236}">
                  <a16:creationId xmlns:a16="http://schemas.microsoft.com/office/drawing/2014/main" id="{A9014F92-4FF7-4BFA-9E29-80729E599CF9}"/>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6">
              <a:extLst>
                <a:ext uri="{FF2B5EF4-FFF2-40B4-BE49-F238E27FC236}">
                  <a16:creationId xmlns:a16="http://schemas.microsoft.com/office/drawing/2014/main" id="{A97F63F7-383E-4F98-825F-9707518E342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7">
              <a:extLst>
                <a:ext uri="{FF2B5EF4-FFF2-40B4-BE49-F238E27FC236}">
                  <a16:creationId xmlns:a16="http://schemas.microsoft.com/office/drawing/2014/main" id="{A743A620-721A-43B2-AC0F-1F349FFFCCAE}"/>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8">
              <a:extLst>
                <a:ext uri="{FF2B5EF4-FFF2-40B4-BE49-F238E27FC236}">
                  <a16:creationId xmlns:a16="http://schemas.microsoft.com/office/drawing/2014/main" id="{277B50AF-F62B-429C-89B1-474BBA85C8AB}"/>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9">
              <a:extLst>
                <a:ext uri="{FF2B5EF4-FFF2-40B4-BE49-F238E27FC236}">
                  <a16:creationId xmlns:a16="http://schemas.microsoft.com/office/drawing/2014/main" id="{36CF8273-60D5-4B44-B232-78813DBF16D8}"/>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60">
              <a:extLst>
                <a:ext uri="{FF2B5EF4-FFF2-40B4-BE49-F238E27FC236}">
                  <a16:creationId xmlns:a16="http://schemas.microsoft.com/office/drawing/2014/main" id="{336AE40A-BE66-458B-849B-4369F154C870}"/>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61">
              <a:extLst>
                <a:ext uri="{FF2B5EF4-FFF2-40B4-BE49-F238E27FC236}">
                  <a16:creationId xmlns:a16="http://schemas.microsoft.com/office/drawing/2014/main" id="{44411B93-A844-45E6-B2AE-518265127D84}"/>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62">
              <a:extLst>
                <a:ext uri="{FF2B5EF4-FFF2-40B4-BE49-F238E27FC236}">
                  <a16:creationId xmlns:a16="http://schemas.microsoft.com/office/drawing/2014/main" id="{172116B7-F2C2-4620-A95E-27A7A59DB70E}"/>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63">
              <a:extLst>
                <a:ext uri="{FF2B5EF4-FFF2-40B4-BE49-F238E27FC236}">
                  <a16:creationId xmlns:a16="http://schemas.microsoft.com/office/drawing/2014/main" id="{FC01D96F-3B4F-43DB-89F3-D2E27A249C5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64">
              <a:extLst>
                <a:ext uri="{FF2B5EF4-FFF2-40B4-BE49-F238E27FC236}">
                  <a16:creationId xmlns:a16="http://schemas.microsoft.com/office/drawing/2014/main" id="{D2B042A3-DA98-490E-BB09-150551B81D0B}"/>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65">
              <a:extLst>
                <a:ext uri="{FF2B5EF4-FFF2-40B4-BE49-F238E27FC236}">
                  <a16:creationId xmlns:a16="http://schemas.microsoft.com/office/drawing/2014/main" id="{E1817DBF-E8C4-4A78-B43B-CA3E87645F4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66">
              <a:extLst>
                <a:ext uri="{FF2B5EF4-FFF2-40B4-BE49-F238E27FC236}">
                  <a16:creationId xmlns:a16="http://schemas.microsoft.com/office/drawing/2014/main" id="{737D904E-6A30-47FD-B6DB-705EBCA65139}"/>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67">
              <a:extLst>
                <a:ext uri="{FF2B5EF4-FFF2-40B4-BE49-F238E27FC236}">
                  <a16:creationId xmlns:a16="http://schemas.microsoft.com/office/drawing/2014/main" id="{4A337716-6C90-4380-9996-B75A9914354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68">
              <a:extLst>
                <a:ext uri="{FF2B5EF4-FFF2-40B4-BE49-F238E27FC236}">
                  <a16:creationId xmlns:a16="http://schemas.microsoft.com/office/drawing/2014/main" id="{57AF7DF9-4BC3-4422-A890-3AC7CED765F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9">
              <a:extLst>
                <a:ext uri="{FF2B5EF4-FFF2-40B4-BE49-F238E27FC236}">
                  <a16:creationId xmlns:a16="http://schemas.microsoft.com/office/drawing/2014/main" id="{04A35780-8FB6-40B6-9A85-F0509F31478A}"/>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70">
              <a:extLst>
                <a:ext uri="{FF2B5EF4-FFF2-40B4-BE49-F238E27FC236}">
                  <a16:creationId xmlns:a16="http://schemas.microsoft.com/office/drawing/2014/main" id="{1BD4EA8C-7C69-4F2F-98E4-0F9264EE45CC}"/>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71">
              <a:extLst>
                <a:ext uri="{FF2B5EF4-FFF2-40B4-BE49-F238E27FC236}">
                  <a16:creationId xmlns:a16="http://schemas.microsoft.com/office/drawing/2014/main" id="{2BF13B39-46DF-4DA9-B5A9-66EF64B410D0}"/>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72">
              <a:extLst>
                <a:ext uri="{FF2B5EF4-FFF2-40B4-BE49-F238E27FC236}">
                  <a16:creationId xmlns:a16="http://schemas.microsoft.com/office/drawing/2014/main" id="{8698C66B-A6FC-466A-8F5E-13E187A3B95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73">
              <a:extLst>
                <a:ext uri="{FF2B5EF4-FFF2-40B4-BE49-F238E27FC236}">
                  <a16:creationId xmlns:a16="http://schemas.microsoft.com/office/drawing/2014/main" id="{ED6F9722-4367-463B-A70B-16C0C60EAD9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74">
              <a:extLst>
                <a:ext uri="{FF2B5EF4-FFF2-40B4-BE49-F238E27FC236}">
                  <a16:creationId xmlns:a16="http://schemas.microsoft.com/office/drawing/2014/main" id="{47602CD8-A3FC-4087-BF9B-4DC82F593DC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75">
              <a:extLst>
                <a:ext uri="{FF2B5EF4-FFF2-40B4-BE49-F238E27FC236}">
                  <a16:creationId xmlns:a16="http://schemas.microsoft.com/office/drawing/2014/main" id="{39EBBDC4-74B7-4A68-8D8A-C6EFEDE83B7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76">
              <a:extLst>
                <a:ext uri="{FF2B5EF4-FFF2-40B4-BE49-F238E27FC236}">
                  <a16:creationId xmlns:a16="http://schemas.microsoft.com/office/drawing/2014/main" id="{B608FD55-862E-4409-A1EC-570F4B72D09A}"/>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77">
              <a:extLst>
                <a:ext uri="{FF2B5EF4-FFF2-40B4-BE49-F238E27FC236}">
                  <a16:creationId xmlns:a16="http://schemas.microsoft.com/office/drawing/2014/main" id="{0A726262-C65F-4CB9-BAA1-AF2DFDBB1437}"/>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78">
              <a:extLst>
                <a:ext uri="{FF2B5EF4-FFF2-40B4-BE49-F238E27FC236}">
                  <a16:creationId xmlns:a16="http://schemas.microsoft.com/office/drawing/2014/main" id="{607E1B39-EB7C-4CEF-9500-3ED5F3667F67}"/>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9">
              <a:extLst>
                <a:ext uri="{FF2B5EF4-FFF2-40B4-BE49-F238E27FC236}">
                  <a16:creationId xmlns:a16="http://schemas.microsoft.com/office/drawing/2014/main" id="{264B6193-6F50-4130-8F78-8F6D7CE99C8D}"/>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80">
              <a:extLst>
                <a:ext uri="{FF2B5EF4-FFF2-40B4-BE49-F238E27FC236}">
                  <a16:creationId xmlns:a16="http://schemas.microsoft.com/office/drawing/2014/main" id="{8B575065-239D-46E0-8857-2B29B888A0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81">
              <a:extLst>
                <a:ext uri="{FF2B5EF4-FFF2-40B4-BE49-F238E27FC236}">
                  <a16:creationId xmlns:a16="http://schemas.microsoft.com/office/drawing/2014/main" id="{80D69F5A-F16F-492E-B8E2-4360DBB0AA01}"/>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82">
              <a:extLst>
                <a:ext uri="{FF2B5EF4-FFF2-40B4-BE49-F238E27FC236}">
                  <a16:creationId xmlns:a16="http://schemas.microsoft.com/office/drawing/2014/main" id="{BF9E0279-5FFE-4BA6-8E27-E2C8F76FE63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83">
              <a:extLst>
                <a:ext uri="{FF2B5EF4-FFF2-40B4-BE49-F238E27FC236}">
                  <a16:creationId xmlns:a16="http://schemas.microsoft.com/office/drawing/2014/main" id="{392B07E5-300B-4508-BF32-17BFDC0C249D}"/>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84">
              <a:extLst>
                <a:ext uri="{FF2B5EF4-FFF2-40B4-BE49-F238E27FC236}">
                  <a16:creationId xmlns:a16="http://schemas.microsoft.com/office/drawing/2014/main" id="{00DBB73F-96C6-416B-A57E-0A2ABCB41E3A}"/>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85">
              <a:extLst>
                <a:ext uri="{FF2B5EF4-FFF2-40B4-BE49-F238E27FC236}">
                  <a16:creationId xmlns:a16="http://schemas.microsoft.com/office/drawing/2014/main" id="{D417D803-90CF-4437-94F7-E6DE44DA8B1B}"/>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86">
              <a:extLst>
                <a:ext uri="{FF2B5EF4-FFF2-40B4-BE49-F238E27FC236}">
                  <a16:creationId xmlns:a16="http://schemas.microsoft.com/office/drawing/2014/main" id="{8F1C0D2A-BD82-4CC1-B6A0-033EE4853C9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87">
              <a:extLst>
                <a:ext uri="{FF2B5EF4-FFF2-40B4-BE49-F238E27FC236}">
                  <a16:creationId xmlns:a16="http://schemas.microsoft.com/office/drawing/2014/main" id="{F60266BD-33BB-4F41-9351-D6A944237FF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88">
              <a:extLst>
                <a:ext uri="{FF2B5EF4-FFF2-40B4-BE49-F238E27FC236}">
                  <a16:creationId xmlns:a16="http://schemas.microsoft.com/office/drawing/2014/main" id="{31A8A981-FCDF-40F6-A8AB-7FFE5C763B9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9">
              <a:extLst>
                <a:ext uri="{FF2B5EF4-FFF2-40B4-BE49-F238E27FC236}">
                  <a16:creationId xmlns:a16="http://schemas.microsoft.com/office/drawing/2014/main" id="{E9D303C9-AD8F-4F92-B19E-66EBA44F525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90">
              <a:extLst>
                <a:ext uri="{FF2B5EF4-FFF2-40B4-BE49-F238E27FC236}">
                  <a16:creationId xmlns:a16="http://schemas.microsoft.com/office/drawing/2014/main" id="{8709BB47-ABCA-45E0-9DD0-19F2AEB5B51E}"/>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91">
              <a:extLst>
                <a:ext uri="{FF2B5EF4-FFF2-40B4-BE49-F238E27FC236}">
                  <a16:creationId xmlns:a16="http://schemas.microsoft.com/office/drawing/2014/main" id="{745DD85D-4155-45EF-92B4-215EA78C46BC}"/>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92">
              <a:extLst>
                <a:ext uri="{FF2B5EF4-FFF2-40B4-BE49-F238E27FC236}">
                  <a16:creationId xmlns:a16="http://schemas.microsoft.com/office/drawing/2014/main" id="{A1A39431-FEDC-4759-8A62-E70FEE6CE2CA}"/>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93">
              <a:extLst>
                <a:ext uri="{FF2B5EF4-FFF2-40B4-BE49-F238E27FC236}">
                  <a16:creationId xmlns:a16="http://schemas.microsoft.com/office/drawing/2014/main" id="{A0C94613-6CB6-4AFD-A175-200960AA324D}"/>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94">
              <a:extLst>
                <a:ext uri="{FF2B5EF4-FFF2-40B4-BE49-F238E27FC236}">
                  <a16:creationId xmlns:a16="http://schemas.microsoft.com/office/drawing/2014/main" id="{AD9DB402-1DDD-4988-971B-38C5222FDBF7}"/>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95">
              <a:extLst>
                <a:ext uri="{FF2B5EF4-FFF2-40B4-BE49-F238E27FC236}">
                  <a16:creationId xmlns:a16="http://schemas.microsoft.com/office/drawing/2014/main" id="{51777650-39AF-4D7F-93F3-D3CD35BEBDF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96">
              <a:extLst>
                <a:ext uri="{FF2B5EF4-FFF2-40B4-BE49-F238E27FC236}">
                  <a16:creationId xmlns:a16="http://schemas.microsoft.com/office/drawing/2014/main" id="{F1130A35-9FCC-455C-AE20-98CC8CE6152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97">
              <a:extLst>
                <a:ext uri="{FF2B5EF4-FFF2-40B4-BE49-F238E27FC236}">
                  <a16:creationId xmlns:a16="http://schemas.microsoft.com/office/drawing/2014/main" id="{C73A4FCF-74DE-4FBE-98CC-9DEFBF4A0C0B}"/>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98">
              <a:extLst>
                <a:ext uri="{FF2B5EF4-FFF2-40B4-BE49-F238E27FC236}">
                  <a16:creationId xmlns:a16="http://schemas.microsoft.com/office/drawing/2014/main" id="{C70E3599-9939-4822-B86E-4BF8544C8CF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9">
              <a:extLst>
                <a:ext uri="{FF2B5EF4-FFF2-40B4-BE49-F238E27FC236}">
                  <a16:creationId xmlns:a16="http://schemas.microsoft.com/office/drawing/2014/main" id="{EB028425-5C60-4B58-813A-184F3651CBA0}"/>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800">
              <a:extLst>
                <a:ext uri="{FF2B5EF4-FFF2-40B4-BE49-F238E27FC236}">
                  <a16:creationId xmlns:a16="http://schemas.microsoft.com/office/drawing/2014/main" id="{A09E85C5-6F03-479B-969D-A7DF7B334940}"/>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801">
              <a:extLst>
                <a:ext uri="{FF2B5EF4-FFF2-40B4-BE49-F238E27FC236}">
                  <a16:creationId xmlns:a16="http://schemas.microsoft.com/office/drawing/2014/main" id="{81558AF9-C011-4A13-A852-7172179E5A47}"/>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802">
              <a:extLst>
                <a:ext uri="{FF2B5EF4-FFF2-40B4-BE49-F238E27FC236}">
                  <a16:creationId xmlns:a16="http://schemas.microsoft.com/office/drawing/2014/main" id="{D4B5543C-65DF-41FB-85AA-99EDB39B7AD1}"/>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803">
              <a:extLst>
                <a:ext uri="{FF2B5EF4-FFF2-40B4-BE49-F238E27FC236}">
                  <a16:creationId xmlns:a16="http://schemas.microsoft.com/office/drawing/2014/main" id="{13A842E5-A2FB-4391-861A-FC66894D0B0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804">
              <a:extLst>
                <a:ext uri="{FF2B5EF4-FFF2-40B4-BE49-F238E27FC236}">
                  <a16:creationId xmlns:a16="http://schemas.microsoft.com/office/drawing/2014/main" id="{0280FFC9-EF18-4C4E-B0CB-41A49DB57F8F}"/>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805">
              <a:extLst>
                <a:ext uri="{FF2B5EF4-FFF2-40B4-BE49-F238E27FC236}">
                  <a16:creationId xmlns:a16="http://schemas.microsoft.com/office/drawing/2014/main" id="{B9A2C3BD-8E03-463D-BE8F-E738F31E0C98}"/>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806">
              <a:extLst>
                <a:ext uri="{FF2B5EF4-FFF2-40B4-BE49-F238E27FC236}">
                  <a16:creationId xmlns:a16="http://schemas.microsoft.com/office/drawing/2014/main" id="{92200977-8C6F-4157-9AB6-50F26EB1C6A3}"/>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807">
              <a:extLst>
                <a:ext uri="{FF2B5EF4-FFF2-40B4-BE49-F238E27FC236}">
                  <a16:creationId xmlns:a16="http://schemas.microsoft.com/office/drawing/2014/main" id="{C93384B8-DC90-412B-AE76-D4A2AF0EBDC1}"/>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808">
              <a:extLst>
                <a:ext uri="{FF2B5EF4-FFF2-40B4-BE49-F238E27FC236}">
                  <a16:creationId xmlns:a16="http://schemas.microsoft.com/office/drawing/2014/main" id="{224510F0-3225-43C4-A5AB-2685C3E4DBA1}"/>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9">
              <a:extLst>
                <a:ext uri="{FF2B5EF4-FFF2-40B4-BE49-F238E27FC236}">
                  <a16:creationId xmlns:a16="http://schemas.microsoft.com/office/drawing/2014/main" id="{291DDB16-1A01-4131-B27A-71641C62B4CB}"/>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10">
              <a:extLst>
                <a:ext uri="{FF2B5EF4-FFF2-40B4-BE49-F238E27FC236}">
                  <a16:creationId xmlns:a16="http://schemas.microsoft.com/office/drawing/2014/main" id="{B496F19F-03A8-46BE-BA23-0FAF966006C1}"/>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11">
              <a:extLst>
                <a:ext uri="{FF2B5EF4-FFF2-40B4-BE49-F238E27FC236}">
                  <a16:creationId xmlns:a16="http://schemas.microsoft.com/office/drawing/2014/main" id="{AFDF418C-A26E-495B-B624-B70C2A8B73D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12">
              <a:extLst>
                <a:ext uri="{FF2B5EF4-FFF2-40B4-BE49-F238E27FC236}">
                  <a16:creationId xmlns:a16="http://schemas.microsoft.com/office/drawing/2014/main" id="{01E204D0-9932-4005-A027-028A7F216FD7}"/>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13">
              <a:extLst>
                <a:ext uri="{FF2B5EF4-FFF2-40B4-BE49-F238E27FC236}">
                  <a16:creationId xmlns:a16="http://schemas.microsoft.com/office/drawing/2014/main" id="{ADB62594-A480-4D21-9B06-65962A6F061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14">
              <a:extLst>
                <a:ext uri="{FF2B5EF4-FFF2-40B4-BE49-F238E27FC236}">
                  <a16:creationId xmlns:a16="http://schemas.microsoft.com/office/drawing/2014/main" id="{EAAC1D16-4F61-447E-A9EC-8462F3F72CD5}"/>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20" name="Red text">
            <a:extLst>
              <a:ext uri="{FF2B5EF4-FFF2-40B4-BE49-F238E27FC236}">
                <a16:creationId xmlns:a16="http://schemas.microsoft.com/office/drawing/2014/main" id="{C180D82B-69A8-4F2C-B6B2-1EDE50445DF3}"/>
              </a:ext>
            </a:extLst>
          </p:cNvPr>
          <p:cNvSpPr txBox="1"/>
          <p:nvPr/>
        </p:nvSpPr>
        <p:spPr>
          <a:xfrm>
            <a:off x="8310468" y="5266769"/>
            <a:ext cx="3664868" cy="400110"/>
          </a:xfrm>
          <a:prstGeom prst="rect">
            <a:avLst/>
          </a:prstGeom>
          <a:noFill/>
        </p:spPr>
        <p:txBody>
          <a:bodyPr wrap="square" rtlCol="0">
            <a:spAutoFit/>
          </a:bodyPr>
          <a:lstStyle/>
          <a:p>
            <a:pPr algn="r"/>
            <a:r>
              <a:rPr lang="en-US" sz="2000" dirty="0">
                <a:solidFill>
                  <a:srgbClr val="C00000"/>
                </a:solidFill>
                <a:latin typeface="Segoe Print" panose="02000600000000000000" pitchFamily="2" charset="0"/>
              </a:rPr>
              <a:t>Motion-controlled lights</a:t>
            </a:r>
          </a:p>
        </p:txBody>
      </p:sp>
      <p:sp>
        <p:nvSpPr>
          <p:cNvPr id="122" name="Red text">
            <a:extLst>
              <a:ext uri="{FF2B5EF4-FFF2-40B4-BE49-F238E27FC236}">
                <a16:creationId xmlns:a16="http://schemas.microsoft.com/office/drawing/2014/main" id="{E8B04A30-4A76-6218-A3F5-6DA56CAA1F56}"/>
              </a:ext>
            </a:extLst>
          </p:cNvPr>
          <p:cNvSpPr txBox="1"/>
          <p:nvPr/>
        </p:nvSpPr>
        <p:spPr>
          <a:xfrm>
            <a:off x="8318462" y="5650273"/>
            <a:ext cx="3873537" cy="400110"/>
          </a:xfrm>
          <a:prstGeom prst="rect">
            <a:avLst/>
          </a:prstGeom>
          <a:noFill/>
        </p:spPr>
        <p:txBody>
          <a:bodyPr wrap="square" rtlCol="0">
            <a:spAutoFit/>
          </a:bodyPr>
          <a:lstStyle/>
          <a:p>
            <a:r>
              <a:rPr lang="en-US" sz="1600" dirty="0">
                <a:solidFill>
                  <a:srgbClr val="C00000"/>
                </a:solidFill>
                <a:latin typeface="Segoe Print" panose="02000600000000000000" pitchFamily="2" charset="0"/>
              </a:rPr>
              <a:t>- Turn </a:t>
            </a:r>
            <a:r>
              <a:rPr lang="en-US" sz="1600" b="1" dirty="0">
                <a:solidFill>
                  <a:srgbClr val="C00000"/>
                </a:solidFill>
                <a:latin typeface="Segoe Print" panose="02000600000000000000" pitchFamily="2" charset="0"/>
              </a:rPr>
              <a:t>off</a:t>
            </a:r>
            <a:r>
              <a:rPr lang="en-US" sz="1600" dirty="0">
                <a:solidFill>
                  <a:srgbClr val="C00000"/>
                </a:solidFill>
                <a:latin typeface="Segoe Print" panose="02000600000000000000" pitchFamily="2" charset="0"/>
              </a:rPr>
              <a:t> when you want them on</a:t>
            </a:r>
            <a:r>
              <a:rPr lang="en-US" sz="2000" dirty="0">
                <a:solidFill>
                  <a:srgbClr val="C00000"/>
                </a:solidFill>
                <a:latin typeface="Segoe Print" panose="02000600000000000000" pitchFamily="2" charset="0"/>
              </a:rPr>
              <a:t> </a:t>
            </a:r>
          </a:p>
        </p:txBody>
      </p:sp>
      <p:pic>
        <p:nvPicPr>
          <p:cNvPr id="4" name="Picture 3">
            <a:extLst>
              <a:ext uri="{FF2B5EF4-FFF2-40B4-BE49-F238E27FC236}">
                <a16:creationId xmlns:a16="http://schemas.microsoft.com/office/drawing/2014/main" id="{F432E61B-DB2A-2D0C-FC3A-BF5492BD7425}"/>
              </a:ext>
            </a:extLst>
          </p:cNvPr>
          <p:cNvPicPr>
            <a:picLocks noChangeAspect="1"/>
          </p:cNvPicPr>
          <p:nvPr/>
        </p:nvPicPr>
        <p:blipFill>
          <a:blip r:embed="rId4"/>
          <a:stretch>
            <a:fillRect/>
          </a:stretch>
        </p:blipFill>
        <p:spPr>
          <a:xfrm>
            <a:off x="3768060" y="6905514"/>
            <a:ext cx="568414" cy="1052619"/>
          </a:xfrm>
          <a:prstGeom prst="rect">
            <a:avLst/>
          </a:prstGeom>
        </p:spPr>
      </p:pic>
      <p:pic>
        <p:nvPicPr>
          <p:cNvPr id="124" name="Body">
            <a:extLst>
              <a:ext uri="{FF2B5EF4-FFF2-40B4-BE49-F238E27FC236}">
                <a16:creationId xmlns:a16="http://schemas.microsoft.com/office/drawing/2014/main" id="{7EFFD01A-38EC-3769-B068-E37D6433EE1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155317" y="5366692"/>
            <a:ext cx="789764" cy="1482325"/>
          </a:xfrm>
          <a:prstGeom prst="rect">
            <a:avLst/>
          </a:prstGeom>
        </p:spPr>
      </p:pic>
      <p:pic>
        <p:nvPicPr>
          <p:cNvPr id="125" name="Arm right">
            <a:extLst>
              <a:ext uri="{FF2B5EF4-FFF2-40B4-BE49-F238E27FC236}">
                <a16:creationId xmlns:a16="http://schemas.microsoft.com/office/drawing/2014/main" id="{6DC72137-A6D0-E949-CA8D-74FFD5CCE304}"/>
              </a:ext>
            </a:extLst>
          </p:cNvPr>
          <p:cNvPicPr>
            <a:picLocks noChangeAspect="1"/>
          </p:cNvPicPr>
          <p:nvPr/>
        </p:nvPicPr>
        <p:blipFill>
          <a:blip r:embed="rId6"/>
          <a:stretch>
            <a:fillRect/>
          </a:stretch>
        </p:blipFill>
        <p:spPr>
          <a:xfrm rot="7107118">
            <a:off x="6547181" y="5938405"/>
            <a:ext cx="203585" cy="326807"/>
          </a:xfrm>
          <a:prstGeom prst="rect">
            <a:avLst/>
          </a:prstGeom>
        </p:spPr>
      </p:pic>
      <p:pic>
        <p:nvPicPr>
          <p:cNvPr id="126" name="Arm left">
            <a:extLst>
              <a:ext uri="{FF2B5EF4-FFF2-40B4-BE49-F238E27FC236}">
                <a16:creationId xmlns:a16="http://schemas.microsoft.com/office/drawing/2014/main" id="{3EBDC485-7FFB-03BD-8C28-77468866A8D6}"/>
              </a:ext>
            </a:extLst>
          </p:cNvPr>
          <p:cNvPicPr>
            <a:picLocks noChangeAspect="1"/>
          </p:cNvPicPr>
          <p:nvPr/>
        </p:nvPicPr>
        <p:blipFill>
          <a:blip r:embed="rId7"/>
          <a:stretch>
            <a:fillRect/>
          </a:stretch>
        </p:blipFill>
        <p:spPr>
          <a:xfrm rot="20496142">
            <a:off x="6307360" y="5963889"/>
            <a:ext cx="253220" cy="257910"/>
          </a:xfrm>
          <a:prstGeom prst="rect">
            <a:avLst/>
          </a:prstGeom>
        </p:spPr>
      </p:pic>
      <p:sp>
        <p:nvSpPr>
          <p:cNvPr id="132" name="!!Smile">
            <a:extLst>
              <a:ext uri="{FF2B5EF4-FFF2-40B4-BE49-F238E27FC236}">
                <a16:creationId xmlns:a16="http://schemas.microsoft.com/office/drawing/2014/main" id="{846C547F-F143-33F7-9896-2695D4BE56D7}"/>
              </a:ext>
            </a:extLst>
          </p:cNvPr>
          <p:cNvSpPr/>
          <p:nvPr/>
        </p:nvSpPr>
        <p:spPr>
          <a:xfrm>
            <a:off x="6402537" y="565568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Eye 2">
            <a:extLst>
              <a:ext uri="{FF2B5EF4-FFF2-40B4-BE49-F238E27FC236}">
                <a16:creationId xmlns:a16="http://schemas.microsoft.com/office/drawing/2014/main" id="{66AE7181-F33D-9179-7F89-11725395371C}"/>
              </a:ext>
            </a:extLst>
          </p:cNvPr>
          <p:cNvSpPr/>
          <p:nvPr/>
        </p:nvSpPr>
        <p:spPr>
          <a:xfrm>
            <a:off x="6415989" y="556363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8" name="Eye 1">
            <a:extLst>
              <a:ext uri="{FF2B5EF4-FFF2-40B4-BE49-F238E27FC236}">
                <a16:creationId xmlns:a16="http://schemas.microsoft.com/office/drawing/2014/main" id="{0F984F6A-02C2-3A60-E246-98F8AB4B46A3}"/>
              </a:ext>
            </a:extLst>
          </p:cNvPr>
          <p:cNvSpPr/>
          <p:nvPr/>
        </p:nvSpPr>
        <p:spPr>
          <a:xfrm>
            <a:off x="6553385" y="55588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5" name="Red text">
            <a:extLst>
              <a:ext uri="{FF2B5EF4-FFF2-40B4-BE49-F238E27FC236}">
                <a16:creationId xmlns:a16="http://schemas.microsoft.com/office/drawing/2014/main" id="{8500B8F3-4DB8-CC88-5C9C-37D866AE7E54}"/>
              </a:ext>
            </a:extLst>
          </p:cNvPr>
          <p:cNvSpPr txBox="1"/>
          <p:nvPr/>
        </p:nvSpPr>
        <p:spPr>
          <a:xfrm>
            <a:off x="8327987" y="6007541"/>
            <a:ext cx="3873537" cy="400110"/>
          </a:xfrm>
          <a:prstGeom prst="rect">
            <a:avLst/>
          </a:prstGeom>
          <a:noFill/>
        </p:spPr>
        <p:txBody>
          <a:bodyPr wrap="square" rtlCol="0">
            <a:spAutoFit/>
          </a:bodyPr>
          <a:lstStyle/>
          <a:p>
            <a:r>
              <a:rPr lang="en-US" sz="1600" dirty="0">
                <a:solidFill>
                  <a:srgbClr val="C00000"/>
                </a:solidFill>
                <a:latin typeface="Segoe Print" panose="02000600000000000000" pitchFamily="2" charset="0"/>
              </a:rPr>
              <a:t>- Turn </a:t>
            </a:r>
            <a:r>
              <a:rPr lang="en-US" sz="1600" b="1" dirty="0">
                <a:solidFill>
                  <a:srgbClr val="C00000"/>
                </a:solidFill>
                <a:latin typeface="Segoe Print" panose="02000600000000000000" pitchFamily="2" charset="0"/>
              </a:rPr>
              <a:t>on</a:t>
            </a:r>
            <a:r>
              <a:rPr lang="en-US" sz="1600" dirty="0">
                <a:solidFill>
                  <a:srgbClr val="C00000"/>
                </a:solidFill>
                <a:latin typeface="Segoe Print" panose="02000600000000000000" pitchFamily="2" charset="0"/>
              </a:rPr>
              <a:t> when you want them off</a:t>
            </a:r>
            <a:r>
              <a:rPr lang="en-US" sz="2000" dirty="0">
                <a:solidFill>
                  <a:srgbClr val="C00000"/>
                </a:solidFill>
                <a:latin typeface="Segoe Print" panose="02000600000000000000" pitchFamily="2" charset="0"/>
              </a:rPr>
              <a:t> </a:t>
            </a:r>
          </a:p>
        </p:txBody>
      </p:sp>
      <p:sp>
        <p:nvSpPr>
          <p:cNvPr id="2" name="!!Header whiteout">
            <a:extLst>
              <a:ext uri="{FF2B5EF4-FFF2-40B4-BE49-F238E27FC236}">
                <a16:creationId xmlns:a16="http://schemas.microsoft.com/office/drawing/2014/main" id="{76D3D76C-7110-FDEA-8464-68A802F22CEE}"/>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3CEB41F6-B2FD-4F26-D2F4-70062C60096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37506967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ne1">
            <a:extLst>
              <a:ext uri="{FF2B5EF4-FFF2-40B4-BE49-F238E27FC236}">
                <a16:creationId xmlns:a16="http://schemas.microsoft.com/office/drawing/2014/main" id="{D0DA141E-E39A-4A7C-A241-0A775E793905}"/>
              </a:ext>
            </a:extLst>
          </p:cNvPr>
          <p:cNvSpPr txBox="1"/>
          <p:nvPr/>
        </p:nvSpPr>
        <p:spPr>
          <a:xfrm>
            <a:off x="3861736" y="2057596"/>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2534649"/>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78078" y="3411812"/>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348397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pic>
        <p:nvPicPr>
          <p:cNvPr id="18" name="!!Bulb2">
            <a:extLst>
              <a:ext uri="{FF2B5EF4-FFF2-40B4-BE49-F238E27FC236}">
                <a16:creationId xmlns:a16="http://schemas.microsoft.com/office/drawing/2014/main" id="{AE36BBA4-E909-4340-A3DF-D294765C440D}"/>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068749"/>
            <a:ext cx="567291" cy="532779"/>
          </a:xfrm>
          <a:prstGeom prst="rect">
            <a:avLst/>
          </a:prstGeom>
        </p:spPr>
      </p:pic>
      <p:sp>
        <p:nvSpPr>
          <p:cNvPr id="19" name="TextBox 18">
            <a:extLst>
              <a:ext uri="{FF2B5EF4-FFF2-40B4-BE49-F238E27FC236}">
                <a16:creationId xmlns:a16="http://schemas.microsoft.com/office/drawing/2014/main" id="{06AD39CC-4E5F-45A3-B783-BA42E1FE9F98}"/>
              </a:ext>
            </a:extLst>
          </p:cNvPr>
          <p:cNvSpPr txBox="1"/>
          <p:nvPr/>
        </p:nvSpPr>
        <p:spPr>
          <a:xfrm>
            <a:off x="4250267" y="4140911"/>
            <a:ext cx="4700434"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Smart automations</a:t>
            </a:r>
            <a:r>
              <a:rPr lang="en-US" dirty="0">
                <a:solidFill>
                  <a:srgbClr val="2D3E50"/>
                </a:solidFill>
                <a:latin typeface="Roboto" panose="02000000000000000000" pitchFamily="2" charset="0"/>
                <a:ea typeface="Roboto" panose="02000000000000000000" pitchFamily="2" charset="0"/>
              </a:rPr>
              <a:t> beat </a:t>
            </a:r>
            <a:r>
              <a:rPr lang="en-US" b="1" dirty="0">
                <a:solidFill>
                  <a:srgbClr val="2D3E50"/>
                </a:solidFill>
                <a:latin typeface="Roboto" panose="02000000000000000000" pitchFamily="2" charset="0"/>
                <a:ea typeface="Roboto" panose="02000000000000000000" pitchFamily="2" charset="0"/>
              </a:rPr>
              <a:t>dumb automations</a:t>
            </a:r>
            <a:endParaRPr lang="en-US" b="1" dirty="0"/>
          </a:p>
        </p:txBody>
      </p:sp>
      <p:grpSp>
        <p:nvGrpSpPr>
          <p:cNvPr id="15" name="Arrow">
            <a:extLst>
              <a:ext uri="{FF2B5EF4-FFF2-40B4-BE49-F238E27FC236}">
                <a16:creationId xmlns:a16="http://schemas.microsoft.com/office/drawing/2014/main" id="{C4617B4E-2473-4552-8EF1-E10561A81786}"/>
              </a:ext>
            </a:extLst>
          </p:cNvPr>
          <p:cNvGrpSpPr>
            <a:grpSpLocks noChangeAspect="1"/>
          </p:cNvGrpSpPr>
          <p:nvPr/>
        </p:nvGrpSpPr>
        <p:grpSpPr bwMode="auto">
          <a:xfrm rot="5866665">
            <a:off x="7779775" y="4550400"/>
            <a:ext cx="904172" cy="943180"/>
            <a:chOff x="1328" y="0"/>
            <a:chExt cx="3106" cy="3240"/>
          </a:xfrm>
          <a:solidFill>
            <a:srgbClr val="C00000"/>
          </a:solidFill>
        </p:grpSpPr>
        <p:sp>
          <p:nvSpPr>
            <p:cNvPr id="17" name="Freeform 716">
              <a:extLst>
                <a:ext uri="{FF2B5EF4-FFF2-40B4-BE49-F238E27FC236}">
                  <a16:creationId xmlns:a16="http://schemas.microsoft.com/office/drawing/2014/main" id="{256E3B97-E50A-4227-8950-3D28081A8CEC}"/>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17">
              <a:extLst>
                <a:ext uri="{FF2B5EF4-FFF2-40B4-BE49-F238E27FC236}">
                  <a16:creationId xmlns:a16="http://schemas.microsoft.com/office/drawing/2014/main" id="{2C3C456B-83F4-44DC-ACD2-69BB0041C5D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18">
              <a:extLst>
                <a:ext uri="{FF2B5EF4-FFF2-40B4-BE49-F238E27FC236}">
                  <a16:creationId xmlns:a16="http://schemas.microsoft.com/office/drawing/2014/main" id="{60EABC02-DBB9-4043-93D6-F521ED62EBD5}"/>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19">
              <a:extLst>
                <a:ext uri="{FF2B5EF4-FFF2-40B4-BE49-F238E27FC236}">
                  <a16:creationId xmlns:a16="http://schemas.microsoft.com/office/drawing/2014/main" id="{D7F875CD-DCDF-4435-939B-F3AA7E21D01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0">
              <a:extLst>
                <a:ext uri="{FF2B5EF4-FFF2-40B4-BE49-F238E27FC236}">
                  <a16:creationId xmlns:a16="http://schemas.microsoft.com/office/drawing/2014/main" id="{ADB2BA40-F323-4100-9FA8-E49202EC7326}"/>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1">
              <a:extLst>
                <a:ext uri="{FF2B5EF4-FFF2-40B4-BE49-F238E27FC236}">
                  <a16:creationId xmlns:a16="http://schemas.microsoft.com/office/drawing/2014/main" id="{86ACE72C-FF01-44B3-B7F4-A9C2C00F57ED}"/>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2">
              <a:extLst>
                <a:ext uri="{FF2B5EF4-FFF2-40B4-BE49-F238E27FC236}">
                  <a16:creationId xmlns:a16="http://schemas.microsoft.com/office/drawing/2014/main" id="{8F44AA46-685B-4C3D-98EF-92392B45C31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3">
              <a:extLst>
                <a:ext uri="{FF2B5EF4-FFF2-40B4-BE49-F238E27FC236}">
                  <a16:creationId xmlns:a16="http://schemas.microsoft.com/office/drawing/2014/main" id="{20589022-642E-464D-87AB-5B46B66F9869}"/>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4">
              <a:extLst>
                <a:ext uri="{FF2B5EF4-FFF2-40B4-BE49-F238E27FC236}">
                  <a16:creationId xmlns:a16="http://schemas.microsoft.com/office/drawing/2014/main" id="{DCFCFCF5-BC58-4198-9F1C-81B5E9799924}"/>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25">
              <a:extLst>
                <a:ext uri="{FF2B5EF4-FFF2-40B4-BE49-F238E27FC236}">
                  <a16:creationId xmlns:a16="http://schemas.microsoft.com/office/drawing/2014/main" id="{8F10F9EA-8F33-47FB-B62D-E0BDF1FDB06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6">
              <a:extLst>
                <a:ext uri="{FF2B5EF4-FFF2-40B4-BE49-F238E27FC236}">
                  <a16:creationId xmlns:a16="http://schemas.microsoft.com/office/drawing/2014/main" id="{371C7FD8-3118-41C1-B445-2D74B4DA227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7">
              <a:extLst>
                <a:ext uri="{FF2B5EF4-FFF2-40B4-BE49-F238E27FC236}">
                  <a16:creationId xmlns:a16="http://schemas.microsoft.com/office/drawing/2014/main" id="{75797B87-EEE1-4141-9B58-327746510797}"/>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8">
              <a:extLst>
                <a:ext uri="{FF2B5EF4-FFF2-40B4-BE49-F238E27FC236}">
                  <a16:creationId xmlns:a16="http://schemas.microsoft.com/office/drawing/2014/main" id="{1F9F8E19-C921-488E-A9C9-E3A35559E7D1}"/>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9">
              <a:extLst>
                <a:ext uri="{FF2B5EF4-FFF2-40B4-BE49-F238E27FC236}">
                  <a16:creationId xmlns:a16="http://schemas.microsoft.com/office/drawing/2014/main" id="{7978B430-B6B3-44CE-B1E3-C1CCBCF0ECA7}"/>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0">
              <a:extLst>
                <a:ext uri="{FF2B5EF4-FFF2-40B4-BE49-F238E27FC236}">
                  <a16:creationId xmlns:a16="http://schemas.microsoft.com/office/drawing/2014/main" id="{4BA7F0ED-BFA0-46D3-89DA-342438ABE80A}"/>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1">
              <a:extLst>
                <a:ext uri="{FF2B5EF4-FFF2-40B4-BE49-F238E27FC236}">
                  <a16:creationId xmlns:a16="http://schemas.microsoft.com/office/drawing/2014/main" id="{5E79BCCC-9E91-43D9-8932-B9154ED9E1CF}"/>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2">
              <a:extLst>
                <a:ext uri="{FF2B5EF4-FFF2-40B4-BE49-F238E27FC236}">
                  <a16:creationId xmlns:a16="http://schemas.microsoft.com/office/drawing/2014/main" id="{3F2844B0-4967-4813-A9A2-BF66C52DA55C}"/>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3">
              <a:extLst>
                <a:ext uri="{FF2B5EF4-FFF2-40B4-BE49-F238E27FC236}">
                  <a16:creationId xmlns:a16="http://schemas.microsoft.com/office/drawing/2014/main" id="{6205FCED-F374-448D-9882-4534E5806A37}"/>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4">
              <a:extLst>
                <a:ext uri="{FF2B5EF4-FFF2-40B4-BE49-F238E27FC236}">
                  <a16:creationId xmlns:a16="http://schemas.microsoft.com/office/drawing/2014/main" id="{8D7E8A8F-8081-4070-9B2A-B3BE36AC2133}"/>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5">
              <a:extLst>
                <a:ext uri="{FF2B5EF4-FFF2-40B4-BE49-F238E27FC236}">
                  <a16:creationId xmlns:a16="http://schemas.microsoft.com/office/drawing/2014/main" id="{250E4B7E-6720-4AB6-BBA9-047768BE082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6">
              <a:extLst>
                <a:ext uri="{FF2B5EF4-FFF2-40B4-BE49-F238E27FC236}">
                  <a16:creationId xmlns:a16="http://schemas.microsoft.com/office/drawing/2014/main" id="{B773767E-ECB8-40E2-A909-1F4916502BAC}"/>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7">
              <a:extLst>
                <a:ext uri="{FF2B5EF4-FFF2-40B4-BE49-F238E27FC236}">
                  <a16:creationId xmlns:a16="http://schemas.microsoft.com/office/drawing/2014/main" id="{D2B71854-B259-46A8-944F-143F85A8280C}"/>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8">
              <a:extLst>
                <a:ext uri="{FF2B5EF4-FFF2-40B4-BE49-F238E27FC236}">
                  <a16:creationId xmlns:a16="http://schemas.microsoft.com/office/drawing/2014/main" id="{CA91035B-2F89-49FA-99FE-FAD875DE846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9">
              <a:extLst>
                <a:ext uri="{FF2B5EF4-FFF2-40B4-BE49-F238E27FC236}">
                  <a16:creationId xmlns:a16="http://schemas.microsoft.com/office/drawing/2014/main" id="{AEE375AD-193D-4E69-9A4A-5DC47B07A8B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0">
              <a:extLst>
                <a:ext uri="{FF2B5EF4-FFF2-40B4-BE49-F238E27FC236}">
                  <a16:creationId xmlns:a16="http://schemas.microsoft.com/office/drawing/2014/main" id="{768D85C4-5107-4782-BC34-20430DFF6E0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1">
              <a:extLst>
                <a:ext uri="{FF2B5EF4-FFF2-40B4-BE49-F238E27FC236}">
                  <a16:creationId xmlns:a16="http://schemas.microsoft.com/office/drawing/2014/main" id="{FF2A9224-AA5A-4BCE-BB7D-D8FC75EC04E7}"/>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2">
              <a:extLst>
                <a:ext uri="{FF2B5EF4-FFF2-40B4-BE49-F238E27FC236}">
                  <a16:creationId xmlns:a16="http://schemas.microsoft.com/office/drawing/2014/main" id="{52E716A9-298C-481D-83AA-39D5AAF9F512}"/>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3">
              <a:extLst>
                <a:ext uri="{FF2B5EF4-FFF2-40B4-BE49-F238E27FC236}">
                  <a16:creationId xmlns:a16="http://schemas.microsoft.com/office/drawing/2014/main" id="{D58A7F79-0349-4EE9-983A-419BFC0FC945}"/>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4">
              <a:extLst>
                <a:ext uri="{FF2B5EF4-FFF2-40B4-BE49-F238E27FC236}">
                  <a16:creationId xmlns:a16="http://schemas.microsoft.com/office/drawing/2014/main" id="{3BF9370B-B426-4FE7-8539-22379F52E9E9}"/>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5">
              <a:extLst>
                <a:ext uri="{FF2B5EF4-FFF2-40B4-BE49-F238E27FC236}">
                  <a16:creationId xmlns:a16="http://schemas.microsoft.com/office/drawing/2014/main" id="{29DF4510-D2EA-40D6-9E92-9BE1FB4660A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6">
              <a:extLst>
                <a:ext uri="{FF2B5EF4-FFF2-40B4-BE49-F238E27FC236}">
                  <a16:creationId xmlns:a16="http://schemas.microsoft.com/office/drawing/2014/main" id="{778022A0-67B9-4817-AE5E-364D054B6279}"/>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7">
              <a:extLst>
                <a:ext uri="{FF2B5EF4-FFF2-40B4-BE49-F238E27FC236}">
                  <a16:creationId xmlns:a16="http://schemas.microsoft.com/office/drawing/2014/main" id="{190EE969-A8B2-4F0F-823B-4FF69DF578F8}"/>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8">
              <a:extLst>
                <a:ext uri="{FF2B5EF4-FFF2-40B4-BE49-F238E27FC236}">
                  <a16:creationId xmlns:a16="http://schemas.microsoft.com/office/drawing/2014/main" id="{365DD44C-AEAF-446D-A634-AB894EDACF05}"/>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9">
              <a:extLst>
                <a:ext uri="{FF2B5EF4-FFF2-40B4-BE49-F238E27FC236}">
                  <a16:creationId xmlns:a16="http://schemas.microsoft.com/office/drawing/2014/main" id="{1A5487C5-A58D-4523-BB23-E55F62CF718F}"/>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0">
              <a:extLst>
                <a:ext uri="{FF2B5EF4-FFF2-40B4-BE49-F238E27FC236}">
                  <a16:creationId xmlns:a16="http://schemas.microsoft.com/office/drawing/2014/main" id="{2AB3285E-E32F-4089-B9D5-FBFB737D01BE}"/>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1">
              <a:extLst>
                <a:ext uri="{FF2B5EF4-FFF2-40B4-BE49-F238E27FC236}">
                  <a16:creationId xmlns:a16="http://schemas.microsoft.com/office/drawing/2014/main" id="{606AE924-C828-4E33-9331-6B0173F83A9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2">
              <a:extLst>
                <a:ext uri="{FF2B5EF4-FFF2-40B4-BE49-F238E27FC236}">
                  <a16:creationId xmlns:a16="http://schemas.microsoft.com/office/drawing/2014/main" id="{679CBFB8-9D58-4F79-9E0C-C5A3770B554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3">
              <a:extLst>
                <a:ext uri="{FF2B5EF4-FFF2-40B4-BE49-F238E27FC236}">
                  <a16:creationId xmlns:a16="http://schemas.microsoft.com/office/drawing/2014/main" id="{2044CF60-BD2A-4527-9086-970DDA9F5E51}"/>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4">
              <a:extLst>
                <a:ext uri="{FF2B5EF4-FFF2-40B4-BE49-F238E27FC236}">
                  <a16:creationId xmlns:a16="http://schemas.microsoft.com/office/drawing/2014/main" id="{535D7DDA-2477-40DC-890A-66F2D07672B2}"/>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5">
              <a:extLst>
                <a:ext uri="{FF2B5EF4-FFF2-40B4-BE49-F238E27FC236}">
                  <a16:creationId xmlns:a16="http://schemas.microsoft.com/office/drawing/2014/main" id="{A9014F92-4FF7-4BFA-9E29-80729E599CF9}"/>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6">
              <a:extLst>
                <a:ext uri="{FF2B5EF4-FFF2-40B4-BE49-F238E27FC236}">
                  <a16:creationId xmlns:a16="http://schemas.microsoft.com/office/drawing/2014/main" id="{A97F63F7-383E-4F98-825F-9707518E342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7">
              <a:extLst>
                <a:ext uri="{FF2B5EF4-FFF2-40B4-BE49-F238E27FC236}">
                  <a16:creationId xmlns:a16="http://schemas.microsoft.com/office/drawing/2014/main" id="{A743A620-721A-43B2-AC0F-1F349FFFCCAE}"/>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8">
              <a:extLst>
                <a:ext uri="{FF2B5EF4-FFF2-40B4-BE49-F238E27FC236}">
                  <a16:creationId xmlns:a16="http://schemas.microsoft.com/office/drawing/2014/main" id="{277B50AF-F62B-429C-89B1-474BBA85C8AB}"/>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9">
              <a:extLst>
                <a:ext uri="{FF2B5EF4-FFF2-40B4-BE49-F238E27FC236}">
                  <a16:creationId xmlns:a16="http://schemas.microsoft.com/office/drawing/2014/main" id="{36CF8273-60D5-4B44-B232-78813DBF16D8}"/>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60">
              <a:extLst>
                <a:ext uri="{FF2B5EF4-FFF2-40B4-BE49-F238E27FC236}">
                  <a16:creationId xmlns:a16="http://schemas.microsoft.com/office/drawing/2014/main" id="{336AE40A-BE66-458B-849B-4369F154C870}"/>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61">
              <a:extLst>
                <a:ext uri="{FF2B5EF4-FFF2-40B4-BE49-F238E27FC236}">
                  <a16:creationId xmlns:a16="http://schemas.microsoft.com/office/drawing/2014/main" id="{44411B93-A844-45E6-B2AE-518265127D84}"/>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62">
              <a:extLst>
                <a:ext uri="{FF2B5EF4-FFF2-40B4-BE49-F238E27FC236}">
                  <a16:creationId xmlns:a16="http://schemas.microsoft.com/office/drawing/2014/main" id="{172116B7-F2C2-4620-A95E-27A7A59DB70E}"/>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63">
              <a:extLst>
                <a:ext uri="{FF2B5EF4-FFF2-40B4-BE49-F238E27FC236}">
                  <a16:creationId xmlns:a16="http://schemas.microsoft.com/office/drawing/2014/main" id="{FC01D96F-3B4F-43DB-89F3-D2E27A249C5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64">
              <a:extLst>
                <a:ext uri="{FF2B5EF4-FFF2-40B4-BE49-F238E27FC236}">
                  <a16:creationId xmlns:a16="http://schemas.microsoft.com/office/drawing/2014/main" id="{D2B042A3-DA98-490E-BB09-150551B81D0B}"/>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65">
              <a:extLst>
                <a:ext uri="{FF2B5EF4-FFF2-40B4-BE49-F238E27FC236}">
                  <a16:creationId xmlns:a16="http://schemas.microsoft.com/office/drawing/2014/main" id="{E1817DBF-E8C4-4A78-B43B-CA3E87645F4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66">
              <a:extLst>
                <a:ext uri="{FF2B5EF4-FFF2-40B4-BE49-F238E27FC236}">
                  <a16:creationId xmlns:a16="http://schemas.microsoft.com/office/drawing/2014/main" id="{737D904E-6A30-47FD-B6DB-705EBCA65139}"/>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67">
              <a:extLst>
                <a:ext uri="{FF2B5EF4-FFF2-40B4-BE49-F238E27FC236}">
                  <a16:creationId xmlns:a16="http://schemas.microsoft.com/office/drawing/2014/main" id="{4A337716-6C90-4380-9996-B75A9914354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68">
              <a:extLst>
                <a:ext uri="{FF2B5EF4-FFF2-40B4-BE49-F238E27FC236}">
                  <a16:creationId xmlns:a16="http://schemas.microsoft.com/office/drawing/2014/main" id="{57AF7DF9-4BC3-4422-A890-3AC7CED765F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9">
              <a:extLst>
                <a:ext uri="{FF2B5EF4-FFF2-40B4-BE49-F238E27FC236}">
                  <a16:creationId xmlns:a16="http://schemas.microsoft.com/office/drawing/2014/main" id="{04A35780-8FB6-40B6-9A85-F0509F31478A}"/>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70">
              <a:extLst>
                <a:ext uri="{FF2B5EF4-FFF2-40B4-BE49-F238E27FC236}">
                  <a16:creationId xmlns:a16="http://schemas.microsoft.com/office/drawing/2014/main" id="{1BD4EA8C-7C69-4F2F-98E4-0F9264EE45CC}"/>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71">
              <a:extLst>
                <a:ext uri="{FF2B5EF4-FFF2-40B4-BE49-F238E27FC236}">
                  <a16:creationId xmlns:a16="http://schemas.microsoft.com/office/drawing/2014/main" id="{2BF13B39-46DF-4DA9-B5A9-66EF64B410D0}"/>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72">
              <a:extLst>
                <a:ext uri="{FF2B5EF4-FFF2-40B4-BE49-F238E27FC236}">
                  <a16:creationId xmlns:a16="http://schemas.microsoft.com/office/drawing/2014/main" id="{8698C66B-A6FC-466A-8F5E-13E187A3B95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73">
              <a:extLst>
                <a:ext uri="{FF2B5EF4-FFF2-40B4-BE49-F238E27FC236}">
                  <a16:creationId xmlns:a16="http://schemas.microsoft.com/office/drawing/2014/main" id="{ED6F9722-4367-463B-A70B-16C0C60EAD9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74">
              <a:extLst>
                <a:ext uri="{FF2B5EF4-FFF2-40B4-BE49-F238E27FC236}">
                  <a16:creationId xmlns:a16="http://schemas.microsoft.com/office/drawing/2014/main" id="{47602CD8-A3FC-4087-BF9B-4DC82F593DC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75">
              <a:extLst>
                <a:ext uri="{FF2B5EF4-FFF2-40B4-BE49-F238E27FC236}">
                  <a16:creationId xmlns:a16="http://schemas.microsoft.com/office/drawing/2014/main" id="{39EBBDC4-74B7-4A68-8D8A-C6EFEDE83B7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76">
              <a:extLst>
                <a:ext uri="{FF2B5EF4-FFF2-40B4-BE49-F238E27FC236}">
                  <a16:creationId xmlns:a16="http://schemas.microsoft.com/office/drawing/2014/main" id="{B608FD55-862E-4409-A1EC-570F4B72D09A}"/>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77">
              <a:extLst>
                <a:ext uri="{FF2B5EF4-FFF2-40B4-BE49-F238E27FC236}">
                  <a16:creationId xmlns:a16="http://schemas.microsoft.com/office/drawing/2014/main" id="{0A726262-C65F-4CB9-BAA1-AF2DFDBB1437}"/>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78">
              <a:extLst>
                <a:ext uri="{FF2B5EF4-FFF2-40B4-BE49-F238E27FC236}">
                  <a16:creationId xmlns:a16="http://schemas.microsoft.com/office/drawing/2014/main" id="{607E1B39-EB7C-4CEF-9500-3ED5F3667F67}"/>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9">
              <a:extLst>
                <a:ext uri="{FF2B5EF4-FFF2-40B4-BE49-F238E27FC236}">
                  <a16:creationId xmlns:a16="http://schemas.microsoft.com/office/drawing/2014/main" id="{264B6193-6F50-4130-8F78-8F6D7CE99C8D}"/>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80">
              <a:extLst>
                <a:ext uri="{FF2B5EF4-FFF2-40B4-BE49-F238E27FC236}">
                  <a16:creationId xmlns:a16="http://schemas.microsoft.com/office/drawing/2014/main" id="{8B575065-239D-46E0-8857-2B29B888A0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81">
              <a:extLst>
                <a:ext uri="{FF2B5EF4-FFF2-40B4-BE49-F238E27FC236}">
                  <a16:creationId xmlns:a16="http://schemas.microsoft.com/office/drawing/2014/main" id="{80D69F5A-F16F-492E-B8E2-4360DBB0AA01}"/>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82">
              <a:extLst>
                <a:ext uri="{FF2B5EF4-FFF2-40B4-BE49-F238E27FC236}">
                  <a16:creationId xmlns:a16="http://schemas.microsoft.com/office/drawing/2014/main" id="{BF9E0279-5FFE-4BA6-8E27-E2C8F76FE63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83">
              <a:extLst>
                <a:ext uri="{FF2B5EF4-FFF2-40B4-BE49-F238E27FC236}">
                  <a16:creationId xmlns:a16="http://schemas.microsoft.com/office/drawing/2014/main" id="{392B07E5-300B-4508-BF32-17BFDC0C249D}"/>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84">
              <a:extLst>
                <a:ext uri="{FF2B5EF4-FFF2-40B4-BE49-F238E27FC236}">
                  <a16:creationId xmlns:a16="http://schemas.microsoft.com/office/drawing/2014/main" id="{00DBB73F-96C6-416B-A57E-0A2ABCB41E3A}"/>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85">
              <a:extLst>
                <a:ext uri="{FF2B5EF4-FFF2-40B4-BE49-F238E27FC236}">
                  <a16:creationId xmlns:a16="http://schemas.microsoft.com/office/drawing/2014/main" id="{D417D803-90CF-4437-94F7-E6DE44DA8B1B}"/>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86">
              <a:extLst>
                <a:ext uri="{FF2B5EF4-FFF2-40B4-BE49-F238E27FC236}">
                  <a16:creationId xmlns:a16="http://schemas.microsoft.com/office/drawing/2014/main" id="{8F1C0D2A-BD82-4CC1-B6A0-033EE4853C9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87">
              <a:extLst>
                <a:ext uri="{FF2B5EF4-FFF2-40B4-BE49-F238E27FC236}">
                  <a16:creationId xmlns:a16="http://schemas.microsoft.com/office/drawing/2014/main" id="{F60266BD-33BB-4F41-9351-D6A944237FF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88">
              <a:extLst>
                <a:ext uri="{FF2B5EF4-FFF2-40B4-BE49-F238E27FC236}">
                  <a16:creationId xmlns:a16="http://schemas.microsoft.com/office/drawing/2014/main" id="{31A8A981-FCDF-40F6-A8AB-7FFE5C763B9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9">
              <a:extLst>
                <a:ext uri="{FF2B5EF4-FFF2-40B4-BE49-F238E27FC236}">
                  <a16:creationId xmlns:a16="http://schemas.microsoft.com/office/drawing/2014/main" id="{E9D303C9-AD8F-4F92-B19E-66EBA44F525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90">
              <a:extLst>
                <a:ext uri="{FF2B5EF4-FFF2-40B4-BE49-F238E27FC236}">
                  <a16:creationId xmlns:a16="http://schemas.microsoft.com/office/drawing/2014/main" id="{8709BB47-ABCA-45E0-9DD0-19F2AEB5B51E}"/>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91">
              <a:extLst>
                <a:ext uri="{FF2B5EF4-FFF2-40B4-BE49-F238E27FC236}">
                  <a16:creationId xmlns:a16="http://schemas.microsoft.com/office/drawing/2014/main" id="{745DD85D-4155-45EF-92B4-215EA78C46BC}"/>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92">
              <a:extLst>
                <a:ext uri="{FF2B5EF4-FFF2-40B4-BE49-F238E27FC236}">
                  <a16:creationId xmlns:a16="http://schemas.microsoft.com/office/drawing/2014/main" id="{A1A39431-FEDC-4759-8A62-E70FEE6CE2CA}"/>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93">
              <a:extLst>
                <a:ext uri="{FF2B5EF4-FFF2-40B4-BE49-F238E27FC236}">
                  <a16:creationId xmlns:a16="http://schemas.microsoft.com/office/drawing/2014/main" id="{A0C94613-6CB6-4AFD-A175-200960AA324D}"/>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94">
              <a:extLst>
                <a:ext uri="{FF2B5EF4-FFF2-40B4-BE49-F238E27FC236}">
                  <a16:creationId xmlns:a16="http://schemas.microsoft.com/office/drawing/2014/main" id="{AD9DB402-1DDD-4988-971B-38C5222FDBF7}"/>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95">
              <a:extLst>
                <a:ext uri="{FF2B5EF4-FFF2-40B4-BE49-F238E27FC236}">
                  <a16:creationId xmlns:a16="http://schemas.microsoft.com/office/drawing/2014/main" id="{51777650-39AF-4D7F-93F3-D3CD35BEBDF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96">
              <a:extLst>
                <a:ext uri="{FF2B5EF4-FFF2-40B4-BE49-F238E27FC236}">
                  <a16:creationId xmlns:a16="http://schemas.microsoft.com/office/drawing/2014/main" id="{F1130A35-9FCC-455C-AE20-98CC8CE6152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97">
              <a:extLst>
                <a:ext uri="{FF2B5EF4-FFF2-40B4-BE49-F238E27FC236}">
                  <a16:creationId xmlns:a16="http://schemas.microsoft.com/office/drawing/2014/main" id="{C73A4FCF-74DE-4FBE-98CC-9DEFBF4A0C0B}"/>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98">
              <a:extLst>
                <a:ext uri="{FF2B5EF4-FFF2-40B4-BE49-F238E27FC236}">
                  <a16:creationId xmlns:a16="http://schemas.microsoft.com/office/drawing/2014/main" id="{C70E3599-9939-4822-B86E-4BF8544C8CF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9">
              <a:extLst>
                <a:ext uri="{FF2B5EF4-FFF2-40B4-BE49-F238E27FC236}">
                  <a16:creationId xmlns:a16="http://schemas.microsoft.com/office/drawing/2014/main" id="{EB028425-5C60-4B58-813A-184F3651CBA0}"/>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800">
              <a:extLst>
                <a:ext uri="{FF2B5EF4-FFF2-40B4-BE49-F238E27FC236}">
                  <a16:creationId xmlns:a16="http://schemas.microsoft.com/office/drawing/2014/main" id="{A09E85C5-6F03-479B-969D-A7DF7B334940}"/>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801">
              <a:extLst>
                <a:ext uri="{FF2B5EF4-FFF2-40B4-BE49-F238E27FC236}">
                  <a16:creationId xmlns:a16="http://schemas.microsoft.com/office/drawing/2014/main" id="{81558AF9-C011-4A13-A852-7172179E5A47}"/>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802">
              <a:extLst>
                <a:ext uri="{FF2B5EF4-FFF2-40B4-BE49-F238E27FC236}">
                  <a16:creationId xmlns:a16="http://schemas.microsoft.com/office/drawing/2014/main" id="{D4B5543C-65DF-41FB-85AA-99EDB39B7AD1}"/>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803">
              <a:extLst>
                <a:ext uri="{FF2B5EF4-FFF2-40B4-BE49-F238E27FC236}">
                  <a16:creationId xmlns:a16="http://schemas.microsoft.com/office/drawing/2014/main" id="{13A842E5-A2FB-4391-861A-FC66894D0B0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804">
              <a:extLst>
                <a:ext uri="{FF2B5EF4-FFF2-40B4-BE49-F238E27FC236}">
                  <a16:creationId xmlns:a16="http://schemas.microsoft.com/office/drawing/2014/main" id="{0280FFC9-EF18-4C4E-B0CB-41A49DB57F8F}"/>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805">
              <a:extLst>
                <a:ext uri="{FF2B5EF4-FFF2-40B4-BE49-F238E27FC236}">
                  <a16:creationId xmlns:a16="http://schemas.microsoft.com/office/drawing/2014/main" id="{B9A2C3BD-8E03-463D-BE8F-E738F31E0C98}"/>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806">
              <a:extLst>
                <a:ext uri="{FF2B5EF4-FFF2-40B4-BE49-F238E27FC236}">
                  <a16:creationId xmlns:a16="http://schemas.microsoft.com/office/drawing/2014/main" id="{92200977-8C6F-4157-9AB6-50F26EB1C6A3}"/>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807">
              <a:extLst>
                <a:ext uri="{FF2B5EF4-FFF2-40B4-BE49-F238E27FC236}">
                  <a16:creationId xmlns:a16="http://schemas.microsoft.com/office/drawing/2014/main" id="{C93384B8-DC90-412B-AE76-D4A2AF0EBDC1}"/>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808">
              <a:extLst>
                <a:ext uri="{FF2B5EF4-FFF2-40B4-BE49-F238E27FC236}">
                  <a16:creationId xmlns:a16="http://schemas.microsoft.com/office/drawing/2014/main" id="{224510F0-3225-43C4-A5AB-2685C3E4DBA1}"/>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9">
              <a:extLst>
                <a:ext uri="{FF2B5EF4-FFF2-40B4-BE49-F238E27FC236}">
                  <a16:creationId xmlns:a16="http://schemas.microsoft.com/office/drawing/2014/main" id="{291DDB16-1A01-4131-B27A-71641C62B4CB}"/>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10">
              <a:extLst>
                <a:ext uri="{FF2B5EF4-FFF2-40B4-BE49-F238E27FC236}">
                  <a16:creationId xmlns:a16="http://schemas.microsoft.com/office/drawing/2014/main" id="{B496F19F-03A8-46BE-BA23-0FAF966006C1}"/>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11">
              <a:extLst>
                <a:ext uri="{FF2B5EF4-FFF2-40B4-BE49-F238E27FC236}">
                  <a16:creationId xmlns:a16="http://schemas.microsoft.com/office/drawing/2014/main" id="{AFDF418C-A26E-495B-B624-B70C2A8B73D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12">
              <a:extLst>
                <a:ext uri="{FF2B5EF4-FFF2-40B4-BE49-F238E27FC236}">
                  <a16:creationId xmlns:a16="http://schemas.microsoft.com/office/drawing/2014/main" id="{01E204D0-9932-4005-A027-028A7F216FD7}"/>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13">
              <a:extLst>
                <a:ext uri="{FF2B5EF4-FFF2-40B4-BE49-F238E27FC236}">
                  <a16:creationId xmlns:a16="http://schemas.microsoft.com/office/drawing/2014/main" id="{ADB62594-A480-4D21-9B06-65962A6F061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14">
              <a:extLst>
                <a:ext uri="{FF2B5EF4-FFF2-40B4-BE49-F238E27FC236}">
                  <a16:creationId xmlns:a16="http://schemas.microsoft.com/office/drawing/2014/main" id="{EAAC1D16-4F61-447E-A9EC-8462F3F72CD5}"/>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20" name="Red text">
            <a:extLst>
              <a:ext uri="{FF2B5EF4-FFF2-40B4-BE49-F238E27FC236}">
                <a16:creationId xmlns:a16="http://schemas.microsoft.com/office/drawing/2014/main" id="{C180D82B-69A8-4F2C-B6B2-1EDE50445DF3}"/>
              </a:ext>
            </a:extLst>
          </p:cNvPr>
          <p:cNvSpPr txBox="1"/>
          <p:nvPr/>
        </p:nvSpPr>
        <p:spPr>
          <a:xfrm>
            <a:off x="8310468" y="5266769"/>
            <a:ext cx="3664868" cy="400110"/>
          </a:xfrm>
          <a:prstGeom prst="rect">
            <a:avLst/>
          </a:prstGeom>
          <a:noFill/>
        </p:spPr>
        <p:txBody>
          <a:bodyPr wrap="square" rtlCol="0">
            <a:spAutoFit/>
          </a:bodyPr>
          <a:lstStyle/>
          <a:p>
            <a:pPr algn="r"/>
            <a:r>
              <a:rPr lang="en-US" sz="2000" dirty="0">
                <a:solidFill>
                  <a:srgbClr val="C00000"/>
                </a:solidFill>
                <a:latin typeface="Segoe Print" panose="02000600000000000000" pitchFamily="2" charset="0"/>
              </a:rPr>
              <a:t>Motion-controlled lights</a:t>
            </a:r>
          </a:p>
        </p:txBody>
      </p:sp>
      <p:sp>
        <p:nvSpPr>
          <p:cNvPr id="122" name="Red text">
            <a:extLst>
              <a:ext uri="{FF2B5EF4-FFF2-40B4-BE49-F238E27FC236}">
                <a16:creationId xmlns:a16="http://schemas.microsoft.com/office/drawing/2014/main" id="{E8B04A30-4A76-6218-A3F5-6DA56CAA1F56}"/>
              </a:ext>
            </a:extLst>
          </p:cNvPr>
          <p:cNvSpPr txBox="1"/>
          <p:nvPr/>
        </p:nvSpPr>
        <p:spPr>
          <a:xfrm>
            <a:off x="8318462" y="5650273"/>
            <a:ext cx="3873537" cy="400110"/>
          </a:xfrm>
          <a:prstGeom prst="rect">
            <a:avLst/>
          </a:prstGeom>
          <a:noFill/>
        </p:spPr>
        <p:txBody>
          <a:bodyPr wrap="square" rtlCol="0">
            <a:spAutoFit/>
          </a:bodyPr>
          <a:lstStyle/>
          <a:p>
            <a:r>
              <a:rPr lang="en-US" sz="1600" dirty="0">
                <a:solidFill>
                  <a:srgbClr val="C00000"/>
                </a:solidFill>
                <a:latin typeface="Segoe Print" panose="02000600000000000000" pitchFamily="2" charset="0"/>
              </a:rPr>
              <a:t>- Turn off when you want them on</a:t>
            </a:r>
            <a:r>
              <a:rPr lang="en-US" sz="2000" dirty="0">
                <a:solidFill>
                  <a:srgbClr val="C00000"/>
                </a:solidFill>
                <a:latin typeface="Segoe Print" panose="02000600000000000000" pitchFamily="2" charset="0"/>
              </a:rPr>
              <a:t> </a:t>
            </a:r>
          </a:p>
        </p:txBody>
      </p:sp>
      <p:pic>
        <p:nvPicPr>
          <p:cNvPr id="124" name="Body">
            <a:extLst>
              <a:ext uri="{FF2B5EF4-FFF2-40B4-BE49-F238E27FC236}">
                <a16:creationId xmlns:a16="http://schemas.microsoft.com/office/drawing/2014/main" id="{7EFFD01A-38EC-3769-B068-E37D6433EE1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155317" y="5366692"/>
            <a:ext cx="789764" cy="1482325"/>
          </a:xfrm>
          <a:prstGeom prst="rect">
            <a:avLst/>
          </a:prstGeom>
        </p:spPr>
      </p:pic>
      <p:pic>
        <p:nvPicPr>
          <p:cNvPr id="125" name="Arm right">
            <a:extLst>
              <a:ext uri="{FF2B5EF4-FFF2-40B4-BE49-F238E27FC236}">
                <a16:creationId xmlns:a16="http://schemas.microsoft.com/office/drawing/2014/main" id="{6DC72137-A6D0-E949-CA8D-74FFD5CCE304}"/>
              </a:ext>
            </a:extLst>
          </p:cNvPr>
          <p:cNvPicPr>
            <a:picLocks noChangeAspect="1"/>
          </p:cNvPicPr>
          <p:nvPr/>
        </p:nvPicPr>
        <p:blipFill>
          <a:blip r:embed="rId5"/>
          <a:stretch>
            <a:fillRect/>
          </a:stretch>
        </p:blipFill>
        <p:spPr>
          <a:xfrm rot="7107118">
            <a:off x="6547181" y="5938405"/>
            <a:ext cx="203585" cy="326807"/>
          </a:xfrm>
          <a:prstGeom prst="rect">
            <a:avLst/>
          </a:prstGeom>
        </p:spPr>
      </p:pic>
      <p:pic>
        <p:nvPicPr>
          <p:cNvPr id="126" name="Arm left">
            <a:extLst>
              <a:ext uri="{FF2B5EF4-FFF2-40B4-BE49-F238E27FC236}">
                <a16:creationId xmlns:a16="http://schemas.microsoft.com/office/drawing/2014/main" id="{3EBDC485-7FFB-03BD-8C28-77468866A8D6}"/>
              </a:ext>
            </a:extLst>
          </p:cNvPr>
          <p:cNvPicPr>
            <a:picLocks noChangeAspect="1"/>
          </p:cNvPicPr>
          <p:nvPr/>
        </p:nvPicPr>
        <p:blipFill>
          <a:blip r:embed="rId6"/>
          <a:stretch>
            <a:fillRect/>
          </a:stretch>
        </p:blipFill>
        <p:spPr>
          <a:xfrm rot="20496142">
            <a:off x="6307360" y="5963889"/>
            <a:ext cx="253220" cy="257910"/>
          </a:xfrm>
          <a:prstGeom prst="rect">
            <a:avLst/>
          </a:prstGeom>
        </p:spPr>
      </p:pic>
      <p:sp>
        <p:nvSpPr>
          <p:cNvPr id="132" name="!!Smile">
            <a:extLst>
              <a:ext uri="{FF2B5EF4-FFF2-40B4-BE49-F238E27FC236}">
                <a16:creationId xmlns:a16="http://schemas.microsoft.com/office/drawing/2014/main" id="{846C547F-F143-33F7-9896-2695D4BE56D7}"/>
              </a:ext>
            </a:extLst>
          </p:cNvPr>
          <p:cNvSpPr/>
          <p:nvPr/>
        </p:nvSpPr>
        <p:spPr>
          <a:xfrm rot="10800000">
            <a:off x="6402537" y="565568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Eye 2">
            <a:extLst>
              <a:ext uri="{FF2B5EF4-FFF2-40B4-BE49-F238E27FC236}">
                <a16:creationId xmlns:a16="http://schemas.microsoft.com/office/drawing/2014/main" id="{66AE7181-F33D-9179-7F89-11725395371C}"/>
              </a:ext>
            </a:extLst>
          </p:cNvPr>
          <p:cNvSpPr/>
          <p:nvPr/>
        </p:nvSpPr>
        <p:spPr>
          <a:xfrm>
            <a:off x="6415989" y="556363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8" name="Eye 1">
            <a:extLst>
              <a:ext uri="{FF2B5EF4-FFF2-40B4-BE49-F238E27FC236}">
                <a16:creationId xmlns:a16="http://schemas.microsoft.com/office/drawing/2014/main" id="{0F984F6A-02C2-3A60-E246-98F8AB4B46A3}"/>
              </a:ext>
            </a:extLst>
          </p:cNvPr>
          <p:cNvSpPr/>
          <p:nvPr/>
        </p:nvSpPr>
        <p:spPr>
          <a:xfrm>
            <a:off x="6553385" y="55588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5" name="Red text">
            <a:extLst>
              <a:ext uri="{FF2B5EF4-FFF2-40B4-BE49-F238E27FC236}">
                <a16:creationId xmlns:a16="http://schemas.microsoft.com/office/drawing/2014/main" id="{8500B8F3-4DB8-CC88-5C9C-37D866AE7E54}"/>
              </a:ext>
            </a:extLst>
          </p:cNvPr>
          <p:cNvSpPr txBox="1"/>
          <p:nvPr/>
        </p:nvSpPr>
        <p:spPr>
          <a:xfrm>
            <a:off x="8327987" y="6007541"/>
            <a:ext cx="3873537" cy="400110"/>
          </a:xfrm>
          <a:prstGeom prst="rect">
            <a:avLst/>
          </a:prstGeom>
          <a:noFill/>
        </p:spPr>
        <p:txBody>
          <a:bodyPr wrap="square" rtlCol="0">
            <a:spAutoFit/>
          </a:bodyPr>
          <a:lstStyle/>
          <a:p>
            <a:r>
              <a:rPr lang="en-US" sz="1600" dirty="0">
                <a:solidFill>
                  <a:srgbClr val="C00000"/>
                </a:solidFill>
                <a:latin typeface="Segoe Print" panose="02000600000000000000" pitchFamily="2" charset="0"/>
              </a:rPr>
              <a:t>- Turn on when you want them off</a:t>
            </a:r>
            <a:r>
              <a:rPr lang="en-US" sz="2000" dirty="0">
                <a:solidFill>
                  <a:srgbClr val="C00000"/>
                </a:solidFill>
                <a:latin typeface="Segoe Print" panose="02000600000000000000" pitchFamily="2" charset="0"/>
              </a:rPr>
              <a:t> </a:t>
            </a:r>
          </a:p>
        </p:txBody>
      </p:sp>
      <p:sp>
        <p:nvSpPr>
          <p:cNvPr id="123" name="!!Speech Bubble: Rectangle 19">
            <a:extLst>
              <a:ext uri="{FF2B5EF4-FFF2-40B4-BE49-F238E27FC236}">
                <a16:creationId xmlns:a16="http://schemas.microsoft.com/office/drawing/2014/main" id="{28A81C74-A4D6-95B4-22FB-8C588445B50C}"/>
              </a:ext>
            </a:extLst>
          </p:cNvPr>
          <p:cNvSpPr/>
          <p:nvPr/>
        </p:nvSpPr>
        <p:spPr>
          <a:xfrm>
            <a:off x="3317685" y="5139199"/>
            <a:ext cx="2525537" cy="651762"/>
          </a:xfrm>
          <a:prstGeom prst="wedgeRectCallout">
            <a:avLst>
              <a:gd name="adj1" fmla="val 65778"/>
              <a:gd name="adj2" fmla="val 24138"/>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TextBox 20">
            <a:extLst>
              <a:ext uri="{FF2B5EF4-FFF2-40B4-BE49-F238E27FC236}">
                <a16:creationId xmlns:a16="http://schemas.microsoft.com/office/drawing/2014/main" id="{DB2FB06D-C0D6-F745-337A-D84718D3B5A1}"/>
              </a:ext>
            </a:extLst>
          </p:cNvPr>
          <p:cNvSpPr txBox="1"/>
          <p:nvPr/>
        </p:nvSpPr>
        <p:spPr>
          <a:xfrm>
            <a:off x="3348434" y="5118238"/>
            <a:ext cx="252553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This aggression will not stand, man…</a:t>
            </a:r>
          </a:p>
        </p:txBody>
      </p:sp>
      <p:sp>
        <p:nvSpPr>
          <p:cNvPr id="2" name="!!Header whiteout">
            <a:extLst>
              <a:ext uri="{FF2B5EF4-FFF2-40B4-BE49-F238E27FC236}">
                <a16:creationId xmlns:a16="http://schemas.microsoft.com/office/drawing/2014/main" id="{0CD1ACBD-1D7A-CDD5-817A-55E6F57BB06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BD0BE97A-F88E-D6A4-2F96-8051B302A872}"/>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0854941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fade">
                                      <p:cBhvr>
                                        <p:cTn id="7" dur="500"/>
                                        <p:tgtEl>
                                          <p:spTgt spid="1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9"/>
                                        </p:tgtEl>
                                        <p:attrNameLst>
                                          <p:attrName>style.visibility</p:attrName>
                                        </p:attrNameLst>
                                      </p:cBhvr>
                                      <p:to>
                                        <p:strVal val="visible"/>
                                      </p:to>
                                    </p:set>
                                    <p:animEffect transition="in" filter="fade">
                                      <p:cBhvr>
                                        <p:cTn id="10"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P spid="129"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ne1">
            <a:extLst>
              <a:ext uri="{FF2B5EF4-FFF2-40B4-BE49-F238E27FC236}">
                <a16:creationId xmlns:a16="http://schemas.microsoft.com/office/drawing/2014/main" id="{D0DA141E-E39A-4A7C-A241-0A775E793905}"/>
              </a:ext>
            </a:extLst>
          </p:cNvPr>
          <p:cNvSpPr txBox="1"/>
          <p:nvPr/>
        </p:nvSpPr>
        <p:spPr>
          <a:xfrm>
            <a:off x="3861736" y="2057596"/>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2534649"/>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78078" y="3411812"/>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348397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pic>
        <p:nvPicPr>
          <p:cNvPr id="18" name="!!Bulb2">
            <a:extLst>
              <a:ext uri="{FF2B5EF4-FFF2-40B4-BE49-F238E27FC236}">
                <a16:creationId xmlns:a16="http://schemas.microsoft.com/office/drawing/2014/main" id="{AE36BBA4-E909-4340-A3DF-D294765C440D}"/>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068749"/>
            <a:ext cx="567291" cy="532779"/>
          </a:xfrm>
          <a:prstGeom prst="rect">
            <a:avLst/>
          </a:prstGeom>
        </p:spPr>
      </p:pic>
      <p:sp>
        <p:nvSpPr>
          <p:cNvPr id="19" name="TextBox 18">
            <a:extLst>
              <a:ext uri="{FF2B5EF4-FFF2-40B4-BE49-F238E27FC236}">
                <a16:creationId xmlns:a16="http://schemas.microsoft.com/office/drawing/2014/main" id="{06AD39CC-4E5F-45A3-B783-BA42E1FE9F98}"/>
              </a:ext>
            </a:extLst>
          </p:cNvPr>
          <p:cNvSpPr txBox="1"/>
          <p:nvPr/>
        </p:nvSpPr>
        <p:spPr>
          <a:xfrm>
            <a:off x="4250267" y="4140911"/>
            <a:ext cx="4700434"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Smart automations</a:t>
            </a:r>
            <a:r>
              <a:rPr lang="en-US" dirty="0">
                <a:solidFill>
                  <a:srgbClr val="2D3E50"/>
                </a:solidFill>
                <a:latin typeface="Roboto" panose="02000000000000000000" pitchFamily="2" charset="0"/>
                <a:ea typeface="Roboto" panose="02000000000000000000" pitchFamily="2" charset="0"/>
              </a:rPr>
              <a:t> beat </a:t>
            </a:r>
            <a:r>
              <a:rPr lang="en-US" b="1" dirty="0">
                <a:solidFill>
                  <a:srgbClr val="2D3E50"/>
                </a:solidFill>
                <a:latin typeface="Roboto" panose="02000000000000000000" pitchFamily="2" charset="0"/>
                <a:ea typeface="Roboto" panose="02000000000000000000" pitchFamily="2" charset="0"/>
              </a:rPr>
              <a:t>dumb automations</a:t>
            </a:r>
            <a:endParaRPr lang="en-US" b="1" dirty="0"/>
          </a:p>
        </p:txBody>
      </p:sp>
      <p:grpSp>
        <p:nvGrpSpPr>
          <p:cNvPr id="15" name="Arrow">
            <a:extLst>
              <a:ext uri="{FF2B5EF4-FFF2-40B4-BE49-F238E27FC236}">
                <a16:creationId xmlns:a16="http://schemas.microsoft.com/office/drawing/2014/main" id="{C84A1514-BC53-4411-AA1E-56829FD7992E}"/>
              </a:ext>
            </a:extLst>
          </p:cNvPr>
          <p:cNvGrpSpPr>
            <a:grpSpLocks noChangeAspect="1"/>
          </p:cNvGrpSpPr>
          <p:nvPr/>
        </p:nvGrpSpPr>
        <p:grpSpPr bwMode="auto">
          <a:xfrm rot="15733335" flipH="1">
            <a:off x="4798450" y="4550400"/>
            <a:ext cx="904172" cy="943180"/>
            <a:chOff x="1328" y="0"/>
            <a:chExt cx="3106" cy="3240"/>
          </a:xfrm>
          <a:solidFill>
            <a:srgbClr val="C00000"/>
          </a:solidFill>
        </p:grpSpPr>
        <p:sp>
          <p:nvSpPr>
            <p:cNvPr id="17" name="Freeform 716">
              <a:extLst>
                <a:ext uri="{FF2B5EF4-FFF2-40B4-BE49-F238E27FC236}">
                  <a16:creationId xmlns:a16="http://schemas.microsoft.com/office/drawing/2014/main" id="{96E3E791-8007-4305-B476-DE41478BB6F7}"/>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17">
              <a:extLst>
                <a:ext uri="{FF2B5EF4-FFF2-40B4-BE49-F238E27FC236}">
                  <a16:creationId xmlns:a16="http://schemas.microsoft.com/office/drawing/2014/main" id="{2FB9799D-BCC3-472C-ABFD-DFFE3904249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18">
              <a:extLst>
                <a:ext uri="{FF2B5EF4-FFF2-40B4-BE49-F238E27FC236}">
                  <a16:creationId xmlns:a16="http://schemas.microsoft.com/office/drawing/2014/main" id="{9EBF1EE4-BDC2-46D7-8CFC-432C94C12E5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19">
              <a:extLst>
                <a:ext uri="{FF2B5EF4-FFF2-40B4-BE49-F238E27FC236}">
                  <a16:creationId xmlns:a16="http://schemas.microsoft.com/office/drawing/2014/main" id="{75B0521D-BA6E-47E1-8CF1-B4D5BB1EE8FD}"/>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0">
              <a:extLst>
                <a:ext uri="{FF2B5EF4-FFF2-40B4-BE49-F238E27FC236}">
                  <a16:creationId xmlns:a16="http://schemas.microsoft.com/office/drawing/2014/main" id="{34DC843F-2E2E-4605-ABFC-497B5C82A75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1">
              <a:extLst>
                <a:ext uri="{FF2B5EF4-FFF2-40B4-BE49-F238E27FC236}">
                  <a16:creationId xmlns:a16="http://schemas.microsoft.com/office/drawing/2014/main" id="{840DC1A3-9F3E-432C-B936-57F5800CD62F}"/>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2">
              <a:extLst>
                <a:ext uri="{FF2B5EF4-FFF2-40B4-BE49-F238E27FC236}">
                  <a16:creationId xmlns:a16="http://schemas.microsoft.com/office/drawing/2014/main" id="{84567962-43BD-445B-B01D-92742FD6C3CE}"/>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3">
              <a:extLst>
                <a:ext uri="{FF2B5EF4-FFF2-40B4-BE49-F238E27FC236}">
                  <a16:creationId xmlns:a16="http://schemas.microsoft.com/office/drawing/2014/main" id="{3D14124B-F696-4A7F-A39A-56613CAE7645}"/>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4">
              <a:extLst>
                <a:ext uri="{FF2B5EF4-FFF2-40B4-BE49-F238E27FC236}">
                  <a16:creationId xmlns:a16="http://schemas.microsoft.com/office/drawing/2014/main" id="{20E138D6-091B-40EB-B4D7-DB4E60844A61}"/>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25">
              <a:extLst>
                <a:ext uri="{FF2B5EF4-FFF2-40B4-BE49-F238E27FC236}">
                  <a16:creationId xmlns:a16="http://schemas.microsoft.com/office/drawing/2014/main" id="{26B2CF59-4A50-488E-8EBE-E0D5443DB849}"/>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6">
              <a:extLst>
                <a:ext uri="{FF2B5EF4-FFF2-40B4-BE49-F238E27FC236}">
                  <a16:creationId xmlns:a16="http://schemas.microsoft.com/office/drawing/2014/main" id="{598098AA-B396-40D7-BD1E-BCD0E54EAE05}"/>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7">
              <a:extLst>
                <a:ext uri="{FF2B5EF4-FFF2-40B4-BE49-F238E27FC236}">
                  <a16:creationId xmlns:a16="http://schemas.microsoft.com/office/drawing/2014/main" id="{3B209049-04E2-4641-B9CA-39AF97EB5919}"/>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8">
              <a:extLst>
                <a:ext uri="{FF2B5EF4-FFF2-40B4-BE49-F238E27FC236}">
                  <a16:creationId xmlns:a16="http://schemas.microsoft.com/office/drawing/2014/main" id="{796DCFE3-DEB2-4AFB-B1B4-DE782D047212}"/>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9">
              <a:extLst>
                <a:ext uri="{FF2B5EF4-FFF2-40B4-BE49-F238E27FC236}">
                  <a16:creationId xmlns:a16="http://schemas.microsoft.com/office/drawing/2014/main" id="{9D38FFDD-7FD1-41CA-920B-15EDDF231CA9}"/>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0">
              <a:extLst>
                <a:ext uri="{FF2B5EF4-FFF2-40B4-BE49-F238E27FC236}">
                  <a16:creationId xmlns:a16="http://schemas.microsoft.com/office/drawing/2014/main" id="{3F876EC4-3F2F-4491-A715-EE403CF548B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1">
              <a:extLst>
                <a:ext uri="{FF2B5EF4-FFF2-40B4-BE49-F238E27FC236}">
                  <a16:creationId xmlns:a16="http://schemas.microsoft.com/office/drawing/2014/main" id="{2668E060-E633-4D16-8127-1F838DAC52AD}"/>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2">
              <a:extLst>
                <a:ext uri="{FF2B5EF4-FFF2-40B4-BE49-F238E27FC236}">
                  <a16:creationId xmlns:a16="http://schemas.microsoft.com/office/drawing/2014/main" id="{67B3B675-A300-48D1-A7EE-1777D25635FD}"/>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3">
              <a:extLst>
                <a:ext uri="{FF2B5EF4-FFF2-40B4-BE49-F238E27FC236}">
                  <a16:creationId xmlns:a16="http://schemas.microsoft.com/office/drawing/2014/main" id="{26F2DE85-360C-41D5-B92B-ADF584B160EF}"/>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4">
              <a:extLst>
                <a:ext uri="{FF2B5EF4-FFF2-40B4-BE49-F238E27FC236}">
                  <a16:creationId xmlns:a16="http://schemas.microsoft.com/office/drawing/2014/main" id="{AF83AB7F-3A2D-4AFC-BD10-37751902E239}"/>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5">
              <a:extLst>
                <a:ext uri="{FF2B5EF4-FFF2-40B4-BE49-F238E27FC236}">
                  <a16:creationId xmlns:a16="http://schemas.microsoft.com/office/drawing/2014/main" id="{E66C92F9-8CD7-4762-8271-46D0359C57C8}"/>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6">
              <a:extLst>
                <a:ext uri="{FF2B5EF4-FFF2-40B4-BE49-F238E27FC236}">
                  <a16:creationId xmlns:a16="http://schemas.microsoft.com/office/drawing/2014/main" id="{7660BFCA-DD8C-49D9-BB68-2529AAEF7B6E}"/>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7">
              <a:extLst>
                <a:ext uri="{FF2B5EF4-FFF2-40B4-BE49-F238E27FC236}">
                  <a16:creationId xmlns:a16="http://schemas.microsoft.com/office/drawing/2014/main" id="{2AEB566E-008E-40BC-9FCD-F41E0F7A3F59}"/>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8">
              <a:extLst>
                <a:ext uri="{FF2B5EF4-FFF2-40B4-BE49-F238E27FC236}">
                  <a16:creationId xmlns:a16="http://schemas.microsoft.com/office/drawing/2014/main" id="{25970938-5D87-4AD7-BEB2-BA7392B12A1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9">
              <a:extLst>
                <a:ext uri="{FF2B5EF4-FFF2-40B4-BE49-F238E27FC236}">
                  <a16:creationId xmlns:a16="http://schemas.microsoft.com/office/drawing/2014/main" id="{B49AF032-FB5F-40A7-9384-22C47DA688E5}"/>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0">
              <a:extLst>
                <a:ext uri="{FF2B5EF4-FFF2-40B4-BE49-F238E27FC236}">
                  <a16:creationId xmlns:a16="http://schemas.microsoft.com/office/drawing/2014/main" id="{B44B366E-9A2B-43E2-A730-E1146196CD7A}"/>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1">
              <a:extLst>
                <a:ext uri="{FF2B5EF4-FFF2-40B4-BE49-F238E27FC236}">
                  <a16:creationId xmlns:a16="http://schemas.microsoft.com/office/drawing/2014/main" id="{1DCD99BD-C3D0-41F4-852E-B46EF1878641}"/>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2">
              <a:extLst>
                <a:ext uri="{FF2B5EF4-FFF2-40B4-BE49-F238E27FC236}">
                  <a16:creationId xmlns:a16="http://schemas.microsoft.com/office/drawing/2014/main" id="{B2ACA5B4-77EC-4E13-AB29-2E8C0236C424}"/>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3">
              <a:extLst>
                <a:ext uri="{FF2B5EF4-FFF2-40B4-BE49-F238E27FC236}">
                  <a16:creationId xmlns:a16="http://schemas.microsoft.com/office/drawing/2014/main" id="{0797B669-BE93-4832-8F69-F3CAE117D407}"/>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4">
              <a:extLst>
                <a:ext uri="{FF2B5EF4-FFF2-40B4-BE49-F238E27FC236}">
                  <a16:creationId xmlns:a16="http://schemas.microsoft.com/office/drawing/2014/main" id="{9D0B5CF5-C6A9-4347-A578-28F69EFFC744}"/>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5">
              <a:extLst>
                <a:ext uri="{FF2B5EF4-FFF2-40B4-BE49-F238E27FC236}">
                  <a16:creationId xmlns:a16="http://schemas.microsoft.com/office/drawing/2014/main" id="{A3308AB7-8B2B-478B-809D-398FBF6E6866}"/>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6">
              <a:extLst>
                <a:ext uri="{FF2B5EF4-FFF2-40B4-BE49-F238E27FC236}">
                  <a16:creationId xmlns:a16="http://schemas.microsoft.com/office/drawing/2014/main" id="{B7717AE9-79A3-443B-B11D-56D35D5BA2DD}"/>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7">
              <a:extLst>
                <a:ext uri="{FF2B5EF4-FFF2-40B4-BE49-F238E27FC236}">
                  <a16:creationId xmlns:a16="http://schemas.microsoft.com/office/drawing/2014/main" id="{1F398D91-6888-4D3A-AD47-32B0FA3EA314}"/>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8">
              <a:extLst>
                <a:ext uri="{FF2B5EF4-FFF2-40B4-BE49-F238E27FC236}">
                  <a16:creationId xmlns:a16="http://schemas.microsoft.com/office/drawing/2014/main" id="{671AE849-EAC6-4C00-8CCF-90A86E7CC912}"/>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9">
              <a:extLst>
                <a:ext uri="{FF2B5EF4-FFF2-40B4-BE49-F238E27FC236}">
                  <a16:creationId xmlns:a16="http://schemas.microsoft.com/office/drawing/2014/main" id="{B5041B08-F7D1-4C2E-8D19-79632DAAF832}"/>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0">
              <a:extLst>
                <a:ext uri="{FF2B5EF4-FFF2-40B4-BE49-F238E27FC236}">
                  <a16:creationId xmlns:a16="http://schemas.microsoft.com/office/drawing/2014/main" id="{8457073A-AABD-4F10-8EDA-F29A99D4A4FC}"/>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1">
              <a:extLst>
                <a:ext uri="{FF2B5EF4-FFF2-40B4-BE49-F238E27FC236}">
                  <a16:creationId xmlns:a16="http://schemas.microsoft.com/office/drawing/2014/main" id="{ACB58927-BE5B-464A-BC89-0ACA833347AC}"/>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2">
              <a:extLst>
                <a:ext uri="{FF2B5EF4-FFF2-40B4-BE49-F238E27FC236}">
                  <a16:creationId xmlns:a16="http://schemas.microsoft.com/office/drawing/2014/main" id="{B9FD7884-F562-4914-AF34-438665C2C9B7}"/>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3">
              <a:extLst>
                <a:ext uri="{FF2B5EF4-FFF2-40B4-BE49-F238E27FC236}">
                  <a16:creationId xmlns:a16="http://schemas.microsoft.com/office/drawing/2014/main" id="{8C2CF449-A46E-4C86-AF89-A28D51BD9508}"/>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4">
              <a:extLst>
                <a:ext uri="{FF2B5EF4-FFF2-40B4-BE49-F238E27FC236}">
                  <a16:creationId xmlns:a16="http://schemas.microsoft.com/office/drawing/2014/main" id="{B23249F3-6415-4925-89FD-4F28EDEEB029}"/>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5">
              <a:extLst>
                <a:ext uri="{FF2B5EF4-FFF2-40B4-BE49-F238E27FC236}">
                  <a16:creationId xmlns:a16="http://schemas.microsoft.com/office/drawing/2014/main" id="{2FE5A406-4CBC-46F2-9B70-8508DF379E6E}"/>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6">
              <a:extLst>
                <a:ext uri="{FF2B5EF4-FFF2-40B4-BE49-F238E27FC236}">
                  <a16:creationId xmlns:a16="http://schemas.microsoft.com/office/drawing/2014/main" id="{FE7E7936-5783-460E-BECF-C9EBE707D47E}"/>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7">
              <a:extLst>
                <a:ext uri="{FF2B5EF4-FFF2-40B4-BE49-F238E27FC236}">
                  <a16:creationId xmlns:a16="http://schemas.microsoft.com/office/drawing/2014/main" id="{90AB260D-129C-4AE7-AC4A-E4196B94559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8">
              <a:extLst>
                <a:ext uri="{FF2B5EF4-FFF2-40B4-BE49-F238E27FC236}">
                  <a16:creationId xmlns:a16="http://schemas.microsoft.com/office/drawing/2014/main" id="{95E4C90E-33B5-4D04-B027-8EE9957444E5}"/>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9">
              <a:extLst>
                <a:ext uri="{FF2B5EF4-FFF2-40B4-BE49-F238E27FC236}">
                  <a16:creationId xmlns:a16="http://schemas.microsoft.com/office/drawing/2014/main" id="{97E5A2BB-9EAF-4C76-BFF9-4FF7D9392B8A}"/>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60">
              <a:extLst>
                <a:ext uri="{FF2B5EF4-FFF2-40B4-BE49-F238E27FC236}">
                  <a16:creationId xmlns:a16="http://schemas.microsoft.com/office/drawing/2014/main" id="{DC9ED6B6-5B70-4C2B-BA44-369AB62B2933}"/>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61">
              <a:extLst>
                <a:ext uri="{FF2B5EF4-FFF2-40B4-BE49-F238E27FC236}">
                  <a16:creationId xmlns:a16="http://schemas.microsoft.com/office/drawing/2014/main" id="{190CF93B-6183-45B0-A0BF-6E739480DF12}"/>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62">
              <a:extLst>
                <a:ext uri="{FF2B5EF4-FFF2-40B4-BE49-F238E27FC236}">
                  <a16:creationId xmlns:a16="http://schemas.microsoft.com/office/drawing/2014/main" id="{570888DC-02CE-4B87-B067-A2AF8AD7A400}"/>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63">
              <a:extLst>
                <a:ext uri="{FF2B5EF4-FFF2-40B4-BE49-F238E27FC236}">
                  <a16:creationId xmlns:a16="http://schemas.microsoft.com/office/drawing/2014/main" id="{64553479-A34A-4927-8107-FC038FC974C0}"/>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64">
              <a:extLst>
                <a:ext uri="{FF2B5EF4-FFF2-40B4-BE49-F238E27FC236}">
                  <a16:creationId xmlns:a16="http://schemas.microsoft.com/office/drawing/2014/main" id="{320E8520-7D93-4551-BC73-3F7DF3C7F4B1}"/>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65">
              <a:extLst>
                <a:ext uri="{FF2B5EF4-FFF2-40B4-BE49-F238E27FC236}">
                  <a16:creationId xmlns:a16="http://schemas.microsoft.com/office/drawing/2014/main" id="{9332CF43-A3A8-4307-9C7A-5AAA61A01B89}"/>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66">
              <a:extLst>
                <a:ext uri="{FF2B5EF4-FFF2-40B4-BE49-F238E27FC236}">
                  <a16:creationId xmlns:a16="http://schemas.microsoft.com/office/drawing/2014/main" id="{E4BD8FE5-1DF3-4948-BD6F-EE5EFBA81F90}"/>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67">
              <a:extLst>
                <a:ext uri="{FF2B5EF4-FFF2-40B4-BE49-F238E27FC236}">
                  <a16:creationId xmlns:a16="http://schemas.microsoft.com/office/drawing/2014/main" id="{0157336A-9293-4127-88BD-B784BD3DBADF}"/>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68">
              <a:extLst>
                <a:ext uri="{FF2B5EF4-FFF2-40B4-BE49-F238E27FC236}">
                  <a16:creationId xmlns:a16="http://schemas.microsoft.com/office/drawing/2014/main" id="{E4E9C78B-A497-4358-A01B-EA31E10E5750}"/>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9">
              <a:extLst>
                <a:ext uri="{FF2B5EF4-FFF2-40B4-BE49-F238E27FC236}">
                  <a16:creationId xmlns:a16="http://schemas.microsoft.com/office/drawing/2014/main" id="{6AAB0082-D41D-40F6-9106-77763B9B4E17}"/>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70">
              <a:extLst>
                <a:ext uri="{FF2B5EF4-FFF2-40B4-BE49-F238E27FC236}">
                  <a16:creationId xmlns:a16="http://schemas.microsoft.com/office/drawing/2014/main" id="{6D635491-A58C-4AC5-85FB-4DF00570D698}"/>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71">
              <a:extLst>
                <a:ext uri="{FF2B5EF4-FFF2-40B4-BE49-F238E27FC236}">
                  <a16:creationId xmlns:a16="http://schemas.microsoft.com/office/drawing/2014/main" id="{C38A7C78-E67A-47B0-92D8-416A7104BBA1}"/>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72">
              <a:extLst>
                <a:ext uri="{FF2B5EF4-FFF2-40B4-BE49-F238E27FC236}">
                  <a16:creationId xmlns:a16="http://schemas.microsoft.com/office/drawing/2014/main" id="{9D6CDF27-4AE9-419E-B51A-456333779A9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73">
              <a:extLst>
                <a:ext uri="{FF2B5EF4-FFF2-40B4-BE49-F238E27FC236}">
                  <a16:creationId xmlns:a16="http://schemas.microsoft.com/office/drawing/2014/main" id="{94C0AB8B-2318-451F-8549-ED8822997B20}"/>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74">
              <a:extLst>
                <a:ext uri="{FF2B5EF4-FFF2-40B4-BE49-F238E27FC236}">
                  <a16:creationId xmlns:a16="http://schemas.microsoft.com/office/drawing/2014/main" id="{15A5D815-6975-4159-AD37-58A132A612F1}"/>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75">
              <a:extLst>
                <a:ext uri="{FF2B5EF4-FFF2-40B4-BE49-F238E27FC236}">
                  <a16:creationId xmlns:a16="http://schemas.microsoft.com/office/drawing/2014/main" id="{AEC8A383-F626-4718-825A-63CAD3E9CB8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76">
              <a:extLst>
                <a:ext uri="{FF2B5EF4-FFF2-40B4-BE49-F238E27FC236}">
                  <a16:creationId xmlns:a16="http://schemas.microsoft.com/office/drawing/2014/main" id="{10E95820-C82D-43BA-A449-00C9097AFDEC}"/>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77">
              <a:extLst>
                <a:ext uri="{FF2B5EF4-FFF2-40B4-BE49-F238E27FC236}">
                  <a16:creationId xmlns:a16="http://schemas.microsoft.com/office/drawing/2014/main" id="{64975A46-0C3A-4FA4-8915-3878D1802EE5}"/>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78">
              <a:extLst>
                <a:ext uri="{FF2B5EF4-FFF2-40B4-BE49-F238E27FC236}">
                  <a16:creationId xmlns:a16="http://schemas.microsoft.com/office/drawing/2014/main" id="{61C0D418-BB73-45B9-8592-BA0B24940A92}"/>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9">
              <a:extLst>
                <a:ext uri="{FF2B5EF4-FFF2-40B4-BE49-F238E27FC236}">
                  <a16:creationId xmlns:a16="http://schemas.microsoft.com/office/drawing/2014/main" id="{EED4F072-DF42-45EC-9BFC-17C43A1B3C4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80">
              <a:extLst>
                <a:ext uri="{FF2B5EF4-FFF2-40B4-BE49-F238E27FC236}">
                  <a16:creationId xmlns:a16="http://schemas.microsoft.com/office/drawing/2014/main" id="{EF48850E-F303-4FF8-B947-B6E6F516861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81">
              <a:extLst>
                <a:ext uri="{FF2B5EF4-FFF2-40B4-BE49-F238E27FC236}">
                  <a16:creationId xmlns:a16="http://schemas.microsoft.com/office/drawing/2014/main" id="{07CC7610-FA9C-48CE-BA43-B8A39C3530F1}"/>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82">
              <a:extLst>
                <a:ext uri="{FF2B5EF4-FFF2-40B4-BE49-F238E27FC236}">
                  <a16:creationId xmlns:a16="http://schemas.microsoft.com/office/drawing/2014/main" id="{CDDCB59E-AC95-4504-9EC6-28D7BD60B1BB}"/>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83">
              <a:extLst>
                <a:ext uri="{FF2B5EF4-FFF2-40B4-BE49-F238E27FC236}">
                  <a16:creationId xmlns:a16="http://schemas.microsoft.com/office/drawing/2014/main" id="{F2F31784-86CE-41C0-8E1E-D42AFBCEFDE1}"/>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84">
              <a:extLst>
                <a:ext uri="{FF2B5EF4-FFF2-40B4-BE49-F238E27FC236}">
                  <a16:creationId xmlns:a16="http://schemas.microsoft.com/office/drawing/2014/main" id="{99EA6B0C-9D0C-450A-BD83-FFB7DA7D36F0}"/>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85">
              <a:extLst>
                <a:ext uri="{FF2B5EF4-FFF2-40B4-BE49-F238E27FC236}">
                  <a16:creationId xmlns:a16="http://schemas.microsoft.com/office/drawing/2014/main" id="{F1A5759B-58B6-46EF-9199-3ECCBE1FA3E0}"/>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86">
              <a:extLst>
                <a:ext uri="{FF2B5EF4-FFF2-40B4-BE49-F238E27FC236}">
                  <a16:creationId xmlns:a16="http://schemas.microsoft.com/office/drawing/2014/main" id="{C1F2F24B-3F2E-4CF5-A330-9B674E8CAC8D}"/>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87">
              <a:extLst>
                <a:ext uri="{FF2B5EF4-FFF2-40B4-BE49-F238E27FC236}">
                  <a16:creationId xmlns:a16="http://schemas.microsoft.com/office/drawing/2014/main" id="{BB80FC00-F30B-4064-A655-E7E04A4A9B5B}"/>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88">
              <a:extLst>
                <a:ext uri="{FF2B5EF4-FFF2-40B4-BE49-F238E27FC236}">
                  <a16:creationId xmlns:a16="http://schemas.microsoft.com/office/drawing/2014/main" id="{1499A55F-85F3-4049-B733-9185931A7A1A}"/>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9">
              <a:extLst>
                <a:ext uri="{FF2B5EF4-FFF2-40B4-BE49-F238E27FC236}">
                  <a16:creationId xmlns:a16="http://schemas.microsoft.com/office/drawing/2014/main" id="{94B387FD-4EA6-497E-AC15-310F467F0454}"/>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90">
              <a:extLst>
                <a:ext uri="{FF2B5EF4-FFF2-40B4-BE49-F238E27FC236}">
                  <a16:creationId xmlns:a16="http://schemas.microsoft.com/office/drawing/2014/main" id="{FC025F83-39E8-435E-89CF-0ED7D403A83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91">
              <a:extLst>
                <a:ext uri="{FF2B5EF4-FFF2-40B4-BE49-F238E27FC236}">
                  <a16:creationId xmlns:a16="http://schemas.microsoft.com/office/drawing/2014/main" id="{61C6BE6F-9ABF-4E31-9F8C-94E18472CC2B}"/>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92">
              <a:extLst>
                <a:ext uri="{FF2B5EF4-FFF2-40B4-BE49-F238E27FC236}">
                  <a16:creationId xmlns:a16="http://schemas.microsoft.com/office/drawing/2014/main" id="{DFC9AE48-56D0-46C2-89FE-581B1F9AD7E5}"/>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93">
              <a:extLst>
                <a:ext uri="{FF2B5EF4-FFF2-40B4-BE49-F238E27FC236}">
                  <a16:creationId xmlns:a16="http://schemas.microsoft.com/office/drawing/2014/main" id="{1E142076-2489-4BC7-BFB9-B68DDEB11AA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94">
              <a:extLst>
                <a:ext uri="{FF2B5EF4-FFF2-40B4-BE49-F238E27FC236}">
                  <a16:creationId xmlns:a16="http://schemas.microsoft.com/office/drawing/2014/main" id="{990617BB-28C1-48B5-BCA2-2ECA2866E585}"/>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95">
              <a:extLst>
                <a:ext uri="{FF2B5EF4-FFF2-40B4-BE49-F238E27FC236}">
                  <a16:creationId xmlns:a16="http://schemas.microsoft.com/office/drawing/2014/main" id="{59DA49F6-6D89-43F7-A6B8-797B358131BA}"/>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96">
              <a:extLst>
                <a:ext uri="{FF2B5EF4-FFF2-40B4-BE49-F238E27FC236}">
                  <a16:creationId xmlns:a16="http://schemas.microsoft.com/office/drawing/2014/main" id="{FEFCD655-4C6C-4569-BA03-E2D2CCAF4A2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97">
              <a:extLst>
                <a:ext uri="{FF2B5EF4-FFF2-40B4-BE49-F238E27FC236}">
                  <a16:creationId xmlns:a16="http://schemas.microsoft.com/office/drawing/2014/main" id="{D4DF0571-7C92-49F2-A131-81D93D7CEE73}"/>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98">
              <a:extLst>
                <a:ext uri="{FF2B5EF4-FFF2-40B4-BE49-F238E27FC236}">
                  <a16:creationId xmlns:a16="http://schemas.microsoft.com/office/drawing/2014/main" id="{1B3F3407-EB3E-47AA-9BAA-437171BC0CAB}"/>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9">
              <a:extLst>
                <a:ext uri="{FF2B5EF4-FFF2-40B4-BE49-F238E27FC236}">
                  <a16:creationId xmlns:a16="http://schemas.microsoft.com/office/drawing/2014/main" id="{4F981F75-3B2A-4BEB-9C48-96C82A98CF1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800">
              <a:extLst>
                <a:ext uri="{FF2B5EF4-FFF2-40B4-BE49-F238E27FC236}">
                  <a16:creationId xmlns:a16="http://schemas.microsoft.com/office/drawing/2014/main" id="{0D67F450-CBEA-43C8-94C8-9192BCF944CB}"/>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801">
              <a:extLst>
                <a:ext uri="{FF2B5EF4-FFF2-40B4-BE49-F238E27FC236}">
                  <a16:creationId xmlns:a16="http://schemas.microsoft.com/office/drawing/2014/main" id="{4449B880-1760-4269-B111-28AAC5F1EEF3}"/>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802">
              <a:extLst>
                <a:ext uri="{FF2B5EF4-FFF2-40B4-BE49-F238E27FC236}">
                  <a16:creationId xmlns:a16="http://schemas.microsoft.com/office/drawing/2014/main" id="{9ECFD3AE-6ECC-461C-BF80-BDA96C9A4852}"/>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803">
              <a:extLst>
                <a:ext uri="{FF2B5EF4-FFF2-40B4-BE49-F238E27FC236}">
                  <a16:creationId xmlns:a16="http://schemas.microsoft.com/office/drawing/2014/main" id="{CD7DFD1D-8CF5-4592-8AF0-80B9BC6D86DC}"/>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804">
              <a:extLst>
                <a:ext uri="{FF2B5EF4-FFF2-40B4-BE49-F238E27FC236}">
                  <a16:creationId xmlns:a16="http://schemas.microsoft.com/office/drawing/2014/main" id="{7631AB66-097C-43BD-9BFD-28A7B0D1587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805">
              <a:extLst>
                <a:ext uri="{FF2B5EF4-FFF2-40B4-BE49-F238E27FC236}">
                  <a16:creationId xmlns:a16="http://schemas.microsoft.com/office/drawing/2014/main" id="{16AE22B5-10B1-4B2D-88E0-BD099B4CB247}"/>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806">
              <a:extLst>
                <a:ext uri="{FF2B5EF4-FFF2-40B4-BE49-F238E27FC236}">
                  <a16:creationId xmlns:a16="http://schemas.microsoft.com/office/drawing/2014/main" id="{82A0814D-377E-4959-B75A-934D4C3AEE91}"/>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807">
              <a:extLst>
                <a:ext uri="{FF2B5EF4-FFF2-40B4-BE49-F238E27FC236}">
                  <a16:creationId xmlns:a16="http://schemas.microsoft.com/office/drawing/2014/main" id="{70458868-4572-4A38-94E1-ACADA1DCEDE5}"/>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808">
              <a:extLst>
                <a:ext uri="{FF2B5EF4-FFF2-40B4-BE49-F238E27FC236}">
                  <a16:creationId xmlns:a16="http://schemas.microsoft.com/office/drawing/2014/main" id="{5D227276-F4D4-4224-B2CA-6D8527C6FD9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9">
              <a:extLst>
                <a:ext uri="{FF2B5EF4-FFF2-40B4-BE49-F238E27FC236}">
                  <a16:creationId xmlns:a16="http://schemas.microsoft.com/office/drawing/2014/main" id="{1CC437B3-EDEB-4368-B410-DCA70A489321}"/>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10">
              <a:extLst>
                <a:ext uri="{FF2B5EF4-FFF2-40B4-BE49-F238E27FC236}">
                  <a16:creationId xmlns:a16="http://schemas.microsoft.com/office/drawing/2014/main" id="{790FC967-1B1A-4C01-9741-6442F90E9400}"/>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11">
              <a:extLst>
                <a:ext uri="{FF2B5EF4-FFF2-40B4-BE49-F238E27FC236}">
                  <a16:creationId xmlns:a16="http://schemas.microsoft.com/office/drawing/2014/main" id="{B0FF012D-2651-4C3B-94DB-E60F8D282491}"/>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12">
              <a:extLst>
                <a:ext uri="{FF2B5EF4-FFF2-40B4-BE49-F238E27FC236}">
                  <a16:creationId xmlns:a16="http://schemas.microsoft.com/office/drawing/2014/main" id="{BFEA5A03-59AB-4D85-8E85-3C05C48D23D4}"/>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13">
              <a:extLst>
                <a:ext uri="{FF2B5EF4-FFF2-40B4-BE49-F238E27FC236}">
                  <a16:creationId xmlns:a16="http://schemas.microsoft.com/office/drawing/2014/main" id="{6DDA285C-5447-4231-ADA2-2EF494C0F6D7}"/>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14">
              <a:extLst>
                <a:ext uri="{FF2B5EF4-FFF2-40B4-BE49-F238E27FC236}">
                  <a16:creationId xmlns:a16="http://schemas.microsoft.com/office/drawing/2014/main" id="{2EF58DC6-8E79-458B-B162-CE7E212E2A8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20" name="Red text">
            <a:extLst>
              <a:ext uri="{FF2B5EF4-FFF2-40B4-BE49-F238E27FC236}">
                <a16:creationId xmlns:a16="http://schemas.microsoft.com/office/drawing/2014/main" id="{84B60541-A010-40AC-9FB0-2781AC0EE633}"/>
              </a:ext>
            </a:extLst>
          </p:cNvPr>
          <p:cNvSpPr txBox="1"/>
          <p:nvPr/>
        </p:nvSpPr>
        <p:spPr>
          <a:xfrm>
            <a:off x="495300" y="5266769"/>
            <a:ext cx="4202936" cy="707886"/>
          </a:xfrm>
          <a:prstGeom prst="rect">
            <a:avLst/>
          </a:prstGeom>
          <a:noFill/>
        </p:spPr>
        <p:txBody>
          <a:bodyPr wrap="square" rtlCol="0">
            <a:spAutoFit/>
          </a:bodyPr>
          <a:lstStyle/>
          <a:p>
            <a:pPr algn="r"/>
            <a:r>
              <a:rPr lang="en-US" sz="2000" b="1" dirty="0">
                <a:solidFill>
                  <a:srgbClr val="C00000"/>
                </a:solidFill>
                <a:latin typeface="Segoe Print" panose="02000600000000000000" pitchFamily="2" charset="0"/>
              </a:rPr>
              <a:t>Context-aware</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motion control</a:t>
            </a:r>
          </a:p>
        </p:txBody>
      </p:sp>
      <p:pic>
        <p:nvPicPr>
          <p:cNvPr id="122" name="Body">
            <a:extLst>
              <a:ext uri="{FF2B5EF4-FFF2-40B4-BE49-F238E27FC236}">
                <a16:creationId xmlns:a16="http://schemas.microsoft.com/office/drawing/2014/main" id="{96F1C08C-AD02-79C6-20B9-B4088D786A5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97434" y="5403369"/>
            <a:ext cx="789764" cy="1482325"/>
          </a:xfrm>
          <a:prstGeom prst="rect">
            <a:avLst/>
          </a:prstGeom>
        </p:spPr>
      </p:pic>
      <p:pic>
        <p:nvPicPr>
          <p:cNvPr id="123" name="Arm right">
            <a:extLst>
              <a:ext uri="{FF2B5EF4-FFF2-40B4-BE49-F238E27FC236}">
                <a16:creationId xmlns:a16="http://schemas.microsoft.com/office/drawing/2014/main" id="{E19E3D79-06C7-03CE-3EF3-6EC364B26F98}"/>
              </a:ext>
            </a:extLst>
          </p:cNvPr>
          <p:cNvPicPr>
            <a:picLocks noChangeAspect="1"/>
          </p:cNvPicPr>
          <p:nvPr/>
        </p:nvPicPr>
        <p:blipFill>
          <a:blip r:embed="rId5"/>
          <a:stretch>
            <a:fillRect/>
          </a:stretch>
        </p:blipFill>
        <p:spPr>
          <a:xfrm rot="1563813">
            <a:off x="7142638" y="5754102"/>
            <a:ext cx="203585" cy="326807"/>
          </a:xfrm>
          <a:prstGeom prst="rect">
            <a:avLst/>
          </a:prstGeom>
        </p:spPr>
      </p:pic>
      <p:pic>
        <p:nvPicPr>
          <p:cNvPr id="124" name="Arm left">
            <a:extLst>
              <a:ext uri="{FF2B5EF4-FFF2-40B4-BE49-F238E27FC236}">
                <a16:creationId xmlns:a16="http://schemas.microsoft.com/office/drawing/2014/main" id="{4DEC34B5-1AF9-1D52-CD5A-D41842C8EA6A}"/>
              </a:ext>
            </a:extLst>
          </p:cNvPr>
          <p:cNvPicPr>
            <a:picLocks noChangeAspect="1"/>
          </p:cNvPicPr>
          <p:nvPr/>
        </p:nvPicPr>
        <p:blipFill>
          <a:blip r:embed="rId6"/>
          <a:stretch>
            <a:fillRect/>
          </a:stretch>
        </p:blipFill>
        <p:spPr>
          <a:xfrm rot="4364038">
            <a:off x="6818997" y="5825306"/>
            <a:ext cx="253220" cy="257910"/>
          </a:xfrm>
          <a:prstGeom prst="rect">
            <a:avLst/>
          </a:prstGeom>
        </p:spPr>
      </p:pic>
      <p:sp>
        <p:nvSpPr>
          <p:cNvPr id="125" name="Eye 2">
            <a:extLst>
              <a:ext uri="{FF2B5EF4-FFF2-40B4-BE49-F238E27FC236}">
                <a16:creationId xmlns:a16="http://schemas.microsoft.com/office/drawing/2014/main" id="{1275F3D4-510B-4A3F-9C54-DEF3E2B9469C}"/>
              </a:ext>
            </a:extLst>
          </p:cNvPr>
          <p:cNvSpPr/>
          <p:nvPr/>
        </p:nvSpPr>
        <p:spPr>
          <a:xfrm>
            <a:off x="6950486" y="557744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6" name="Eye 1">
            <a:extLst>
              <a:ext uri="{FF2B5EF4-FFF2-40B4-BE49-F238E27FC236}">
                <a16:creationId xmlns:a16="http://schemas.microsoft.com/office/drawing/2014/main" id="{9F113853-64CD-BEC2-A905-F24C7DC98684}"/>
              </a:ext>
            </a:extLst>
          </p:cNvPr>
          <p:cNvSpPr/>
          <p:nvPr/>
        </p:nvSpPr>
        <p:spPr>
          <a:xfrm>
            <a:off x="7087882" y="55726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0" name="!!Smile">
            <a:extLst>
              <a:ext uri="{FF2B5EF4-FFF2-40B4-BE49-F238E27FC236}">
                <a16:creationId xmlns:a16="http://schemas.microsoft.com/office/drawing/2014/main" id="{D80BD8C5-99FA-EB0C-6B6B-171DC1821B33}"/>
              </a:ext>
            </a:extLst>
          </p:cNvPr>
          <p:cNvSpPr/>
          <p:nvPr/>
        </p:nvSpPr>
        <p:spPr>
          <a:xfrm>
            <a:off x="6950486" y="567011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Speech Bubble: Rectangle 19">
            <a:extLst>
              <a:ext uri="{FF2B5EF4-FFF2-40B4-BE49-F238E27FC236}">
                <a16:creationId xmlns:a16="http://schemas.microsoft.com/office/drawing/2014/main" id="{608402BD-AF2D-CA2C-FC67-235E33F718BB}"/>
              </a:ext>
            </a:extLst>
          </p:cNvPr>
          <p:cNvSpPr/>
          <p:nvPr/>
        </p:nvSpPr>
        <p:spPr>
          <a:xfrm>
            <a:off x="7568547" y="5164619"/>
            <a:ext cx="2525537" cy="673164"/>
          </a:xfrm>
          <a:prstGeom prst="wedgeRectCallout">
            <a:avLst>
              <a:gd name="adj1" fmla="val -58821"/>
              <a:gd name="adj2" fmla="val 2418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TextBox 20">
            <a:extLst>
              <a:ext uri="{FF2B5EF4-FFF2-40B4-BE49-F238E27FC236}">
                <a16:creationId xmlns:a16="http://schemas.microsoft.com/office/drawing/2014/main" id="{8E85CF4E-6313-7A76-57C8-73B335F7DD80}"/>
              </a:ext>
            </a:extLst>
          </p:cNvPr>
          <p:cNvSpPr txBox="1"/>
          <p:nvPr/>
        </p:nvSpPr>
        <p:spPr>
          <a:xfrm>
            <a:off x="7599296" y="5143658"/>
            <a:ext cx="252553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That’s what I’m talking ‘bout, Willis!</a:t>
            </a:r>
          </a:p>
        </p:txBody>
      </p:sp>
      <p:sp>
        <p:nvSpPr>
          <p:cNvPr id="2" name="!!Header whiteout">
            <a:extLst>
              <a:ext uri="{FF2B5EF4-FFF2-40B4-BE49-F238E27FC236}">
                <a16:creationId xmlns:a16="http://schemas.microsoft.com/office/drawing/2014/main" id="{63ABFCFF-730F-DDF1-7DF5-31B748AFEB8F}"/>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50506A0E-9833-0A69-BBA0-97BAFEC5281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9255746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1"/>
                                        </p:tgtEl>
                                        <p:attrNameLst>
                                          <p:attrName>style.visibility</p:attrName>
                                        </p:attrNameLst>
                                      </p:cBhvr>
                                      <p:to>
                                        <p:strVal val="visible"/>
                                      </p:to>
                                    </p:set>
                                    <p:animEffect transition="in" filter="fade">
                                      <p:cBhvr>
                                        <p:cTn id="7" dur="500"/>
                                        <p:tgtEl>
                                          <p:spTgt spid="13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2"/>
                                        </p:tgtEl>
                                        <p:attrNameLst>
                                          <p:attrName>style.visibility</p:attrName>
                                        </p:attrNameLst>
                                      </p:cBhvr>
                                      <p:to>
                                        <p:strVal val="visible"/>
                                      </p:to>
                                    </p:set>
                                    <p:animEffect transition="in" filter="fade">
                                      <p:cBhvr>
                                        <p:cTn id="10" dur="500"/>
                                        <p:tgtEl>
                                          <p:spTgt spid="1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animBg="1"/>
      <p:bldP spid="132"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ne1">
            <a:extLst>
              <a:ext uri="{FF2B5EF4-FFF2-40B4-BE49-F238E27FC236}">
                <a16:creationId xmlns:a16="http://schemas.microsoft.com/office/drawing/2014/main" id="{D0DA141E-E39A-4A7C-A241-0A775E793905}"/>
              </a:ext>
            </a:extLst>
          </p:cNvPr>
          <p:cNvSpPr txBox="1"/>
          <p:nvPr/>
        </p:nvSpPr>
        <p:spPr>
          <a:xfrm>
            <a:off x="3861724" y="2057596"/>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2534649"/>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7" name="!!Bulb1">
            <a:extLst>
              <a:ext uri="{FF2B5EF4-FFF2-40B4-BE49-F238E27FC236}">
                <a16:creationId xmlns:a16="http://schemas.microsoft.com/office/drawing/2014/main" id="{C828A785-7C4A-45DE-9E9A-B2073BB242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78078" y="3411812"/>
            <a:ext cx="567291" cy="532779"/>
          </a:xfrm>
          <a:prstGeom prst="rect">
            <a:avLst/>
          </a:prstGeom>
        </p:spPr>
      </p:pic>
      <p:sp>
        <p:nvSpPr>
          <p:cNvPr id="11" name="TextBox 10">
            <a:extLst>
              <a:ext uri="{FF2B5EF4-FFF2-40B4-BE49-F238E27FC236}">
                <a16:creationId xmlns:a16="http://schemas.microsoft.com/office/drawing/2014/main" id="{1FAA8232-1F2A-433A-A729-8A8E8616B95B}"/>
              </a:ext>
            </a:extLst>
          </p:cNvPr>
          <p:cNvSpPr txBox="1"/>
          <p:nvPr/>
        </p:nvSpPr>
        <p:spPr>
          <a:xfrm>
            <a:off x="4250267" y="348397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pic>
        <p:nvPicPr>
          <p:cNvPr id="20" name="!!Bulb2">
            <a:extLst>
              <a:ext uri="{FF2B5EF4-FFF2-40B4-BE49-F238E27FC236}">
                <a16:creationId xmlns:a16="http://schemas.microsoft.com/office/drawing/2014/main" id="{77BF65C7-6AB4-4667-888B-C68245DD940C}"/>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068749"/>
            <a:ext cx="567291" cy="532779"/>
          </a:xfrm>
          <a:prstGeom prst="rect">
            <a:avLst/>
          </a:prstGeom>
        </p:spPr>
      </p:pic>
      <p:sp>
        <p:nvSpPr>
          <p:cNvPr id="21" name="TextBox 20">
            <a:extLst>
              <a:ext uri="{FF2B5EF4-FFF2-40B4-BE49-F238E27FC236}">
                <a16:creationId xmlns:a16="http://schemas.microsoft.com/office/drawing/2014/main" id="{7877344C-D450-46F8-B212-2EC7E7EAAD7E}"/>
              </a:ext>
            </a:extLst>
          </p:cNvPr>
          <p:cNvSpPr txBox="1"/>
          <p:nvPr/>
        </p:nvSpPr>
        <p:spPr>
          <a:xfrm>
            <a:off x="4250267" y="4140911"/>
            <a:ext cx="4700434"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Smart automations</a:t>
            </a:r>
            <a:r>
              <a:rPr lang="en-US" dirty="0">
                <a:solidFill>
                  <a:srgbClr val="2D3E50"/>
                </a:solidFill>
                <a:latin typeface="Roboto" panose="02000000000000000000" pitchFamily="2" charset="0"/>
                <a:ea typeface="Roboto" panose="02000000000000000000" pitchFamily="2" charset="0"/>
              </a:rPr>
              <a:t> beat </a:t>
            </a:r>
            <a:r>
              <a:rPr lang="en-US" b="1" dirty="0">
                <a:solidFill>
                  <a:srgbClr val="2D3E50"/>
                </a:solidFill>
                <a:latin typeface="Roboto" panose="02000000000000000000" pitchFamily="2" charset="0"/>
                <a:ea typeface="Roboto" panose="02000000000000000000" pitchFamily="2" charset="0"/>
              </a:rPr>
              <a:t>dumb automations</a:t>
            </a:r>
            <a:endParaRPr lang="en-US" b="1" dirty="0"/>
          </a:p>
        </p:txBody>
      </p:sp>
      <p:pic>
        <p:nvPicPr>
          <p:cNvPr id="17" name="!!Bulb3">
            <a:extLst>
              <a:ext uri="{FF2B5EF4-FFF2-40B4-BE49-F238E27FC236}">
                <a16:creationId xmlns:a16="http://schemas.microsoft.com/office/drawing/2014/main" id="{767EC982-3ABE-410D-9C1A-70586BD3377E}"/>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725686"/>
            <a:ext cx="567291" cy="532779"/>
          </a:xfrm>
          <a:prstGeom prst="rect">
            <a:avLst/>
          </a:prstGeom>
        </p:spPr>
      </p:pic>
      <p:sp>
        <p:nvSpPr>
          <p:cNvPr id="18" name="TextBox 17">
            <a:extLst>
              <a:ext uri="{FF2B5EF4-FFF2-40B4-BE49-F238E27FC236}">
                <a16:creationId xmlns:a16="http://schemas.microsoft.com/office/drawing/2014/main" id="{157B2B7A-58A8-4213-9469-4CC2C06CDD79}"/>
              </a:ext>
            </a:extLst>
          </p:cNvPr>
          <p:cNvSpPr txBox="1"/>
          <p:nvPr/>
        </p:nvSpPr>
        <p:spPr>
          <a:xfrm>
            <a:off x="4250267" y="4797848"/>
            <a:ext cx="5461000" cy="369332"/>
          </a:xfrm>
          <a:prstGeom prst="rect">
            <a:avLst/>
          </a:prstGeom>
          <a:noFill/>
        </p:spPr>
        <p:txBody>
          <a:bodyPr wrap="square" rtlCol="0">
            <a:spAutoFit/>
          </a:bodyPr>
          <a:lstStyle/>
          <a:p>
            <a:r>
              <a:rPr lang="en-US" dirty="0">
                <a:solidFill>
                  <a:srgbClr val="2D3E50"/>
                </a:solidFill>
                <a:latin typeface="Roboto" panose="02000000000000000000" pitchFamily="2" charset="0"/>
                <a:ea typeface="Roboto" panose="02000000000000000000" pitchFamily="2" charset="0"/>
              </a:rPr>
              <a:t>DGAF what happens to </a:t>
            </a:r>
            <a:r>
              <a:rPr lang="en-US" b="1" dirty="0">
                <a:solidFill>
                  <a:srgbClr val="2D3E50"/>
                </a:solidFill>
                <a:latin typeface="Roboto" panose="02000000000000000000" pitchFamily="2" charset="0"/>
                <a:ea typeface="Roboto" panose="02000000000000000000" pitchFamily="2" charset="0"/>
              </a:rPr>
              <a:t>someone else’s computers</a:t>
            </a:r>
            <a:endParaRPr lang="en-US" dirty="0"/>
          </a:p>
        </p:txBody>
      </p:sp>
      <p:sp>
        <p:nvSpPr>
          <p:cNvPr id="216" name="Header whiteout">
            <a:extLst>
              <a:ext uri="{FF2B5EF4-FFF2-40B4-BE49-F238E27FC236}">
                <a16:creationId xmlns:a16="http://schemas.microsoft.com/office/drawing/2014/main" id="{E4FEBDD2-0824-42D6-9314-281AB36826EE}"/>
              </a:ext>
            </a:extLst>
          </p:cNvPr>
          <p:cNvSpPr/>
          <p:nvPr/>
        </p:nvSpPr>
        <p:spPr>
          <a:xfrm>
            <a:off x="-10933" y="8983"/>
            <a:ext cx="12191999" cy="528777"/>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Body">
            <a:extLst>
              <a:ext uri="{FF2B5EF4-FFF2-40B4-BE49-F238E27FC236}">
                <a16:creationId xmlns:a16="http://schemas.microsoft.com/office/drawing/2014/main" id="{0456F53B-98D6-0BF6-CDF3-EC3C13CD8D8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97434" y="6889269"/>
            <a:ext cx="789764" cy="1482325"/>
          </a:xfrm>
          <a:prstGeom prst="rect">
            <a:avLst/>
          </a:prstGeom>
        </p:spPr>
      </p:pic>
      <p:pic>
        <p:nvPicPr>
          <p:cNvPr id="28" name="Arm right">
            <a:extLst>
              <a:ext uri="{FF2B5EF4-FFF2-40B4-BE49-F238E27FC236}">
                <a16:creationId xmlns:a16="http://schemas.microsoft.com/office/drawing/2014/main" id="{73510B91-97D7-2E15-0C12-2D1149D58F6D}"/>
              </a:ext>
            </a:extLst>
          </p:cNvPr>
          <p:cNvPicPr>
            <a:picLocks noChangeAspect="1"/>
          </p:cNvPicPr>
          <p:nvPr/>
        </p:nvPicPr>
        <p:blipFill>
          <a:blip r:embed="rId5"/>
          <a:stretch>
            <a:fillRect/>
          </a:stretch>
        </p:blipFill>
        <p:spPr>
          <a:xfrm rot="1563813">
            <a:off x="7142638" y="7240002"/>
            <a:ext cx="203585" cy="326807"/>
          </a:xfrm>
          <a:prstGeom prst="rect">
            <a:avLst/>
          </a:prstGeom>
        </p:spPr>
      </p:pic>
      <p:pic>
        <p:nvPicPr>
          <p:cNvPr id="29" name="Arm left">
            <a:extLst>
              <a:ext uri="{FF2B5EF4-FFF2-40B4-BE49-F238E27FC236}">
                <a16:creationId xmlns:a16="http://schemas.microsoft.com/office/drawing/2014/main" id="{2A9112AF-A244-75A1-3095-786DACDC4F4B}"/>
              </a:ext>
            </a:extLst>
          </p:cNvPr>
          <p:cNvPicPr>
            <a:picLocks noChangeAspect="1"/>
          </p:cNvPicPr>
          <p:nvPr/>
        </p:nvPicPr>
        <p:blipFill>
          <a:blip r:embed="rId6"/>
          <a:stretch>
            <a:fillRect/>
          </a:stretch>
        </p:blipFill>
        <p:spPr>
          <a:xfrm rot="4364038">
            <a:off x="6818997" y="7311206"/>
            <a:ext cx="253220" cy="257910"/>
          </a:xfrm>
          <a:prstGeom prst="rect">
            <a:avLst/>
          </a:prstGeom>
        </p:spPr>
      </p:pic>
      <p:sp>
        <p:nvSpPr>
          <p:cNvPr id="30" name="Eye 2">
            <a:extLst>
              <a:ext uri="{FF2B5EF4-FFF2-40B4-BE49-F238E27FC236}">
                <a16:creationId xmlns:a16="http://schemas.microsoft.com/office/drawing/2014/main" id="{9656AA78-81F1-DB7C-A3C1-145373EFDB45}"/>
              </a:ext>
            </a:extLst>
          </p:cNvPr>
          <p:cNvSpPr/>
          <p:nvPr/>
        </p:nvSpPr>
        <p:spPr>
          <a:xfrm>
            <a:off x="6950486" y="706334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1" name="Eye 1">
            <a:extLst>
              <a:ext uri="{FF2B5EF4-FFF2-40B4-BE49-F238E27FC236}">
                <a16:creationId xmlns:a16="http://schemas.microsoft.com/office/drawing/2014/main" id="{6AE8E676-43E5-CB06-0901-61484FFFAC4F}"/>
              </a:ext>
            </a:extLst>
          </p:cNvPr>
          <p:cNvSpPr/>
          <p:nvPr/>
        </p:nvSpPr>
        <p:spPr>
          <a:xfrm>
            <a:off x="7087882" y="70585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Smile">
            <a:extLst>
              <a:ext uri="{FF2B5EF4-FFF2-40B4-BE49-F238E27FC236}">
                <a16:creationId xmlns:a16="http://schemas.microsoft.com/office/drawing/2014/main" id="{059D6304-BCCC-0B5E-4054-2F663AA77BDB}"/>
              </a:ext>
            </a:extLst>
          </p:cNvPr>
          <p:cNvSpPr/>
          <p:nvPr/>
        </p:nvSpPr>
        <p:spPr>
          <a:xfrm>
            <a:off x="6950486" y="715601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AB923FBB-63C1-4C47-6212-15548481109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40A77E62-E2BA-9C36-AF82-E14A5AC04A16}"/>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40751258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ulb1">
            <a:extLst>
              <a:ext uri="{FF2B5EF4-FFF2-40B4-BE49-F238E27FC236}">
                <a16:creationId xmlns:a16="http://schemas.microsoft.com/office/drawing/2014/main" id="{055B480A-2DAD-4869-9B5F-98EC4A310D04}"/>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78078" y="3411812"/>
            <a:ext cx="567291" cy="532779"/>
          </a:xfrm>
          <a:prstGeom prst="rect">
            <a:avLst/>
          </a:prstGeom>
        </p:spPr>
      </p:pic>
      <p:sp>
        <p:nvSpPr>
          <p:cNvPr id="22" name="TextBox 21">
            <a:extLst>
              <a:ext uri="{FF2B5EF4-FFF2-40B4-BE49-F238E27FC236}">
                <a16:creationId xmlns:a16="http://schemas.microsoft.com/office/drawing/2014/main" id="{C390C4CF-5C3A-4C85-AA78-067BD4A74213}"/>
              </a:ext>
            </a:extLst>
          </p:cNvPr>
          <p:cNvSpPr txBox="1"/>
          <p:nvPr/>
        </p:nvSpPr>
        <p:spPr>
          <a:xfrm>
            <a:off x="4250267" y="348397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Automation</a:t>
            </a:r>
            <a:r>
              <a:rPr lang="en-US" dirty="0">
                <a:solidFill>
                  <a:srgbClr val="2D3E50"/>
                </a:solidFill>
                <a:latin typeface="Roboto" panose="02000000000000000000" pitchFamily="2" charset="0"/>
                <a:ea typeface="Roboto" panose="02000000000000000000" pitchFamily="2" charset="0"/>
              </a:rPr>
              <a:t> is better than </a:t>
            </a:r>
            <a:r>
              <a:rPr lang="en-US" b="1" dirty="0">
                <a:solidFill>
                  <a:srgbClr val="2D3E50"/>
                </a:solidFill>
                <a:latin typeface="Roboto" panose="02000000000000000000" pitchFamily="2" charset="0"/>
                <a:ea typeface="Roboto" panose="02000000000000000000" pitchFamily="2" charset="0"/>
              </a:rPr>
              <a:t>control</a:t>
            </a:r>
          </a:p>
        </p:txBody>
      </p:sp>
      <p:pic>
        <p:nvPicPr>
          <p:cNvPr id="23" name="!!Bulb2">
            <a:extLst>
              <a:ext uri="{FF2B5EF4-FFF2-40B4-BE49-F238E27FC236}">
                <a16:creationId xmlns:a16="http://schemas.microsoft.com/office/drawing/2014/main" id="{ADE8AA07-7D01-4522-9676-CA328BD825D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068749"/>
            <a:ext cx="567291" cy="532779"/>
          </a:xfrm>
          <a:prstGeom prst="rect">
            <a:avLst/>
          </a:prstGeom>
        </p:spPr>
      </p:pic>
      <p:sp>
        <p:nvSpPr>
          <p:cNvPr id="24" name="TextBox 23">
            <a:extLst>
              <a:ext uri="{FF2B5EF4-FFF2-40B4-BE49-F238E27FC236}">
                <a16:creationId xmlns:a16="http://schemas.microsoft.com/office/drawing/2014/main" id="{614BEA20-EAF6-4CDB-A1A8-6A1672A8B8AE}"/>
              </a:ext>
            </a:extLst>
          </p:cNvPr>
          <p:cNvSpPr txBox="1"/>
          <p:nvPr/>
        </p:nvSpPr>
        <p:spPr>
          <a:xfrm>
            <a:off x="4250267" y="4140911"/>
            <a:ext cx="4700434"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Smart automations</a:t>
            </a:r>
            <a:r>
              <a:rPr lang="en-US" dirty="0">
                <a:solidFill>
                  <a:srgbClr val="2D3E50"/>
                </a:solidFill>
                <a:latin typeface="Roboto" panose="02000000000000000000" pitchFamily="2" charset="0"/>
                <a:ea typeface="Roboto" panose="02000000000000000000" pitchFamily="2" charset="0"/>
              </a:rPr>
              <a:t> beat </a:t>
            </a:r>
            <a:r>
              <a:rPr lang="en-US" b="1" dirty="0">
                <a:solidFill>
                  <a:srgbClr val="2D3E50"/>
                </a:solidFill>
                <a:latin typeface="Roboto" panose="02000000000000000000" pitchFamily="2" charset="0"/>
                <a:ea typeface="Roboto" panose="02000000000000000000" pitchFamily="2" charset="0"/>
              </a:rPr>
              <a:t>dumb automations</a:t>
            </a:r>
            <a:endParaRPr lang="en-US" b="1" dirty="0"/>
          </a:p>
        </p:txBody>
      </p:sp>
      <p:pic>
        <p:nvPicPr>
          <p:cNvPr id="25" name="!!Bulb3">
            <a:extLst>
              <a:ext uri="{FF2B5EF4-FFF2-40B4-BE49-F238E27FC236}">
                <a16:creationId xmlns:a16="http://schemas.microsoft.com/office/drawing/2014/main" id="{E88E4A34-DC9F-4442-9B7A-C6B9FAE69150}"/>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4725686"/>
            <a:ext cx="567291" cy="532779"/>
          </a:xfrm>
          <a:prstGeom prst="rect">
            <a:avLst/>
          </a:prstGeom>
        </p:spPr>
      </p:pic>
      <p:sp>
        <p:nvSpPr>
          <p:cNvPr id="135" name="TextBox 134">
            <a:extLst>
              <a:ext uri="{FF2B5EF4-FFF2-40B4-BE49-F238E27FC236}">
                <a16:creationId xmlns:a16="http://schemas.microsoft.com/office/drawing/2014/main" id="{66AF129C-EF68-41F4-BD9E-66CC3390AA87}"/>
              </a:ext>
            </a:extLst>
          </p:cNvPr>
          <p:cNvSpPr txBox="1"/>
          <p:nvPr/>
        </p:nvSpPr>
        <p:spPr>
          <a:xfrm>
            <a:off x="4250267" y="4797848"/>
            <a:ext cx="5461000" cy="369332"/>
          </a:xfrm>
          <a:prstGeom prst="rect">
            <a:avLst/>
          </a:prstGeom>
          <a:noFill/>
        </p:spPr>
        <p:txBody>
          <a:bodyPr wrap="square" rtlCol="0">
            <a:spAutoFit/>
          </a:bodyPr>
          <a:lstStyle/>
          <a:p>
            <a:r>
              <a:rPr lang="en-US" dirty="0">
                <a:solidFill>
                  <a:srgbClr val="2D3E50"/>
                </a:solidFill>
                <a:latin typeface="Roboto" panose="02000000000000000000" pitchFamily="2" charset="0"/>
                <a:ea typeface="Roboto" panose="02000000000000000000" pitchFamily="2" charset="0"/>
              </a:rPr>
              <a:t>DGAF what happens to </a:t>
            </a:r>
            <a:r>
              <a:rPr lang="en-US" b="1" dirty="0">
                <a:solidFill>
                  <a:srgbClr val="2D3E50"/>
                </a:solidFill>
                <a:latin typeface="Roboto" panose="02000000000000000000" pitchFamily="2" charset="0"/>
                <a:ea typeface="Roboto" panose="02000000000000000000" pitchFamily="2" charset="0"/>
              </a:rPr>
              <a:t>someone else’s computers</a:t>
            </a:r>
            <a:endParaRPr lang="en-US" dirty="0"/>
          </a:p>
        </p:txBody>
      </p:sp>
      <p:pic>
        <p:nvPicPr>
          <p:cNvPr id="133" name="!!Bulb4">
            <a:extLst>
              <a:ext uri="{FF2B5EF4-FFF2-40B4-BE49-F238E27FC236}">
                <a16:creationId xmlns:a16="http://schemas.microsoft.com/office/drawing/2014/main" id="{F59EEAF4-C412-41E0-8D0D-7C0BD1B1DB86}"/>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562760" y="5398133"/>
            <a:ext cx="567291" cy="532779"/>
          </a:xfrm>
          <a:prstGeom prst="rect">
            <a:avLst/>
          </a:prstGeom>
        </p:spPr>
      </p:pic>
      <p:sp>
        <p:nvSpPr>
          <p:cNvPr id="134" name="TextBox 133">
            <a:extLst>
              <a:ext uri="{FF2B5EF4-FFF2-40B4-BE49-F238E27FC236}">
                <a16:creationId xmlns:a16="http://schemas.microsoft.com/office/drawing/2014/main" id="{CB2793AB-2DD1-4D29-B8EA-61DFEF3D3A29}"/>
              </a:ext>
            </a:extLst>
          </p:cNvPr>
          <p:cNvSpPr txBox="1"/>
          <p:nvPr/>
        </p:nvSpPr>
        <p:spPr>
          <a:xfrm>
            <a:off x="4250266" y="5470295"/>
            <a:ext cx="4840393" cy="369332"/>
          </a:xfrm>
          <a:prstGeom prst="rect">
            <a:avLst/>
          </a:prstGeom>
          <a:noFill/>
        </p:spPr>
        <p:txBody>
          <a:bodyPr wrap="square" rtlCol="0">
            <a:spAutoFit/>
          </a:bodyPr>
          <a:lstStyle/>
          <a:p>
            <a:r>
              <a:rPr lang="en-US" dirty="0">
                <a:solidFill>
                  <a:srgbClr val="2D3E50"/>
                </a:solidFill>
                <a:latin typeface="Roboto" panose="02000000000000000000" pitchFamily="2" charset="0"/>
                <a:ea typeface="Roboto" panose="02000000000000000000" pitchFamily="2" charset="0"/>
              </a:rPr>
              <a:t>Works for </a:t>
            </a:r>
            <a:r>
              <a:rPr lang="en-US" b="1" dirty="0">
                <a:solidFill>
                  <a:srgbClr val="2D3E50"/>
                </a:solidFill>
                <a:latin typeface="Roboto" panose="02000000000000000000" pitchFamily="2" charset="0"/>
                <a:ea typeface="Roboto" panose="02000000000000000000" pitchFamily="2" charset="0"/>
              </a:rPr>
              <a:t>other people</a:t>
            </a:r>
            <a:r>
              <a:rPr lang="en-US" dirty="0">
                <a:solidFill>
                  <a:srgbClr val="2D3E50"/>
                </a:solidFill>
                <a:latin typeface="Roboto" panose="02000000000000000000" pitchFamily="2" charset="0"/>
                <a:ea typeface="Roboto" panose="02000000000000000000" pitchFamily="2" charset="0"/>
              </a:rPr>
              <a:t> too, not just me </a:t>
            </a:r>
            <a:endParaRPr lang="en-US" dirty="0"/>
          </a:p>
        </p:txBody>
      </p:sp>
      <p:sp>
        <p:nvSpPr>
          <p:cNvPr id="3" name="!!Line1">
            <a:extLst>
              <a:ext uri="{FF2B5EF4-FFF2-40B4-BE49-F238E27FC236}">
                <a16:creationId xmlns:a16="http://schemas.microsoft.com/office/drawing/2014/main" id="{D0DA141E-E39A-4A7C-A241-0A775E793905}"/>
              </a:ext>
            </a:extLst>
          </p:cNvPr>
          <p:cNvSpPr txBox="1"/>
          <p:nvPr/>
        </p:nvSpPr>
        <p:spPr>
          <a:xfrm>
            <a:off x="3861724" y="2057596"/>
            <a:ext cx="4469493"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The land of milk and honey</a:t>
            </a:r>
          </a:p>
          <a:p>
            <a:pPr algn="ctr"/>
            <a:endParaRPr lang="en-US" sz="2800" dirty="0"/>
          </a:p>
        </p:txBody>
      </p:sp>
      <p:sp>
        <p:nvSpPr>
          <p:cNvPr id="16" name="Red text">
            <a:extLst>
              <a:ext uri="{FF2B5EF4-FFF2-40B4-BE49-F238E27FC236}">
                <a16:creationId xmlns:a16="http://schemas.microsoft.com/office/drawing/2014/main" id="{C8190B3C-E27E-4423-95C6-C338F8EEAF03}"/>
              </a:ext>
            </a:extLst>
          </p:cNvPr>
          <p:cNvSpPr txBox="1"/>
          <p:nvPr/>
        </p:nvSpPr>
        <p:spPr>
          <a:xfrm>
            <a:off x="3645805" y="2534649"/>
            <a:ext cx="4915128"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(my vision of a truly “smart” home)</a:t>
            </a:r>
          </a:p>
        </p:txBody>
      </p:sp>
      <p:pic>
        <p:nvPicPr>
          <p:cNvPr id="2" name="Person 2">
            <a:extLst>
              <a:ext uri="{FF2B5EF4-FFF2-40B4-BE49-F238E27FC236}">
                <a16:creationId xmlns:a16="http://schemas.microsoft.com/office/drawing/2014/main" id="{D8069E9F-9B45-A012-5166-23ECF2DC97D7}"/>
              </a:ext>
            </a:extLst>
          </p:cNvPr>
          <p:cNvPicPr>
            <a:picLocks noChangeAspect="1"/>
          </p:cNvPicPr>
          <p:nvPr/>
        </p:nvPicPr>
        <p:blipFill>
          <a:blip r:embed="rId4"/>
          <a:stretch>
            <a:fillRect/>
          </a:stretch>
        </p:blipFill>
        <p:spPr>
          <a:xfrm>
            <a:off x="10161750" y="5336361"/>
            <a:ext cx="751489" cy="1513368"/>
          </a:xfrm>
          <a:prstGeom prst="rect">
            <a:avLst/>
          </a:prstGeom>
        </p:spPr>
      </p:pic>
      <p:sp>
        <p:nvSpPr>
          <p:cNvPr id="4" name="!!Speech Bubble: Rectangle 19">
            <a:extLst>
              <a:ext uri="{FF2B5EF4-FFF2-40B4-BE49-F238E27FC236}">
                <a16:creationId xmlns:a16="http://schemas.microsoft.com/office/drawing/2014/main" id="{5D461423-8D0C-C332-DED9-6081815C70A5}"/>
              </a:ext>
            </a:extLst>
          </p:cNvPr>
          <p:cNvSpPr/>
          <p:nvPr/>
        </p:nvSpPr>
        <p:spPr>
          <a:xfrm>
            <a:off x="9988197" y="4256160"/>
            <a:ext cx="2142068" cy="765890"/>
          </a:xfrm>
          <a:prstGeom prst="wedgeRectCallout">
            <a:avLst>
              <a:gd name="adj1" fmla="val -25331"/>
              <a:gd name="adj2" fmla="val 79104"/>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20">
            <a:extLst>
              <a:ext uri="{FF2B5EF4-FFF2-40B4-BE49-F238E27FC236}">
                <a16:creationId xmlns:a16="http://schemas.microsoft.com/office/drawing/2014/main" id="{ABCBA7EE-1BD7-F2E3-872F-DD10B0A8181A}"/>
              </a:ext>
            </a:extLst>
          </p:cNvPr>
          <p:cNvSpPr txBox="1"/>
          <p:nvPr/>
        </p:nvSpPr>
        <p:spPr>
          <a:xfrm>
            <a:off x="9999130" y="4325577"/>
            <a:ext cx="2142068"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How do we get to this promised land?</a:t>
            </a:r>
          </a:p>
        </p:txBody>
      </p:sp>
      <p:sp>
        <p:nvSpPr>
          <p:cNvPr id="6" name="!!Header whiteout">
            <a:extLst>
              <a:ext uri="{FF2B5EF4-FFF2-40B4-BE49-F238E27FC236}">
                <a16:creationId xmlns:a16="http://schemas.microsoft.com/office/drawing/2014/main" id="{5F219CE8-9B98-B3E2-B4E0-D8E0C03124CE}"/>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EB531587-AA24-B90F-319A-CA9B6BC480B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782582719"/>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3715059" y="3173472"/>
            <a:ext cx="4762842"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Hubs, protocols, and devices</a:t>
            </a:r>
          </a:p>
        </p:txBody>
      </p:sp>
      <p:sp>
        <p:nvSpPr>
          <p:cNvPr id="6" name="Red text">
            <a:extLst>
              <a:ext uri="{FF2B5EF4-FFF2-40B4-BE49-F238E27FC236}">
                <a16:creationId xmlns:a16="http://schemas.microsoft.com/office/drawing/2014/main" id="{61FC34EC-CDD9-4F24-333E-71F0AC90D19C}"/>
              </a:ext>
            </a:extLst>
          </p:cNvPr>
          <p:cNvSpPr txBox="1"/>
          <p:nvPr/>
        </p:nvSpPr>
        <p:spPr>
          <a:xfrm>
            <a:off x="1445433" y="5044279"/>
            <a:ext cx="2372765"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Pick one of these</a:t>
            </a:r>
          </a:p>
        </p:txBody>
      </p:sp>
      <p:sp>
        <p:nvSpPr>
          <p:cNvPr id="7" name="Red text">
            <a:extLst>
              <a:ext uri="{FF2B5EF4-FFF2-40B4-BE49-F238E27FC236}">
                <a16:creationId xmlns:a16="http://schemas.microsoft.com/office/drawing/2014/main" id="{82DFB4A6-E763-01F9-211B-88908DB9F24E}"/>
              </a:ext>
            </a:extLst>
          </p:cNvPr>
          <p:cNvSpPr txBox="1"/>
          <p:nvPr/>
        </p:nvSpPr>
        <p:spPr>
          <a:xfrm>
            <a:off x="4521340" y="5044279"/>
            <a:ext cx="2372765" cy="400110"/>
          </a:xfrm>
          <a:prstGeom prst="rect">
            <a:avLst/>
          </a:prstGeom>
          <a:noFill/>
        </p:spPr>
        <p:txBody>
          <a:bodyPr wrap="none" rtlCol="0">
            <a:spAutoFit/>
          </a:bodyPr>
          <a:lstStyle/>
          <a:p>
            <a:r>
              <a:rPr lang="en-US" sz="2000" dirty="0">
                <a:solidFill>
                  <a:srgbClr val="C00000"/>
                </a:solidFill>
                <a:latin typeface="Segoe Print" panose="02000600000000000000" pitchFamily="2" charset="0"/>
              </a:rPr>
              <a:t>Pick one of these</a:t>
            </a:r>
          </a:p>
        </p:txBody>
      </p:sp>
      <p:sp>
        <p:nvSpPr>
          <p:cNvPr id="8" name="Red text">
            <a:extLst>
              <a:ext uri="{FF2B5EF4-FFF2-40B4-BE49-F238E27FC236}">
                <a16:creationId xmlns:a16="http://schemas.microsoft.com/office/drawing/2014/main" id="{0C0E4B02-9B76-BDD2-EB97-24C091867F2E}"/>
              </a:ext>
            </a:extLst>
          </p:cNvPr>
          <p:cNvSpPr txBox="1"/>
          <p:nvPr/>
        </p:nvSpPr>
        <p:spPr>
          <a:xfrm>
            <a:off x="7668491" y="4890391"/>
            <a:ext cx="3023585" cy="707886"/>
          </a:xfrm>
          <a:prstGeom prst="rect">
            <a:avLst/>
          </a:prstGeom>
          <a:noFill/>
        </p:spPr>
        <p:txBody>
          <a:bodyPr wrap="none" rtlCol="0">
            <a:spAutoFit/>
          </a:bodyPr>
          <a:lstStyle/>
          <a:p>
            <a:r>
              <a:rPr lang="en-US" sz="2000" dirty="0">
                <a:solidFill>
                  <a:srgbClr val="C00000"/>
                </a:solidFill>
                <a:latin typeface="Segoe Print" panose="02000600000000000000" pitchFamily="2" charset="0"/>
              </a:rPr>
              <a:t>Pick as many of these</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as you want</a:t>
            </a:r>
          </a:p>
        </p:txBody>
      </p:sp>
      <p:cxnSp>
        <p:nvCxnSpPr>
          <p:cNvPr id="10" name="Straight Arrow Connector 9">
            <a:extLst>
              <a:ext uri="{FF2B5EF4-FFF2-40B4-BE49-F238E27FC236}">
                <a16:creationId xmlns:a16="http://schemas.microsoft.com/office/drawing/2014/main" id="{4DF26750-A64A-2203-F677-0B06AA987F5C}"/>
              </a:ext>
            </a:extLst>
          </p:cNvPr>
          <p:cNvCxnSpPr>
            <a:cxnSpLocks/>
            <a:stCxn id="6" idx="0"/>
          </p:cNvCxnSpPr>
          <p:nvPr/>
        </p:nvCxnSpPr>
        <p:spPr>
          <a:xfrm flipV="1">
            <a:off x="2631816" y="3618854"/>
            <a:ext cx="1648515" cy="1425425"/>
          </a:xfrm>
          <a:prstGeom prst="straightConnector1">
            <a:avLst/>
          </a:prstGeom>
          <a:ln>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A3ABF45-8AC1-205F-51EF-7D7E28035ABC}"/>
              </a:ext>
            </a:extLst>
          </p:cNvPr>
          <p:cNvCxnSpPr>
            <a:cxnSpLocks/>
          </p:cNvCxnSpPr>
          <p:nvPr/>
        </p:nvCxnSpPr>
        <p:spPr>
          <a:xfrm flipV="1">
            <a:off x="5707723" y="3618854"/>
            <a:ext cx="0" cy="1271537"/>
          </a:xfrm>
          <a:prstGeom prst="straightConnector1">
            <a:avLst/>
          </a:prstGeom>
          <a:ln>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8C7998E-7534-30C3-7D9B-736B60652CD6}"/>
              </a:ext>
            </a:extLst>
          </p:cNvPr>
          <p:cNvCxnSpPr>
            <a:cxnSpLocks/>
          </p:cNvCxnSpPr>
          <p:nvPr/>
        </p:nvCxnSpPr>
        <p:spPr>
          <a:xfrm flipH="1" flipV="1">
            <a:off x="7968974" y="3618854"/>
            <a:ext cx="1017767" cy="1271537"/>
          </a:xfrm>
          <a:prstGeom prst="straightConnector1">
            <a:avLst/>
          </a:prstGeom>
          <a:ln>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ED8457C5-658C-FD06-C8DC-BCF887E7B55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00065" y="6995056"/>
            <a:ext cx="3195591" cy="2732108"/>
          </a:xfrm>
          <a:prstGeom prst="rect">
            <a:avLst/>
          </a:prstGeom>
        </p:spPr>
      </p:pic>
      <p:sp>
        <p:nvSpPr>
          <p:cNvPr id="26" name="!!Open door">
            <a:extLst>
              <a:ext uri="{FF2B5EF4-FFF2-40B4-BE49-F238E27FC236}">
                <a16:creationId xmlns:a16="http://schemas.microsoft.com/office/drawing/2014/main" id="{8EB1650B-000D-D02D-FC95-613D89BF95DF}"/>
              </a:ext>
            </a:extLst>
          </p:cNvPr>
          <p:cNvSpPr/>
          <p:nvPr/>
        </p:nvSpPr>
        <p:spPr>
          <a:xfrm>
            <a:off x="2024352" y="7817883"/>
            <a:ext cx="2108200" cy="457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Open a door</a:t>
            </a:r>
          </a:p>
        </p:txBody>
      </p:sp>
      <p:sp>
        <p:nvSpPr>
          <p:cNvPr id="27" name="!!Lights on">
            <a:extLst>
              <a:ext uri="{FF2B5EF4-FFF2-40B4-BE49-F238E27FC236}">
                <a16:creationId xmlns:a16="http://schemas.microsoft.com/office/drawing/2014/main" id="{7A579229-23C6-F1C3-50CA-CE3C5264DA0A}"/>
              </a:ext>
            </a:extLst>
          </p:cNvPr>
          <p:cNvSpPr/>
          <p:nvPr/>
        </p:nvSpPr>
        <p:spPr>
          <a:xfrm>
            <a:off x="8059448" y="7818870"/>
            <a:ext cx="2108200" cy="457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Lights turn on</a:t>
            </a:r>
          </a:p>
        </p:txBody>
      </p:sp>
      <p:pic>
        <p:nvPicPr>
          <p:cNvPr id="28" name="!!Bulb">
            <a:extLst>
              <a:ext uri="{FF2B5EF4-FFF2-40B4-BE49-F238E27FC236}">
                <a16:creationId xmlns:a16="http://schemas.microsoft.com/office/drawing/2014/main" id="{62AAB64F-B64E-587A-63E8-25C3A85354CB}"/>
              </a:ext>
            </a:extLst>
          </p:cNvPr>
          <p:cNvPicPr>
            <a:picLocks noChangeAspect="1"/>
          </p:cNvPicPr>
          <p:nvPr/>
        </p:nvPicPr>
        <p:blipFill>
          <a:blip r:embed="rId4">
            <a:extLst>
              <a:ext uri="{28A0092B-C50C-407E-A947-70E740481C1C}">
                <a14:useLocalDpi xmlns:a14="http://schemas.microsoft.com/office/drawing/2010/main"/>
              </a:ext>
            </a:extLst>
          </a:blip>
          <a:srcRect/>
          <a:stretch/>
        </p:blipFill>
        <p:spPr>
          <a:xfrm>
            <a:off x="10325975" y="7332516"/>
            <a:ext cx="1519468" cy="1427934"/>
          </a:xfrm>
          <a:prstGeom prst="rect">
            <a:avLst/>
          </a:prstGeom>
        </p:spPr>
      </p:pic>
      <p:pic>
        <p:nvPicPr>
          <p:cNvPr id="29" name="Body">
            <a:extLst>
              <a:ext uri="{FF2B5EF4-FFF2-40B4-BE49-F238E27FC236}">
                <a16:creationId xmlns:a16="http://schemas.microsoft.com/office/drawing/2014/main" id="{31D71365-D377-16DD-5308-F8971338D5E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54774" y="7280387"/>
            <a:ext cx="789764" cy="1482325"/>
          </a:xfrm>
          <a:prstGeom prst="rect">
            <a:avLst/>
          </a:prstGeom>
        </p:spPr>
      </p:pic>
      <p:pic>
        <p:nvPicPr>
          <p:cNvPr id="30" name="Arm right">
            <a:extLst>
              <a:ext uri="{FF2B5EF4-FFF2-40B4-BE49-F238E27FC236}">
                <a16:creationId xmlns:a16="http://schemas.microsoft.com/office/drawing/2014/main" id="{2BD4E40E-F69E-1400-E87F-4CA75468E911}"/>
              </a:ext>
            </a:extLst>
          </p:cNvPr>
          <p:cNvPicPr>
            <a:picLocks noChangeAspect="1"/>
          </p:cNvPicPr>
          <p:nvPr/>
        </p:nvPicPr>
        <p:blipFill>
          <a:blip r:embed="rId6"/>
          <a:stretch>
            <a:fillRect/>
          </a:stretch>
        </p:blipFill>
        <p:spPr>
          <a:xfrm rot="6236989">
            <a:off x="1076731" y="7809349"/>
            <a:ext cx="203585" cy="326807"/>
          </a:xfrm>
          <a:prstGeom prst="rect">
            <a:avLst/>
          </a:prstGeom>
        </p:spPr>
      </p:pic>
      <p:pic>
        <p:nvPicPr>
          <p:cNvPr id="31" name="Arm left">
            <a:extLst>
              <a:ext uri="{FF2B5EF4-FFF2-40B4-BE49-F238E27FC236}">
                <a16:creationId xmlns:a16="http://schemas.microsoft.com/office/drawing/2014/main" id="{BB61377E-9C59-AF7E-F2C3-CD405B9E5C87}"/>
              </a:ext>
            </a:extLst>
          </p:cNvPr>
          <p:cNvPicPr>
            <a:picLocks noChangeAspect="1"/>
          </p:cNvPicPr>
          <p:nvPr/>
        </p:nvPicPr>
        <p:blipFill>
          <a:blip r:embed="rId7"/>
          <a:stretch>
            <a:fillRect/>
          </a:stretch>
        </p:blipFill>
        <p:spPr>
          <a:xfrm rot="377259">
            <a:off x="776337" y="7834057"/>
            <a:ext cx="253220" cy="257910"/>
          </a:xfrm>
          <a:prstGeom prst="rect">
            <a:avLst/>
          </a:prstGeom>
        </p:spPr>
      </p:pic>
      <p:sp>
        <p:nvSpPr>
          <p:cNvPr id="32" name="Eye 2">
            <a:extLst>
              <a:ext uri="{FF2B5EF4-FFF2-40B4-BE49-F238E27FC236}">
                <a16:creationId xmlns:a16="http://schemas.microsoft.com/office/drawing/2014/main" id="{A1CFDBF2-2A97-6DFA-C716-0CAC28CD7C14}"/>
              </a:ext>
            </a:extLst>
          </p:cNvPr>
          <p:cNvSpPr/>
          <p:nvPr/>
        </p:nvSpPr>
        <p:spPr>
          <a:xfrm>
            <a:off x="907826" y="74544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3" name="Eye 1">
            <a:extLst>
              <a:ext uri="{FF2B5EF4-FFF2-40B4-BE49-F238E27FC236}">
                <a16:creationId xmlns:a16="http://schemas.microsoft.com/office/drawing/2014/main" id="{AF562F6E-83DF-DDBE-3106-099B4DCB3C17}"/>
              </a:ext>
            </a:extLst>
          </p:cNvPr>
          <p:cNvSpPr/>
          <p:nvPr/>
        </p:nvSpPr>
        <p:spPr>
          <a:xfrm>
            <a:off x="1045222" y="744970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Smile">
            <a:extLst>
              <a:ext uri="{FF2B5EF4-FFF2-40B4-BE49-F238E27FC236}">
                <a16:creationId xmlns:a16="http://schemas.microsoft.com/office/drawing/2014/main" id="{23A6267D-3E5E-26DC-2D2C-87AE317D4018}"/>
              </a:ext>
            </a:extLst>
          </p:cNvPr>
          <p:cNvSpPr/>
          <p:nvPr/>
        </p:nvSpPr>
        <p:spPr>
          <a:xfrm>
            <a:off x="907826" y="7547130"/>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8A2F0C34-9E7E-A51F-2E05-C40C6FB8D1A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086D911A-33B9-FFEA-E0E4-398A7169BD5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1788594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pic>
        <p:nvPicPr>
          <p:cNvPr id="2" name="Picture 1">
            <a:extLst>
              <a:ext uri="{FF2B5EF4-FFF2-40B4-BE49-F238E27FC236}">
                <a16:creationId xmlns:a16="http://schemas.microsoft.com/office/drawing/2014/main" id="{72BAF4DA-D071-A5F7-62C3-27EEE899E68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00065" y="3134256"/>
            <a:ext cx="3195591" cy="2732108"/>
          </a:xfrm>
          <a:prstGeom prst="rect">
            <a:avLst/>
          </a:prstGeom>
        </p:spPr>
      </p:pic>
      <p:sp>
        <p:nvSpPr>
          <p:cNvPr id="4" name="!!Open door">
            <a:extLst>
              <a:ext uri="{FF2B5EF4-FFF2-40B4-BE49-F238E27FC236}">
                <a16:creationId xmlns:a16="http://schemas.microsoft.com/office/drawing/2014/main" id="{A81E9EB6-73D8-FB3B-BE37-3F683E5A3CA1}"/>
              </a:ext>
            </a:extLst>
          </p:cNvPr>
          <p:cNvSpPr/>
          <p:nvPr/>
        </p:nvSpPr>
        <p:spPr>
          <a:xfrm>
            <a:off x="2024352" y="3957083"/>
            <a:ext cx="2108200" cy="457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Door opened</a:t>
            </a:r>
          </a:p>
        </p:txBody>
      </p:sp>
      <p:sp>
        <p:nvSpPr>
          <p:cNvPr id="5" name="!!Lights on">
            <a:extLst>
              <a:ext uri="{FF2B5EF4-FFF2-40B4-BE49-F238E27FC236}">
                <a16:creationId xmlns:a16="http://schemas.microsoft.com/office/drawing/2014/main" id="{4BF8E051-F97A-4077-E505-955949BF75E8}"/>
              </a:ext>
            </a:extLst>
          </p:cNvPr>
          <p:cNvSpPr/>
          <p:nvPr/>
        </p:nvSpPr>
        <p:spPr>
          <a:xfrm>
            <a:off x="8059448" y="3958070"/>
            <a:ext cx="2108200" cy="457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Turn on lights</a:t>
            </a:r>
          </a:p>
        </p:txBody>
      </p:sp>
      <p:pic>
        <p:nvPicPr>
          <p:cNvPr id="9" name="!!Bulb">
            <a:extLst>
              <a:ext uri="{FF2B5EF4-FFF2-40B4-BE49-F238E27FC236}">
                <a16:creationId xmlns:a16="http://schemas.microsoft.com/office/drawing/2014/main" id="{53EC736C-2334-E60F-9A61-827822D87E12}"/>
              </a:ext>
            </a:extLst>
          </p:cNvPr>
          <p:cNvPicPr>
            <a:picLocks noChangeAspect="1"/>
          </p:cNvPicPr>
          <p:nvPr/>
        </p:nvPicPr>
        <p:blipFill>
          <a:blip r:embed="rId4">
            <a:extLst>
              <a:ext uri="{28A0092B-C50C-407E-A947-70E740481C1C}">
                <a14:useLocalDpi xmlns:a14="http://schemas.microsoft.com/office/drawing/2010/main"/>
              </a:ext>
            </a:extLst>
          </a:blip>
          <a:srcRect/>
          <a:stretch/>
        </p:blipFill>
        <p:spPr>
          <a:xfrm>
            <a:off x="10325975" y="3471716"/>
            <a:ext cx="1519468" cy="1427934"/>
          </a:xfrm>
          <a:prstGeom prst="rect">
            <a:avLst/>
          </a:prstGeom>
        </p:spPr>
      </p:pic>
      <p:pic>
        <p:nvPicPr>
          <p:cNvPr id="12" name="Body">
            <a:extLst>
              <a:ext uri="{FF2B5EF4-FFF2-40B4-BE49-F238E27FC236}">
                <a16:creationId xmlns:a16="http://schemas.microsoft.com/office/drawing/2014/main" id="{080FD93F-B58C-6B0E-962A-6CC6CA9E6324}"/>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54774" y="3419587"/>
            <a:ext cx="789764" cy="1482325"/>
          </a:xfrm>
          <a:prstGeom prst="rect">
            <a:avLst/>
          </a:prstGeom>
        </p:spPr>
      </p:pic>
      <p:pic>
        <p:nvPicPr>
          <p:cNvPr id="13" name="Arm right">
            <a:extLst>
              <a:ext uri="{FF2B5EF4-FFF2-40B4-BE49-F238E27FC236}">
                <a16:creationId xmlns:a16="http://schemas.microsoft.com/office/drawing/2014/main" id="{4C6F3D1E-1F4C-342E-96B4-67CF254629D0}"/>
              </a:ext>
            </a:extLst>
          </p:cNvPr>
          <p:cNvPicPr>
            <a:picLocks noChangeAspect="1"/>
          </p:cNvPicPr>
          <p:nvPr/>
        </p:nvPicPr>
        <p:blipFill>
          <a:blip r:embed="rId6"/>
          <a:stretch>
            <a:fillRect/>
          </a:stretch>
        </p:blipFill>
        <p:spPr>
          <a:xfrm rot="6236989">
            <a:off x="1076731" y="3948549"/>
            <a:ext cx="203585" cy="326807"/>
          </a:xfrm>
          <a:prstGeom prst="rect">
            <a:avLst/>
          </a:prstGeom>
        </p:spPr>
      </p:pic>
      <p:pic>
        <p:nvPicPr>
          <p:cNvPr id="15" name="Arm left">
            <a:extLst>
              <a:ext uri="{FF2B5EF4-FFF2-40B4-BE49-F238E27FC236}">
                <a16:creationId xmlns:a16="http://schemas.microsoft.com/office/drawing/2014/main" id="{6476239D-8884-9274-6F00-381A6BCFA616}"/>
              </a:ext>
            </a:extLst>
          </p:cNvPr>
          <p:cNvPicPr>
            <a:picLocks noChangeAspect="1"/>
          </p:cNvPicPr>
          <p:nvPr/>
        </p:nvPicPr>
        <p:blipFill>
          <a:blip r:embed="rId7"/>
          <a:stretch>
            <a:fillRect/>
          </a:stretch>
        </p:blipFill>
        <p:spPr>
          <a:xfrm rot="377259">
            <a:off x="776337" y="3973257"/>
            <a:ext cx="253220" cy="257910"/>
          </a:xfrm>
          <a:prstGeom prst="rect">
            <a:avLst/>
          </a:prstGeom>
        </p:spPr>
      </p:pic>
      <p:sp>
        <p:nvSpPr>
          <p:cNvPr id="16" name="Eye 2">
            <a:extLst>
              <a:ext uri="{FF2B5EF4-FFF2-40B4-BE49-F238E27FC236}">
                <a16:creationId xmlns:a16="http://schemas.microsoft.com/office/drawing/2014/main" id="{75AFBC12-A982-8358-A6A7-DD0AE1606554}"/>
              </a:ext>
            </a:extLst>
          </p:cNvPr>
          <p:cNvSpPr/>
          <p:nvPr/>
        </p:nvSpPr>
        <p:spPr>
          <a:xfrm>
            <a:off x="907826" y="35936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Eye 1">
            <a:extLst>
              <a:ext uri="{FF2B5EF4-FFF2-40B4-BE49-F238E27FC236}">
                <a16:creationId xmlns:a16="http://schemas.microsoft.com/office/drawing/2014/main" id="{5B3DBAC4-6F91-C1F8-A327-D7E3E6681101}"/>
              </a:ext>
            </a:extLst>
          </p:cNvPr>
          <p:cNvSpPr/>
          <p:nvPr/>
        </p:nvSpPr>
        <p:spPr>
          <a:xfrm>
            <a:off x="1045222" y="358890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8" name="!!Smile">
            <a:extLst>
              <a:ext uri="{FF2B5EF4-FFF2-40B4-BE49-F238E27FC236}">
                <a16:creationId xmlns:a16="http://schemas.microsoft.com/office/drawing/2014/main" id="{3F5CA07A-5CB4-1887-2848-C24453995FF4}"/>
              </a:ext>
            </a:extLst>
          </p:cNvPr>
          <p:cNvSpPr/>
          <p:nvPr/>
        </p:nvSpPr>
        <p:spPr>
          <a:xfrm>
            <a:off x="907826" y="3686330"/>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whiteout">
            <a:extLst>
              <a:ext uri="{FF2B5EF4-FFF2-40B4-BE49-F238E27FC236}">
                <a16:creationId xmlns:a16="http://schemas.microsoft.com/office/drawing/2014/main" id="{1C31C696-7112-348A-6F34-D951213E0A7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F4DEFEC2-DACA-4A7F-7550-475ACDDBE45E}"/>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7873389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Word"/>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3" name="!!Empty house">
            <a:extLst>
              <a:ext uri="{FF2B5EF4-FFF2-40B4-BE49-F238E27FC236}">
                <a16:creationId xmlns:a16="http://schemas.microsoft.com/office/drawing/2014/main" id="{E8E7CCDC-6E86-4D1D-A3C2-3F69A760F79A}"/>
              </a:ext>
            </a:extLst>
          </p:cNvPr>
          <p:cNvPicPr>
            <a:picLocks noChangeAspect="1"/>
          </p:cNvPicPr>
          <p:nvPr/>
        </p:nvPicPr>
        <p:blipFill>
          <a:blip r:embed="rId3">
            <a:extLst>
              <a:ext uri="{28A0092B-C50C-407E-A947-70E740481C1C}">
                <a14:useLocalDpi xmlns:a14="http://schemas.microsoft.com/office/drawing/2010/main"/>
              </a:ext>
            </a:extLst>
          </a:blip>
          <a:srcRect/>
          <a:stretch/>
        </p:blipFill>
        <p:spPr>
          <a:xfrm>
            <a:off x="4585476" y="1751342"/>
            <a:ext cx="3028153" cy="3762924"/>
          </a:xfrm>
          <a:prstGeom prst="rect">
            <a:avLst/>
          </a:prstGeom>
        </p:spPr>
      </p:pic>
      <p:pic>
        <p:nvPicPr>
          <p:cNvPr id="145" name="!!Bulb">
            <a:extLst>
              <a:ext uri="{FF2B5EF4-FFF2-40B4-BE49-F238E27FC236}">
                <a16:creationId xmlns:a16="http://schemas.microsoft.com/office/drawing/2014/main" id="{D9744A78-33B7-405F-88BC-3753E0D5997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696322" y="2471396"/>
            <a:ext cx="828479" cy="773652"/>
          </a:xfrm>
          <a:prstGeom prst="rect">
            <a:avLst/>
          </a:prstGeom>
        </p:spPr>
      </p:pic>
      <p:sp>
        <p:nvSpPr>
          <p:cNvPr id="29" name="!!Open door">
            <a:extLst>
              <a:ext uri="{FF2B5EF4-FFF2-40B4-BE49-F238E27FC236}">
                <a16:creationId xmlns:a16="http://schemas.microsoft.com/office/drawing/2014/main" id="{3757F3AD-6EF9-3904-BCAA-AAB0371A5EF4}"/>
              </a:ext>
            </a:extLst>
          </p:cNvPr>
          <p:cNvSpPr/>
          <p:nvPr/>
        </p:nvSpPr>
        <p:spPr>
          <a:xfrm>
            <a:off x="5875490" y="3692931"/>
            <a:ext cx="407911" cy="457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Lights on">
            <a:extLst>
              <a:ext uri="{FF2B5EF4-FFF2-40B4-BE49-F238E27FC236}">
                <a16:creationId xmlns:a16="http://schemas.microsoft.com/office/drawing/2014/main" id="{5267B558-F789-1164-C819-F76FA177BCFE}"/>
              </a:ext>
            </a:extLst>
          </p:cNvPr>
          <p:cNvSpPr/>
          <p:nvPr/>
        </p:nvSpPr>
        <p:spPr>
          <a:xfrm rot="2972044" flipH="1">
            <a:off x="6089952" y="3227190"/>
            <a:ext cx="449511" cy="457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Body">
            <a:extLst>
              <a:ext uri="{FF2B5EF4-FFF2-40B4-BE49-F238E27FC236}">
                <a16:creationId xmlns:a16="http://schemas.microsoft.com/office/drawing/2014/main" id="{453E6906-8001-3C3E-C93B-F6AC3FA25F83}"/>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107993" y="3419587"/>
            <a:ext cx="789764" cy="1482325"/>
          </a:xfrm>
          <a:prstGeom prst="rect">
            <a:avLst/>
          </a:prstGeom>
        </p:spPr>
      </p:pic>
      <p:pic>
        <p:nvPicPr>
          <p:cNvPr id="24" name="Arm right">
            <a:extLst>
              <a:ext uri="{FF2B5EF4-FFF2-40B4-BE49-F238E27FC236}">
                <a16:creationId xmlns:a16="http://schemas.microsoft.com/office/drawing/2014/main" id="{F0542C1A-6AE5-AE40-A8CB-FCC4C7A6E046}"/>
              </a:ext>
            </a:extLst>
          </p:cNvPr>
          <p:cNvPicPr>
            <a:picLocks noChangeAspect="1"/>
          </p:cNvPicPr>
          <p:nvPr/>
        </p:nvPicPr>
        <p:blipFill>
          <a:blip r:embed="rId6"/>
          <a:stretch>
            <a:fillRect/>
          </a:stretch>
        </p:blipFill>
        <p:spPr>
          <a:xfrm rot="772093">
            <a:off x="5494090" y="3832007"/>
            <a:ext cx="203585" cy="326807"/>
          </a:xfrm>
          <a:prstGeom prst="rect">
            <a:avLst/>
          </a:prstGeom>
        </p:spPr>
      </p:pic>
      <p:pic>
        <p:nvPicPr>
          <p:cNvPr id="25" name="Arm left">
            <a:extLst>
              <a:ext uri="{FF2B5EF4-FFF2-40B4-BE49-F238E27FC236}">
                <a16:creationId xmlns:a16="http://schemas.microsoft.com/office/drawing/2014/main" id="{3274D1BE-6928-327A-8990-2189E6D92263}"/>
              </a:ext>
            </a:extLst>
          </p:cNvPr>
          <p:cNvPicPr>
            <a:picLocks noChangeAspect="1"/>
          </p:cNvPicPr>
          <p:nvPr/>
        </p:nvPicPr>
        <p:blipFill>
          <a:blip r:embed="rId7"/>
          <a:stretch>
            <a:fillRect/>
          </a:stretch>
        </p:blipFill>
        <p:spPr>
          <a:xfrm rot="5186774">
            <a:off x="5238521" y="3856719"/>
            <a:ext cx="253220" cy="257910"/>
          </a:xfrm>
          <a:prstGeom prst="rect">
            <a:avLst/>
          </a:prstGeom>
        </p:spPr>
      </p:pic>
      <p:sp>
        <p:nvSpPr>
          <p:cNvPr id="26" name="Eye 2">
            <a:extLst>
              <a:ext uri="{FF2B5EF4-FFF2-40B4-BE49-F238E27FC236}">
                <a16:creationId xmlns:a16="http://schemas.microsoft.com/office/drawing/2014/main" id="{EC53E4A7-104A-9524-5431-F5B8AFE47583}"/>
              </a:ext>
            </a:extLst>
          </p:cNvPr>
          <p:cNvSpPr/>
          <p:nvPr/>
        </p:nvSpPr>
        <p:spPr>
          <a:xfrm>
            <a:off x="5361045" y="3593666"/>
            <a:ext cx="45719" cy="45719"/>
          </a:xfrm>
          <a:prstGeom prst="ellipse">
            <a:avLst/>
          </a:prstGeom>
          <a:solidFill>
            <a:srgbClr val="0070C0"/>
          </a:solidFill>
          <a:ln>
            <a:solidFill>
              <a:srgbClr val="0070C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7" name="Eye 1">
            <a:extLst>
              <a:ext uri="{FF2B5EF4-FFF2-40B4-BE49-F238E27FC236}">
                <a16:creationId xmlns:a16="http://schemas.microsoft.com/office/drawing/2014/main" id="{726D738D-1D54-6F82-512D-5483590D6F41}"/>
              </a:ext>
            </a:extLst>
          </p:cNvPr>
          <p:cNvSpPr/>
          <p:nvPr/>
        </p:nvSpPr>
        <p:spPr>
          <a:xfrm>
            <a:off x="5498441" y="3588901"/>
            <a:ext cx="45719" cy="45719"/>
          </a:xfrm>
          <a:prstGeom prst="ellipse">
            <a:avLst/>
          </a:prstGeom>
          <a:solidFill>
            <a:srgbClr val="0070C0"/>
          </a:solidFill>
          <a:ln>
            <a:solidFill>
              <a:srgbClr val="0070C0"/>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Smile">
            <a:extLst>
              <a:ext uri="{FF2B5EF4-FFF2-40B4-BE49-F238E27FC236}">
                <a16:creationId xmlns:a16="http://schemas.microsoft.com/office/drawing/2014/main" id="{528A8B6A-F3E0-6EBF-36D5-E48A4C330F6C}"/>
              </a:ext>
            </a:extLst>
          </p:cNvPr>
          <p:cNvSpPr/>
          <p:nvPr/>
        </p:nvSpPr>
        <p:spPr>
          <a:xfrm rot="21306725">
            <a:off x="5361045" y="3686330"/>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a:extLst>
              <a:ext uri="{FF2B5EF4-FFF2-40B4-BE49-F238E27FC236}">
                <a16:creationId xmlns:a16="http://schemas.microsoft.com/office/drawing/2014/main" id="{781FD680-04EF-524D-6F7F-000F4E9B5A46}"/>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pic>
        <p:nvPicPr>
          <p:cNvPr id="28" name="Picture 27">
            <a:extLst>
              <a:ext uri="{FF2B5EF4-FFF2-40B4-BE49-F238E27FC236}">
                <a16:creationId xmlns:a16="http://schemas.microsoft.com/office/drawing/2014/main" id="{1047A7E5-C39C-9F5A-C111-271B1EA11286}"/>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316510" y="3524487"/>
            <a:ext cx="962307" cy="822735"/>
          </a:xfrm>
          <a:prstGeom prst="rect">
            <a:avLst/>
          </a:prstGeom>
        </p:spPr>
      </p:pic>
      <p:sp>
        <p:nvSpPr>
          <p:cNvPr id="3" name="!!Header whiteout">
            <a:extLst>
              <a:ext uri="{FF2B5EF4-FFF2-40B4-BE49-F238E27FC236}">
                <a16:creationId xmlns:a16="http://schemas.microsoft.com/office/drawing/2014/main" id="{872B51F3-B1DD-76D7-5FF5-FAC29EBFD88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6033AA5E-9B34-914B-3B9E-FD465F10E75E}"/>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73435511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639DABF-EA86-4D53-8DA0-F68FCB492A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535502" y="2980108"/>
            <a:ext cx="1120996" cy="958869"/>
          </a:xfrm>
          <a:prstGeom prst="rect">
            <a:avLst/>
          </a:prstGeom>
        </p:spPr>
      </p:pic>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4"/>
          <a:srcRect/>
          <a:stretch/>
        </p:blipFill>
        <p:spPr>
          <a:xfrm>
            <a:off x="4820071" y="4743064"/>
            <a:ext cx="2555729" cy="383224"/>
          </a:xfrm>
          <a:prstGeom prst="rect">
            <a:avLst/>
          </a:prstGeom>
        </p:spPr>
      </p:pic>
      <p:pic>
        <p:nvPicPr>
          <p:cNvPr id="11" name="Picture 10">
            <a:extLst>
              <a:ext uri="{FF2B5EF4-FFF2-40B4-BE49-F238E27FC236}">
                <a16:creationId xmlns:a16="http://schemas.microsoft.com/office/drawing/2014/main" id="{22CE3CCD-F2DB-404A-BB13-CECE5B487F13}"/>
              </a:ext>
            </a:extLst>
          </p:cNvPr>
          <p:cNvPicPr>
            <a:picLocks noChangeAspect="1"/>
          </p:cNvPicPr>
          <p:nvPr/>
        </p:nvPicPr>
        <p:blipFill>
          <a:blip r:embed="rId5"/>
          <a:stretch>
            <a:fillRect/>
          </a:stretch>
        </p:blipFill>
        <p:spPr>
          <a:xfrm>
            <a:off x="2247008" y="3056205"/>
            <a:ext cx="2108200" cy="648677"/>
          </a:xfrm>
          <a:prstGeom prst="rect">
            <a:avLst/>
          </a:prstGeom>
        </p:spPr>
      </p:pic>
      <p:pic>
        <p:nvPicPr>
          <p:cNvPr id="1026" name="Picture 2" descr="See the source image">
            <a:extLst>
              <a:ext uri="{FF2B5EF4-FFF2-40B4-BE49-F238E27FC236}">
                <a16:creationId xmlns:a16="http://schemas.microsoft.com/office/drawing/2014/main" id="{4BA9EF44-F7EA-4545-BE86-4915B4B0AD26}"/>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7721185" y="3076544"/>
            <a:ext cx="2523482" cy="455855"/>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5C22FF43-3F4F-FEB8-0FC8-FDBF32E0D166}"/>
              </a:ext>
            </a:extLst>
          </p:cNvPr>
          <p:cNvPicPr>
            <a:picLocks noChangeAspect="1"/>
          </p:cNvPicPr>
          <p:nvPr/>
        </p:nvPicPr>
        <p:blipFill>
          <a:blip r:embed="rId7" cstate="hqprint">
            <a:extLst>
              <a:ext uri="{28A0092B-C50C-407E-A947-70E740481C1C}">
                <a14:useLocalDpi xmlns:a14="http://schemas.microsoft.com/office/drawing/2010/main"/>
              </a:ext>
            </a:extLst>
          </a:blip>
          <a:stretch>
            <a:fillRect/>
          </a:stretch>
        </p:blipFill>
        <p:spPr>
          <a:xfrm>
            <a:off x="2277060" y="4160394"/>
            <a:ext cx="2266046" cy="384366"/>
          </a:xfrm>
          <a:prstGeom prst="rect">
            <a:avLst/>
          </a:prstGeom>
        </p:spPr>
      </p:pic>
      <p:pic>
        <p:nvPicPr>
          <p:cNvPr id="22" name="Picture 2" descr="See the source image">
            <a:extLst>
              <a:ext uri="{FF2B5EF4-FFF2-40B4-BE49-F238E27FC236}">
                <a16:creationId xmlns:a16="http://schemas.microsoft.com/office/drawing/2014/main" id="{7FDF8C38-FEEE-A76B-297D-80F060059BAC}"/>
              </a:ext>
            </a:extLst>
          </p:cNvPr>
          <p:cNvPicPr>
            <a:picLocks noChangeAspect="1" noChangeArrowheads="1"/>
          </p:cNvPicPr>
          <p:nvPr/>
        </p:nvPicPr>
        <p:blipFill>
          <a:blip r:embed="rId8">
            <a:extLst>
              <a:ext uri="{28A0092B-C50C-407E-A947-70E740481C1C}">
                <a14:useLocalDpi xmlns:a14="http://schemas.microsoft.com/office/drawing/2010/main"/>
              </a:ext>
            </a:extLst>
          </a:blip>
          <a:srcRect/>
          <a:stretch>
            <a:fillRect/>
          </a:stretch>
        </p:blipFill>
        <p:spPr bwMode="auto">
          <a:xfrm>
            <a:off x="7996856" y="4113734"/>
            <a:ext cx="1703909" cy="489874"/>
          </a:xfrm>
          <a:prstGeom prst="rect">
            <a:avLst/>
          </a:prstGeom>
          <a:noFill/>
          <a:extLst>
            <a:ext uri="{909E8E84-426E-40DD-AFC4-6F175D3DCCD1}">
              <a14:hiddenFill xmlns:a14="http://schemas.microsoft.com/office/drawing/2010/main">
                <a:solidFill>
                  <a:srgbClr val="FFFFFF"/>
                </a:solidFill>
              </a14:hiddenFill>
            </a:ext>
          </a:extLst>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5210866" y="21363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5626226" y="30493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sp>
        <p:nvSpPr>
          <p:cNvPr id="4" name="!!Header whiteout">
            <a:extLst>
              <a:ext uri="{FF2B5EF4-FFF2-40B4-BE49-F238E27FC236}">
                <a16:creationId xmlns:a16="http://schemas.microsoft.com/office/drawing/2014/main" id="{39BA4D5B-C52A-248B-87E1-B62D360C9EF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4AC3E21F-E443-26FC-75ED-E30A4ED09EF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6762169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639DABF-EA86-4D53-8DA0-F68FCB492A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535502" y="2980108"/>
            <a:ext cx="1120996" cy="958869"/>
          </a:xfrm>
          <a:prstGeom prst="rect">
            <a:avLst/>
          </a:prstGeom>
        </p:spPr>
      </p:pic>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4"/>
          <a:srcRect/>
          <a:stretch/>
        </p:blipFill>
        <p:spPr>
          <a:xfrm>
            <a:off x="4820071" y="4743064"/>
            <a:ext cx="2555729" cy="383224"/>
          </a:xfrm>
          <a:prstGeom prst="rect">
            <a:avLst/>
          </a:prstGeom>
        </p:spPr>
      </p:pic>
      <p:pic>
        <p:nvPicPr>
          <p:cNvPr id="11" name="Picture 10">
            <a:extLst>
              <a:ext uri="{FF2B5EF4-FFF2-40B4-BE49-F238E27FC236}">
                <a16:creationId xmlns:a16="http://schemas.microsoft.com/office/drawing/2014/main" id="{22CE3CCD-F2DB-404A-BB13-CECE5B487F13}"/>
              </a:ext>
            </a:extLst>
          </p:cNvPr>
          <p:cNvPicPr>
            <a:picLocks noChangeAspect="1"/>
          </p:cNvPicPr>
          <p:nvPr/>
        </p:nvPicPr>
        <p:blipFill>
          <a:blip r:embed="rId5"/>
          <a:stretch>
            <a:fillRect/>
          </a:stretch>
        </p:blipFill>
        <p:spPr>
          <a:xfrm>
            <a:off x="2247008" y="3056205"/>
            <a:ext cx="2108200" cy="648677"/>
          </a:xfrm>
          <a:prstGeom prst="rect">
            <a:avLst/>
          </a:prstGeom>
        </p:spPr>
      </p:pic>
      <p:pic>
        <p:nvPicPr>
          <p:cNvPr id="1026" name="Picture 2" descr="See the source image">
            <a:extLst>
              <a:ext uri="{FF2B5EF4-FFF2-40B4-BE49-F238E27FC236}">
                <a16:creationId xmlns:a16="http://schemas.microsoft.com/office/drawing/2014/main" id="{4BA9EF44-F7EA-4545-BE86-4915B4B0AD26}"/>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7721185" y="3076544"/>
            <a:ext cx="2523482" cy="455855"/>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5C22FF43-3F4F-FEB8-0FC8-FDBF32E0D166}"/>
              </a:ext>
            </a:extLst>
          </p:cNvPr>
          <p:cNvPicPr>
            <a:picLocks noChangeAspect="1"/>
          </p:cNvPicPr>
          <p:nvPr/>
        </p:nvPicPr>
        <p:blipFill>
          <a:blip r:embed="rId7" cstate="hqprint">
            <a:lum bright="70000" contrast="-70000"/>
            <a:extLst>
              <a:ext uri="{28A0092B-C50C-407E-A947-70E740481C1C}">
                <a14:useLocalDpi xmlns:a14="http://schemas.microsoft.com/office/drawing/2010/main"/>
              </a:ext>
            </a:extLst>
          </a:blip>
          <a:stretch>
            <a:fillRect/>
          </a:stretch>
        </p:blipFill>
        <p:spPr>
          <a:xfrm>
            <a:off x="2277060" y="4160394"/>
            <a:ext cx="2266046" cy="384366"/>
          </a:xfrm>
          <a:prstGeom prst="rect">
            <a:avLst/>
          </a:prstGeom>
        </p:spPr>
      </p:pic>
      <p:pic>
        <p:nvPicPr>
          <p:cNvPr id="22" name="Picture 2" descr="See the source image">
            <a:extLst>
              <a:ext uri="{FF2B5EF4-FFF2-40B4-BE49-F238E27FC236}">
                <a16:creationId xmlns:a16="http://schemas.microsoft.com/office/drawing/2014/main" id="{7FDF8C38-FEEE-A76B-297D-80F060059BAC}"/>
              </a:ext>
            </a:extLst>
          </p:cNvPr>
          <p:cNvPicPr>
            <a:picLocks noChangeAspect="1" noChangeArrowheads="1"/>
          </p:cNvPicPr>
          <p:nvPr/>
        </p:nvPicPr>
        <p:blipFill>
          <a:blip r:embed="rId8">
            <a:extLst>
              <a:ext uri="{28A0092B-C50C-407E-A947-70E740481C1C}">
                <a14:useLocalDpi xmlns:a14="http://schemas.microsoft.com/office/drawing/2010/main"/>
              </a:ext>
            </a:extLst>
          </a:blip>
          <a:srcRect/>
          <a:stretch>
            <a:fillRect/>
          </a:stretch>
        </p:blipFill>
        <p:spPr bwMode="auto">
          <a:xfrm>
            <a:off x="7996856" y="4113734"/>
            <a:ext cx="1703909" cy="489874"/>
          </a:xfrm>
          <a:prstGeom prst="rect">
            <a:avLst/>
          </a:prstGeom>
          <a:noFill/>
          <a:extLst>
            <a:ext uri="{909E8E84-426E-40DD-AFC4-6F175D3DCCD1}">
              <a14:hiddenFill xmlns:a14="http://schemas.microsoft.com/office/drawing/2010/main">
                <a:solidFill>
                  <a:srgbClr val="FFFFFF"/>
                </a:solidFill>
              </a14:hiddenFill>
            </a:ext>
          </a:extLst>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5210866" y="21363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5626226" y="30493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sp>
        <p:nvSpPr>
          <p:cNvPr id="4" name="Text">
            <a:extLst>
              <a:ext uri="{FF2B5EF4-FFF2-40B4-BE49-F238E27FC236}">
                <a16:creationId xmlns:a16="http://schemas.microsoft.com/office/drawing/2014/main" id="{47068A48-E910-F9CA-C654-842E67CC6B67}"/>
              </a:ext>
            </a:extLst>
          </p:cNvPr>
          <p:cNvSpPr txBox="1"/>
          <p:nvPr/>
        </p:nvSpPr>
        <p:spPr>
          <a:xfrm rot="20525991">
            <a:off x="1271087" y="4235676"/>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cloud centric</a:t>
            </a:r>
          </a:p>
        </p:txBody>
      </p:sp>
      <p:sp>
        <p:nvSpPr>
          <p:cNvPr id="6" name="!!Header whiteout">
            <a:extLst>
              <a:ext uri="{FF2B5EF4-FFF2-40B4-BE49-F238E27FC236}">
                <a16:creationId xmlns:a16="http://schemas.microsoft.com/office/drawing/2014/main" id="{57A7C83E-A631-7C4A-BF79-9A66367CAE66}"/>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C7DE7192-9E5C-5A46-8E36-69A4BEBDE95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7896831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639DABF-EA86-4D53-8DA0-F68FCB492A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535502" y="2980108"/>
            <a:ext cx="1120996" cy="958869"/>
          </a:xfrm>
          <a:prstGeom prst="rect">
            <a:avLst/>
          </a:prstGeom>
        </p:spPr>
      </p:pic>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4"/>
          <a:srcRect/>
          <a:stretch/>
        </p:blipFill>
        <p:spPr>
          <a:xfrm>
            <a:off x="4820071" y="4743064"/>
            <a:ext cx="2555729" cy="383224"/>
          </a:xfrm>
          <a:prstGeom prst="rect">
            <a:avLst/>
          </a:prstGeom>
        </p:spPr>
      </p:pic>
      <p:pic>
        <p:nvPicPr>
          <p:cNvPr id="11" name="Picture 10">
            <a:extLst>
              <a:ext uri="{FF2B5EF4-FFF2-40B4-BE49-F238E27FC236}">
                <a16:creationId xmlns:a16="http://schemas.microsoft.com/office/drawing/2014/main" id="{22CE3CCD-F2DB-404A-BB13-CECE5B487F13}"/>
              </a:ext>
            </a:extLst>
          </p:cNvPr>
          <p:cNvPicPr>
            <a:picLocks noChangeAspect="1"/>
          </p:cNvPicPr>
          <p:nvPr/>
        </p:nvPicPr>
        <p:blipFill>
          <a:blip r:embed="rId5"/>
          <a:stretch>
            <a:fillRect/>
          </a:stretch>
        </p:blipFill>
        <p:spPr>
          <a:xfrm>
            <a:off x="2247008" y="3056205"/>
            <a:ext cx="2108200" cy="648677"/>
          </a:xfrm>
          <a:prstGeom prst="rect">
            <a:avLst/>
          </a:prstGeom>
        </p:spPr>
      </p:pic>
      <p:pic>
        <p:nvPicPr>
          <p:cNvPr id="1026" name="Picture 2" descr="See the source image">
            <a:extLst>
              <a:ext uri="{FF2B5EF4-FFF2-40B4-BE49-F238E27FC236}">
                <a16:creationId xmlns:a16="http://schemas.microsoft.com/office/drawing/2014/main" id="{4BA9EF44-F7EA-4545-BE86-4915B4B0AD26}"/>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7721185" y="3076544"/>
            <a:ext cx="2523482" cy="455855"/>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5C22FF43-3F4F-FEB8-0FC8-FDBF32E0D166}"/>
              </a:ext>
            </a:extLst>
          </p:cNvPr>
          <p:cNvPicPr>
            <a:picLocks noChangeAspect="1"/>
          </p:cNvPicPr>
          <p:nvPr/>
        </p:nvPicPr>
        <p:blipFill>
          <a:blip r:embed="rId7" cstate="hqprint">
            <a:lum bright="70000" contrast="-70000"/>
            <a:extLst>
              <a:ext uri="{28A0092B-C50C-407E-A947-70E740481C1C}">
                <a14:useLocalDpi xmlns:a14="http://schemas.microsoft.com/office/drawing/2010/main"/>
              </a:ext>
            </a:extLst>
          </a:blip>
          <a:stretch>
            <a:fillRect/>
          </a:stretch>
        </p:blipFill>
        <p:spPr>
          <a:xfrm>
            <a:off x="2277060" y="4160394"/>
            <a:ext cx="2266046" cy="384366"/>
          </a:xfrm>
          <a:prstGeom prst="rect">
            <a:avLst/>
          </a:prstGeom>
        </p:spPr>
      </p:pic>
      <p:pic>
        <p:nvPicPr>
          <p:cNvPr id="22" name="Picture 2" descr="See the source image">
            <a:extLst>
              <a:ext uri="{FF2B5EF4-FFF2-40B4-BE49-F238E27FC236}">
                <a16:creationId xmlns:a16="http://schemas.microsoft.com/office/drawing/2014/main" id="{7FDF8C38-FEEE-A76B-297D-80F060059BAC}"/>
              </a:ext>
            </a:extLst>
          </p:cNvPr>
          <p:cNvPicPr>
            <a:picLocks noChangeAspect="1" noChangeArrowheads="1"/>
          </p:cNvPicPr>
          <p:nvPr/>
        </p:nvPicPr>
        <p:blipFill>
          <a:blip r:embed="rId8">
            <a:lum bright="70000" contrast="-70000"/>
            <a:extLst>
              <a:ext uri="{28A0092B-C50C-407E-A947-70E740481C1C}">
                <a14:useLocalDpi xmlns:a14="http://schemas.microsoft.com/office/drawing/2010/main"/>
              </a:ext>
            </a:extLst>
          </a:blip>
          <a:srcRect/>
          <a:stretch>
            <a:fillRect/>
          </a:stretch>
        </p:blipFill>
        <p:spPr bwMode="auto">
          <a:xfrm>
            <a:off x="7996856" y="4113734"/>
            <a:ext cx="1703909" cy="489874"/>
          </a:xfrm>
          <a:prstGeom prst="rect">
            <a:avLst/>
          </a:prstGeom>
          <a:noFill/>
          <a:extLst>
            <a:ext uri="{909E8E84-426E-40DD-AFC4-6F175D3DCCD1}">
              <a14:hiddenFill xmlns:a14="http://schemas.microsoft.com/office/drawing/2010/main">
                <a:solidFill>
                  <a:srgbClr val="FFFFFF"/>
                </a:solidFill>
              </a14:hiddenFill>
            </a:ext>
          </a:extLst>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5210866" y="21363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5626226" y="30493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sp>
        <p:nvSpPr>
          <p:cNvPr id="4" name="Text">
            <a:extLst>
              <a:ext uri="{FF2B5EF4-FFF2-40B4-BE49-F238E27FC236}">
                <a16:creationId xmlns:a16="http://schemas.microsoft.com/office/drawing/2014/main" id="{47068A48-E910-F9CA-C654-842E67CC6B67}"/>
              </a:ext>
            </a:extLst>
          </p:cNvPr>
          <p:cNvSpPr txBox="1"/>
          <p:nvPr/>
        </p:nvSpPr>
        <p:spPr>
          <a:xfrm rot="20525991">
            <a:off x="1271087" y="4235676"/>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cloud centric</a:t>
            </a:r>
          </a:p>
        </p:txBody>
      </p:sp>
      <p:sp>
        <p:nvSpPr>
          <p:cNvPr id="6" name="Text">
            <a:extLst>
              <a:ext uri="{FF2B5EF4-FFF2-40B4-BE49-F238E27FC236}">
                <a16:creationId xmlns:a16="http://schemas.microsoft.com/office/drawing/2014/main" id="{A2D72E41-AB53-A59F-7FFC-64A8589C27BB}"/>
              </a:ext>
            </a:extLst>
          </p:cNvPr>
          <p:cNvSpPr txBox="1"/>
          <p:nvPr/>
        </p:nvSpPr>
        <p:spPr>
          <a:xfrm rot="940411">
            <a:off x="6906253" y="4212487"/>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Apple-centric</a:t>
            </a:r>
          </a:p>
        </p:txBody>
      </p:sp>
      <p:sp>
        <p:nvSpPr>
          <p:cNvPr id="7" name="!!Header whiteout">
            <a:extLst>
              <a:ext uri="{FF2B5EF4-FFF2-40B4-BE49-F238E27FC236}">
                <a16:creationId xmlns:a16="http://schemas.microsoft.com/office/drawing/2014/main" id="{54477B9E-27DE-0EAC-7D16-6659D98C618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D3831C88-BA5E-05E1-2665-4642E277659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1725114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639DABF-EA86-4D53-8DA0-F68FCB492A9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535502" y="2980108"/>
            <a:ext cx="1120996" cy="958869"/>
          </a:xfrm>
          <a:prstGeom prst="rect">
            <a:avLst/>
          </a:prstGeom>
        </p:spPr>
      </p:pic>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4"/>
          <a:srcRect/>
          <a:stretch/>
        </p:blipFill>
        <p:spPr>
          <a:xfrm>
            <a:off x="4820071" y="4743064"/>
            <a:ext cx="2555729" cy="383224"/>
          </a:xfrm>
          <a:prstGeom prst="rect">
            <a:avLst/>
          </a:prstGeom>
        </p:spPr>
      </p:pic>
      <p:pic>
        <p:nvPicPr>
          <p:cNvPr id="11" name="Picture 10">
            <a:extLst>
              <a:ext uri="{FF2B5EF4-FFF2-40B4-BE49-F238E27FC236}">
                <a16:creationId xmlns:a16="http://schemas.microsoft.com/office/drawing/2014/main" id="{22CE3CCD-F2DB-404A-BB13-CECE5B487F13}"/>
              </a:ext>
            </a:extLst>
          </p:cNvPr>
          <p:cNvPicPr>
            <a:picLocks noChangeAspect="1"/>
          </p:cNvPicPr>
          <p:nvPr/>
        </p:nvPicPr>
        <p:blipFill>
          <a:blip r:embed="rId5">
            <a:lum bright="70000" contrast="-70000"/>
          </a:blip>
          <a:stretch>
            <a:fillRect/>
          </a:stretch>
        </p:blipFill>
        <p:spPr>
          <a:xfrm>
            <a:off x="2247008" y="3056205"/>
            <a:ext cx="2108200" cy="648677"/>
          </a:xfrm>
          <a:prstGeom prst="rect">
            <a:avLst/>
          </a:prstGeom>
        </p:spPr>
      </p:pic>
      <p:pic>
        <p:nvPicPr>
          <p:cNvPr id="1026" name="Picture 2" descr="See the source image">
            <a:extLst>
              <a:ext uri="{FF2B5EF4-FFF2-40B4-BE49-F238E27FC236}">
                <a16:creationId xmlns:a16="http://schemas.microsoft.com/office/drawing/2014/main" id="{4BA9EF44-F7EA-4545-BE86-4915B4B0AD26}"/>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7721185" y="3076544"/>
            <a:ext cx="2523482" cy="455855"/>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5C22FF43-3F4F-FEB8-0FC8-FDBF32E0D166}"/>
              </a:ext>
            </a:extLst>
          </p:cNvPr>
          <p:cNvPicPr>
            <a:picLocks noChangeAspect="1"/>
          </p:cNvPicPr>
          <p:nvPr/>
        </p:nvPicPr>
        <p:blipFill>
          <a:blip r:embed="rId7" cstate="hqprint">
            <a:lum bright="70000" contrast="-70000"/>
            <a:extLst>
              <a:ext uri="{28A0092B-C50C-407E-A947-70E740481C1C}">
                <a14:useLocalDpi xmlns:a14="http://schemas.microsoft.com/office/drawing/2010/main"/>
              </a:ext>
            </a:extLst>
          </a:blip>
          <a:stretch>
            <a:fillRect/>
          </a:stretch>
        </p:blipFill>
        <p:spPr>
          <a:xfrm>
            <a:off x="2277060" y="4160394"/>
            <a:ext cx="2266046" cy="384366"/>
          </a:xfrm>
          <a:prstGeom prst="rect">
            <a:avLst/>
          </a:prstGeom>
        </p:spPr>
      </p:pic>
      <p:pic>
        <p:nvPicPr>
          <p:cNvPr id="22" name="Picture 2" descr="See the source image">
            <a:extLst>
              <a:ext uri="{FF2B5EF4-FFF2-40B4-BE49-F238E27FC236}">
                <a16:creationId xmlns:a16="http://schemas.microsoft.com/office/drawing/2014/main" id="{7FDF8C38-FEEE-A76B-297D-80F060059BAC}"/>
              </a:ext>
            </a:extLst>
          </p:cNvPr>
          <p:cNvPicPr>
            <a:picLocks noChangeAspect="1" noChangeArrowheads="1"/>
          </p:cNvPicPr>
          <p:nvPr/>
        </p:nvPicPr>
        <p:blipFill>
          <a:blip r:embed="rId8">
            <a:lum bright="70000" contrast="-70000"/>
            <a:extLst>
              <a:ext uri="{28A0092B-C50C-407E-A947-70E740481C1C}">
                <a14:useLocalDpi xmlns:a14="http://schemas.microsoft.com/office/drawing/2010/main"/>
              </a:ext>
            </a:extLst>
          </a:blip>
          <a:srcRect/>
          <a:stretch>
            <a:fillRect/>
          </a:stretch>
        </p:blipFill>
        <p:spPr bwMode="auto">
          <a:xfrm>
            <a:off x="7996856" y="4113734"/>
            <a:ext cx="1703909" cy="489874"/>
          </a:xfrm>
          <a:prstGeom prst="rect">
            <a:avLst/>
          </a:prstGeom>
          <a:noFill/>
          <a:extLst>
            <a:ext uri="{909E8E84-426E-40DD-AFC4-6F175D3DCCD1}">
              <a14:hiddenFill xmlns:a14="http://schemas.microsoft.com/office/drawing/2010/main">
                <a:solidFill>
                  <a:srgbClr val="FFFFFF"/>
                </a:solidFill>
              </a14:hiddenFill>
            </a:ext>
          </a:extLst>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5210866" y="21363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5626226" y="30493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sp>
        <p:nvSpPr>
          <p:cNvPr id="4" name="Text">
            <a:extLst>
              <a:ext uri="{FF2B5EF4-FFF2-40B4-BE49-F238E27FC236}">
                <a16:creationId xmlns:a16="http://schemas.microsoft.com/office/drawing/2014/main" id="{47068A48-E910-F9CA-C654-842E67CC6B67}"/>
              </a:ext>
            </a:extLst>
          </p:cNvPr>
          <p:cNvSpPr txBox="1"/>
          <p:nvPr/>
        </p:nvSpPr>
        <p:spPr>
          <a:xfrm rot="20525991">
            <a:off x="1271087" y="4235676"/>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cloud centric</a:t>
            </a:r>
          </a:p>
        </p:txBody>
      </p:sp>
      <p:sp>
        <p:nvSpPr>
          <p:cNvPr id="6" name="Text">
            <a:extLst>
              <a:ext uri="{FF2B5EF4-FFF2-40B4-BE49-F238E27FC236}">
                <a16:creationId xmlns:a16="http://schemas.microsoft.com/office/drawing/2014/main" id="{A2D72E41-AB53-A59F-7FFC-64A8589C27BB}"/>
              </a:ext>
            </a:extLst>
          </p:cNvPr>
          <p:cNvSpPr txBox="1"/>
          <p:nvPr/>
        </p:nvSpPr>
        <p:spPr>
          <a:xfrm rot="940411">
            <a:off x="6906253" y="4212487"/>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Apple-centric</a:t>
            </a:r>
          </a:p>
        </p:txBody>
      </p:sp>
      <p:sp>
        <p:nvSpPr>
          <p:cNvPr id="7" name="Text">
            <a:extLst>
              <a:ext uri="{FF2B5EF4-FFF2-40B4-BE49-F238E27FC236}">
                <a16:creationId xmlns:a16="http://schemas.microsoft.com/office/drawing/2014/main" id="{93B4AF4F-3084-856D-7575-A3343612E39D}"/>
              </a:ext>
            </a:extLst>
          </p:cNvPr>
          <p:cNvSpPr txBox="1"/>
          <p:nvPr/>
        </p:nvSpPr>
        <p:spPr>
          <a:xfrm rot="592449">
            <a:off x="1233258" y="3049381"/>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kludgy</a:t>
            </a:r>
          </a:p>
        </p:txBody>
      </p:sp>
      <p:sp>
        <p:nvSpPr>
          <p:cNvPr id="8" name="!!Header whiteout">
            <a:extLst>
              <a:ext uri="{FF2B5EF4-FFF2-40B4-BE49-F238E27FC236}">
                <a16:creationId xmlns:a16="http://schemas.microsoft.com/office/drawing/2014/main" id="{CF5D8ECB-336B-DAAE-BCA3-5772DCFA6494}"/>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301F39D8-22F9-6DFF-D535-2A575483BF2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313224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3"/>
          <a:srcRect/>
          <a:stretch/>
        </p:blipFill>
        <p:spPr>
          <a:xfrm>
            <a:off x="4820071" y="4743064"/>
            <a:ext cx="2555729" cy="383224"/>
          </a:xfrm>
          <a:prstGeom prst="rect">
            <a:avLst/>
          </a:prstGeom>
        </p:spPr>
      </p:pic>
      <p:pic>
        <p:nvPicPr>
          <p:cNvPr id="11" name="Picture 10">
            <a:extLst>
              <a:ext uri="{FF2B5EF4-FFF2-40B4-BE49-F238E27FC236}">
                <a16:creationId xmlns:a16="http://schemas.microsoft.com/office/drawing/2014/main" id="{22CE3CCD-F2DB-404A-BB13-CECE5B487F13}"/>
              </a:ext>
            </a:extLst>
          </p:cNvPr>
          <p:cNvPicPr>
            <a:picLocks noChangeAspect="1"/>
          </p:cNvPicPr>
          <p:nvPr/>
        </p:nvPicPr>
        <p:blipFill>
          <a:blip r:embed="rId4">
            <a:lum bright="70000" contrast="-70000"/>
          </a:blip>
          <a:stretch>
            <a:fillRect/>
          </a:stretch>
        </p:blipFill>
        <p:spPr>
          <a:xfrm>
            <a:off x="2247008" y="3056205"/>
            <a:ext cx="2108200" cy="648677"/>
          </a:xfrm>
          <a:prstGeom prst="rect">
            <a:avLst/>
          </a:prstGeom>
        </p:spPr>
      </p:pic>
      <p:pic>
        <p:nvPicPr>
          <p:cNvPr id="1026" name="Picture 2" descr="See the source image">
            <a:extLst>
              <a:ext uri="{FF2B5EF4-FFF2-40B4-BE49-F238E27FC236}">
                <a16:creationId xmlns:a16="http://schemas.microsoft.com/office/drawing/2014/main" id="{4BA9EF44-F7EA-4545-BE86-4915B4B0AD26}"/>
              </a:ext>
            </a:extLst>
          </p:cNvPr>
          <p:cNvPicPr>
            <a:picLocks noChangeAspect="1" noChangeArrowheads="1"/>
          </p:cNvPicPr>
          <p:nvPr/>
        </p:nvPicPr>
        <p:blipFill>
          <a:blip r:embed="rId5">
            <a:lum bright="70000" contrast="-70000"/>
            <a:extLst>
              <a:ext uri="{28A0092B-C50C-407E-A947-70E740481C1C}">
                <a14:useLocalDpi xmlns:a14="http://schemas.microsoft.com/office/drawing/2010/main"/>
              </a:ext>
            </a:extLst>
          </a:blip>
          <a:srcRect/>
          <a:stretch>
            <a:fillRect/>
          </a:stretch>
        </p:blipFill>
        <p:spPr bwMode="auto">
          <a:xfrm>
            <a:off x="7721185" y="3076544"/>
            <a:ext cx="2523482" cy="455855"/>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5C22FF43-3F4F-FEB8-0FC8-FDBF32E0D166}"/>
              </a:ext>
            </a:extLst>
          </p:cNvPr>
          <p:cNvPicPr>
            <a:picLocks noChangeAspect="1"/>
          </p:cNvPicPr>
          <p:nvPr/>
        </p:nvPicPr>
        <p:blipFill>
          <a:blip r:embed="rId6" cstate="hqprint">
            <a:lum bright="70000" contrast="-70000"/>
            <a:extLst>
              <a:ext uri="{28A0092B-C50C-407E-A947-70E740481C1C}">
                <a14:useLocalDpi xmlns:a14="http://schemas.microsoft.com/office/drawing/2010/main"/>
              </a:ext>
            </a:extLst>
          </a:blip>
          <a:stretch>
            <a:fillRect/>
          </a:stretch>
        </p:blipFill>
        <p:spPr>
          <a:xfrm>
            <a:off x="2277060" y="4160394"/>
            <a:ext cx="2266046" cy="384366"/>
          </a:xfrm>
          <a:prstGeom prst="rect">
            <a:avLst/>
          </a:prstGeom>
        </p:spPr>
      </p:pic>
      <p:pic>
        <p:nvPicPr>
          <p:cNvPr id="22" name="Picture 2" descr="See the source image">
            <a:extLst>
              <a:ext uri="{FF2B5EF4-FFF2-40B4-BE49-F238E27FC236}">
                <a16:creationId xmlns:a16="http://schemas.microsoft.com/office/drawing/2014/main" id="{7FDF8C38-FEEE-A76B-297D-80F060059BAC}"/>
              </a:ext>
            </a:extLst>
          </p:cNvPr>
          <p:cNvPicPr>
            <a:picLocks noChangeAspect="1" noChangeArrowheads="1"/>
          </p:cNvPicPr>
          <p:nvPr/>
        </p:nvPicPr>
        <p:blipFill>
          <a:blip r:embed="rId7">
            <a:lum bright="70000" contrast="-70000"/>
            <a:extLst>
              <a:ext uri="{28A0092B-C50C-407E-A947-70E740481C1C}">
                <a14:useLocalDpi xmlns:a14="http://schemas.microsoft.com/office/drawing/2010/main"/>
              </a:ext>
            </a:extLst>
          </a:blip>
          <a:srcRect/>
          <a:stretch>
            <a:fillRect/>
          </a:stretch>
        </p:blipFill>
        <p:spPr bwMode="auto">
          <a:xfrm>
            <a:off x="7996856" y="4113734"/>
            <a:ext cx="1703909" cy="489874"/>
          </a:xfrm>
          <a:prstGeom prst="rect">
            <a:avLst/>
          </a:prstGeom>
          <a:noFill/>
          <a:extLst>
            <a:ext uri="{909E8E84-426E-40DD-AFC4-6F175D3DCCD1}">
              <a14:hiddenFill xmlns:a14="http://schemas.microsoft.com/office/drawing/2010/main">
                <a:solidFill>
                  <a:srgbClr val="FFFFFF"/>
                </a:solidFill>
              </a14:hiddenFill>
            </a:ext>
          </a:extLst>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5210866" y="21363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5626226" y="30493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sp>
        <p:nvSpPr>
          <p:cNvPr id="4" name="Text">
            <a:extLst>
              <a:ext uri="{FF2B5EF4-FFF2-40B4-BE49-F238E27FC236}">
                <a16:creationId xmlns:a16="http://schemas.microsoft.com/office/drawing/2014/main" id="{47068A48-E910-F9CA-C654-842E67CC6B67}"/>
              </a:ext>
            </a:extLst>
          </p:cNvPr>
          <p:cNvSpPr txBox="1"/>
          <p:nvPr/>
        </p:nvSpPr>
        <p:spPr>
          <a:xfrm rot="20525991">
            <a:off x="1271087" y="4235676"/>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cloud centric</a:t>
            </a:r>
          </a:p>
        </p:txBody>
      </p:sp>
      <p:sp>
        <p:nvSpPr>
          <p:cNvPr id="6" name="Text">
            <a:extLst>
              <a:ext uri="{FF2B5EF4-FFF2-40B4-BE49-F238E27FC236}">
                <a16:creationId xmlns:a16="http://schemas.microsoft.com/office/drawing/2014/main" id="{A2D72E41-AB53-A59F-7FFC-64A8589C27BB}"/>
              </a:ext>
            </a:extLst>
          </p:cNvPr>
          <p:cNvSpPr txBox="1"/>
          <p:nvPr/>
        </p:nvSpPr>
        <p:spPr>
          <a:xfrm rot="940411">
            <a:off x="6906253" y="4212487"/>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Apple-centric</a:t>
            </a:r>
          </a:p>
        </p:txBody>
      </p:sp>
      <p:sp>
        <p:nvSpPr>
          <p:cNvPr id="7" name="Text">
            <a:extLst>
              <a:ext uri="{FF2B5EF4-FFF2-40B4-BE49-F238E27FC236}">
                <a16:creationId xmlns:a16="http://schemas.microsoft.com/office/drawing/2014/main" id="{93B4AF4F-3084-856D-7575-A3343612E39D}"/>
              </a:ext>
            </a:extLst>
          </p:cNvPr>
          <p:cNvSpPr txBox="1"/>
          <p:nvPr/>
        </p:nvSpPr>
        <p:spPr>
          <a:xfrm rot="592449">
            <a:off x="1233258" y="3049381"/>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kludgy</a:t>
            </a:r>
          </a:p>
        </p:txBody>
      </p:sp>
      <p:sp>
        <p:nvSpPr>
          <p:cNvPr id="8" name="Text">
            <a:extLst>
              <a:ext uri="{FF2B5EF4-FFF2-40B4-BE49-F238E27FC236}">
                <a16:creationId xmlns:a16="http://schemas.microsoft.com/office/drawing/2014/main" id="{3EC7C720-D3BB-8556-E98F-5A41B883DBE5}"/>
              </a:ext>
            </a:extLst>
          </p:cNvPr>
          <p:cNvSpPr txBox="1"/>
          <p:nvPr/>
        </p:nvSpPr>
        <p:spPr>
          <a:xfrm rot="20525991">
            <a:off x="6773522" y="3063647"/>
            <a:ext cx="4418806" cy="400110"/>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Too expensive</a:t>
            </a:r>
          </a:p>
        </p:txBody>
      </p:sp>
      <p:sp>
        <p:nvSpPr>
          <p:cNvPr id="5" name="!!Header whiteout">
            <a:extLst>
              <a:ext uri="{FF2B5EF4-FFF2-40B4-BE49-F238E27FC236}">
                <a16:creationId xmlns:a16="http://schemas.microsoft.com/office/drawing/2014/main" id="{51EB4331-140E-733F-53F7-73EF73D46858}"/>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B07E76DA-B41E-9AAB-4077-0E7FB003311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1772535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3"/>
          <a:srcRect/>
          <a:stretch/>
        </p:blipFill>
        <p:spPr>
          <a:xfrm>
            <a:off x="6037070" y="2279068"/>
            <a:ext cx="2555729" cy="383224"/>
          </a:xfrm>
          <a:prstGeom prst="rect">
            <a:avLst/>
          </a:prstGeom>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229666" y="21490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645026" y="30620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pic>
        <p:nvPicPr>
          <p:cNvPr id="23" name="!!Bulb1">
            <a:extLst>
              <a:ext uri="{FF2B5EF4-FFF2-40B4-BE49-F238E27FC236}">
                <a16:creationId xmlns:a16="http://schemas.microsoft.com/office/drawing/2014/main" id="{BF9B11D5-7844-3D78-E90F-1930D0BE7392}"/>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5876778" y="3016492"/>
            <a:ext cx="567291" cy="532779"/>
          </a:xfrm>
          <a:prstGeom prst="rect">
            <a:avLst/>
          </a:prstGeom>
        </p:spPr>
      </p:pic>
      <p:sp>
        <p:nvSpPr>
          <p:cNvPr id="24" name="TextBox 23">
            <a:extLst>
              <a:ext uri="{FF2B5EF4-FFF2-40B4-BE49-F238E27FC236}">
                <a16:creationId xmlns:a16="http://schemas.microsoft.com/office/drawing/2014/main" id="{4AD845AF-485C-0CC4-0A62-9F40434D88D6}"/>
              </a:ext>
            </a:extLst>
          </p:cNvPr>
          <p:cNvSpPr txBox="1"/>
          <p:nvPr/>
        </p:nvSpPr>
        <p:spPr>
          <a:xfrm>
            <a:off x="6548967" y="3088654"/>
            <a:ext cx="4310666"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Free</a:t>
            </a:r>
            <a:r>
              <a:rPr lang="en-US" dirty="0">
                <a:solidFill>
                  <a:srgbClr val="2D3E50"/>
                </a:solidFill>
                <a:latin typeface="Roboto" panose="02000000000000000000" pitchFamily="2" charset="0"/>
                <a:ea typeface="Roboto" panose="02000000000000000000" pitchFamily="2" charset="0"/>
              </a:rPr>
              <a:t> and open source</a:t>
            </a:r>
            <a:endParaRPr lang="en-US" b="1" dirty="0">
              <a:solidFill>
                <a:srgbClr val="2D3E50"/>
              </a:solidFill>
              <a:latin typeface="Roboto" panose="02000000000000000000" pitchFamily="2" charset="0"/>
              <a:ea typeface="Roboto" panose="02000000000000000000" pitchFamily="2" charset="0"/>
            </a:endParaRPr>
          </a:p>
        </p:txBody>
      </p:sp>
      <p:pic>
        <p:nvPicPr>
          <p:cNvPr id="25" name="!!Bulb2">
            <a:extLst>
              <a:ext uri="{FF2B5EF4-FFF2-40B4-BE49-F238E27FC236}">
                <a16:creationId xmlns:a16="http://schemas.microsoft.com/office/drawing/2014/main" id="{4A81669C-46C4-999B-E838-E3123CB617E9}"/>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5861460" y="3673429"/>
            <a:ext cx="567291" cy="532779"/>
          </a:xfrm>
          <a:prstGeom prst="rect">
            <a:avLst/>
          </a:prstGeom>
        </p:spPr>
      </p:pic>
      <p:sp>
        <p:nvSpPr>
          <p:cNvPr id="26" name="TextBox 25">
            <a:extLst>
              <a:ext uri="{FF2B5EF4-FFF2-40B4-BE49-F238E27FC236}">
                <a16:creationId xmlns:a16="http://schemas.microsoft.com/office/drawing/2014/main" id="{F59A411B-8EE5-45EB-7A29-D6608D3C3B4F}"/>
              </a:ext>
            </a:extLst>
          </p:cNvPr>
          <p:cNvSpPr txBox="1"/>
          <p:nvPr/>
        </p:nvSpPr>
        <p:spPr>
          <a:xfrm>
            <a:off x="6548967" y="3745591"/>
            <a:ext cx="4700434" cy="369332"/>
          </a:xfrm>
          <a:prstGeom prst="rect">
            <a:avLst/>
          </a:prstGeom>
          <a:noFill/>
        </p:spPr>
        <p:txBody>
          <a:bodyPr wrap="square" rtlCol="0">
            <a:spAutoFit/>
          </a:bodyPr>
          <a:lstStyle/>
          <a:p>
            <a:r>
              <a:rPr lang="en-US" dirty="0">
                <a:solidFill>
                  <a:srgbClr val="2D3E50"/>
                </a:solidFill>
                <a:latin typeface="Roboto" panose="02000000000000000000" pitchFamily="2" charset="0"/>
                <a:ea typeface="Roboto" panose="02000000000000000000" pitchFamily="2" charset="0"/>
              </a:rPr>
              <a:t>Very active </a:t>
            </a:r>
            <a:r>
              <a:rPr lang="en-US" b="1" dirty="0">
                <a:solidFill>
                  <a:srgbClr val="2D3E50"/>
                </a:solidFill>
                <a:latin typeface="Roboto" panose="02000000000000000000" pitchFamily="2" charset="0"/>
                <a:ea typeface="Roboto" panose="02000000000000000000" pitchFamily="2" charset="0"/>
              </a:rPr>
              <a:t>community</a:t>
            </a:r>
            <a:endParaRPr lang="en-US" dirty="0"/>
          </a:p>
        </p:txBody>
      </p:sp>
      <p:pic>
        <p:nvPicPr>
          <p:cNvPr id="27" name="!!Bulb3">
            <a:extLst>
              <a:ext uri="{FF2B5EF4-FFF2-40B4-BE49-F238E27FC236}">
                <a16:creationId xmlns:a16="http://schemas.microsoft.com/office/drawing/2014/main" id="{D1B52C33-A32C-FE46-459F-115981BF59D4}"/>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5861460" y="4330366"/>
            <a:ext cx="567291" cy="532779"/>
          </a:xfrm>
          <a:prstGeom prst="rect">
            <a:avLst/>
          </a:prstGeom>
        </p:spPr>
      </p:pic>
      <p:sp>
        <p:nvSpPr>
          <p:cNvPr id="28" name="TextBox 27">
            <a:extLst>
              <a:ext uri="{FF2B5EF4-FFF2-40B4-BE49-F238E27FC236}">
                <a16:creationId xmlns:a16="http://schemas.microsoft.com/office/drawing/2014/main" id="{189EEF37-66E4-9BE1-3CC6-E664D2D1AE37}"/>
              </a:ext>
            </a:extLst>
          </p:cNvPr>
          <p:cNvSpPr txBox="1"/>
          <p:nvPr/>
        </p:nvSpPr>
        <p:spPr>
          <a:xfrm>
            <a:off x="6548967" y="4402528"/>
            <a:ext cx="5461000" cy="369332"/>
          </a:xfrm>
          <a:prstGeom prst="rect">
            <a:avLst/>
          </a:prstGeom>
          <a:noFill/>
        </p:spPr>
        <p:txBody>
          <a:bodyPr wrap="square" rtlCol="0">
            <a:spAutoFit/>
          </a:bodyPr>
          <a:lstStyle/>
          <a:p>
            <a:r>
              <a:rPr lang="en-US" b="1" dirty="0">
                <a:solidFill>
                  <a:srgbClr val="2D3E50"/>
                </a:solidFill>
                <a:latin typeface="Roboto" panose="02000000000000000000" pitchFamily="2" charset="0"/>
                <a:ea typeface="Roboto" panose="02000000000000000000" pitchFamily="2" charset="0"/>
              </a:rPr>
              <a:t>Monthly</a:t>
            </a:r>
            <a:r>
              <a:rPr lang="en-US" dirty="0">
                <a:solidFill>
                  <a:srgbClr val="2D3E50"/>
                </a:solidFill>
                <a:latin typeface="Roboto" panose="02000000000000000000" pitchFamily="2" charset="0"/>
                <a:ea typeface="Roboto" panose="02000000000000000000" pitchFamily="2" charset="0"/>
              </a:rPr>
              <a:t> releases</a:t>
            </a:r>
            <a:endParaRPr lang="en-US" dirty="0"/>
          </a:p>
        </p:txBody>
      </p:sp>
      <p:sp>
        <p:nvSpPr>
          <p:cNvPr id="8" name="!!Red text">
            <a:extLst>
              <a:ext uri="{FF2B5EF4-FFF2-40B4-BE49-F238E27FC236}">
                <a16:creationId xmlns:a16="http://schemas.microsoft.com/office/drawing/2014/main" id="{35323DDF-7F95-3EDC-F252-B1401DC4A3AC}"/>
              </a:ext>
            </a:extLst>
          </p:cNvPr>
          <p:cNvSpPr txBox="1"/>
          <p:nvPr/>
        </p:nvSpPr>
        <p:spPr>
          <a:xfrm>
            <a:off x="3162596" y="8052502"/>
            <a:ext cx="3473673"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Plug-and-play option</a:t>
            </a:r>
          </a:p>
        </p:txBody>
      </p:sp>
      <p:grpSp>
        <p:nvGrpSpPr>
          <p:cNvPr id="9" name="Arrow">
            <a:extLst>
              <a:ext uri="{FF2B5EF4-FFF2-40B4-BE49-F238E27FC236}">
                <a16:creationId xmlns:a16="http://schemas.microsoft.com/office/drawing/2014/main" id="{816B3947-75F3-D774-6A19-5832AF7D83DB}"/>
              </a:ext>
            </a:extLst>
          </p:cNvPr>
          <p:cNvGrpSpPr>
            <a:grpSpLocks noChangeAspect="1"/>
          </p:cNvGrpSpPr>
          <p:nvPr/>
        </p:nvGrpSpPr>
        <p:grpSpPr bwMode="auto">
          <a:xfrm rot="11304337">
            <a:off x="4963514" y="6980460"/>
            <a:ext cx="904172" cy="943180"/>
            <a:chOff x="1328" y="0"/>
            <a:chExt cx="3106" cy="3240"/>
          </a:xfrm>
          <a:solidFill>
            <a:srgbClr val="C00000"/>
          </a:solidFill>
        </p:grpSpPr>
        <p:sp>
          <p:nvSpPr>
            <p:cNvPr id="11" name="Freeform 716">
              <a:extLst>
                <a:ext uri="{FF2B5EF4-FFF2-40B4-BE49-F238E27FC236}">
                  <a16:creationId xmlns:a16="http://schemas.microsoft.com/office/drawing/2014/main" id="{04631E95-6596-D74B-36B8-057332D0339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 name="Freeform 717">
              <a:extLst>
                <a:ext uri="{FF2B5EF4-FFF2-40B4-BE49-F238E27FC236}">
                  <a16:creationId xmlns:a16="http://schemas.microsoft.com/office/drawing/2014/main" id="{5F21CE76-8F71-C69B-2563-0EC68EB90672}"/>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 name="Freeform 718">
              <a:extLst>
                <a:ext uri="{FF2B5EF4-FFF2-40B4-BE49-F238E27FC236}">
                  <a16:creationId xmlns:a16="http://schemas.microsoft.com/office/drawing/2014/main" id="{9177B82B-032D-A0DC-C794-AADC03CB8655}"/>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 name="Freeform 719">
              <a:extLst>
                <a:ext uri="{FF2B5EF4-FFF2-40B4-BE49-F238E27FC236}">
                  <a16:creationId xmlns:a16="http://schemas.microsoft.com/office/drawing/2014/main" id="{6F68866E-CAB2-CF61-9C2E-4469A55A883E}"/>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20">
              <a:extLst>
                <a:ext uri="{FF2B5EF4-FFF2-40B4-BE49-F238E27FC236}">
                  <a16:creationId xmlns:a16="http://schemas.microsoft.com/office/drawing/2014/main" id="{3D1EFAF2-25CB-7EC2-0639-525C4B0C6B28}"/>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 name="Freeform 721">
              <a:extLst>
                <a:ext uri="{FF2B5EF4-FFF2-40B4-BE49-F238E27FC236}">
                  <a16:creationId xmlns:a16="http://schemas.microsoft.com/office/drawing/2014/main" id="{B57C2D8D-660C-E140-E2BD-99EA4B6BD4B4}"/>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2">
              <a:extLst>
                <a:ext uri="{FF2B5EF4-FFF2-40B4-BE49-F238E27FC236}">
                  <a16:creationId xmlns:a16="http://schemas.microsoft.com/office/drawing/2014/main" id="{DACF0E25-E470-F6FB-09B7-177E393BD918}"/>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3">
              <a:extLst>
                <a:ext uri="{FF2B5EF4-FFF2-40B4-BE49-F238E27FC236}">
                  <a16:creationId xmlns:a16="http://schemas.microsoft.com/office/drawing/2014/main" id="{A9C09447-3085-4C1E-38FA-422AD867F905}"/>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4">
              <a:extLst>
                <a:ext uri="{FF2B5EF4-FFF2-40B4-BE49-F238E27FC236}">
                  <a16:creationId xmlns:a16="http://schemas.microsoft.com/office/drawing/2014/main" id="{9B7A83D3-9A36-1F85-19A1-284D76F223CE}"/>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5">
              <a:extLst>
                <a:ext uri="{FF2B5EF4-FFF2-40B4-BE49-F238E27FC236}">
                  <a16:creationId xmlns:a16="http://schemas.microsoft.com/office/drawing/2014/main" id="{D32BA0BF-B10E-9FC6-2C1A-FE23E6B82F9E}"/>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6">
              <a:extLst>
                <a:ext uri="{FF2B5EF4-FFF2-40B4-BE49-F238E27FC236}">
                  <a16:creationId xmlns:a16="http://schemas.microsoft.com/office/drawing/2014/main" id="{D926A281-374F-BCD7-2293-EEE053CD88A0}"/>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7">
              <a:extLst>
                <a:ext uri="{FF2B5EF4-FFF2-40B4-BE49-F238E27FC236}">
                  <a16:creationId xmlns:a16="http://schemas.microsoft.com/office/drawing/2014/main" id="{86D882CB-22BB-D783-04A4-CA6486A8649E}"/>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8">
              <a:extLst>
                <a:ext uri="{FF2B5EF4-FFF2-40B4-BE49-F238E27FC236}">
                  <a16:creationId xmlns:a16="http://schemas.microsoft.com/office/drawing/2014/main" id="{048665FD-CF5A-6DB7-9771-03C708F130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9">
              <a:extLst>
                <a:ext uri="{FF2B5EF4-FFF2-40B4-BE49-F238E27FC236}">
                  <a16:creationId xmlns:a16="http://schemas.microsoft.com/office/drawing/2014/main" id="{F0017660-1A4A-ED03-38A7-1CB31C0E8AB6}"/>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0">
              <a:extLst>
                <a:ext uri="{FF2B5EF4-FFF2-40B4-BE49-F238E27FC236}">
                  <a16:creationId xmlns:a16="http://schemas.microsoft.com/office/drawing/2014/main" id="{A727D91E-EED6-0178-A28B-CFAFCB0D4FE1}"/>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1">
              <a:extLst>
                <a:ext uri="{FF2B5EF4-FFF2-40B4-BE49-F238E27FC236}">
                  <a16:creationId xmlns:a16="http://schemas.microsoft.com/office/drawing/2014/main" id="{366FFAE6-8BA0-1B40-3EA5-3CDCF813148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2">
              <a:extLst>
                <a:ext uri="{FF2B5EF4-FFF2-40B4-BE49-F238E27FC236}">
                  <a16:creationId xmlns:a16="http://schemas.microsoft.com/office/drawing/2014/main" id="{07830FA8-6769-8B4E-0BBC-3D1754A1DEFE}"/>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3">
              <a:extLst>
                <a:ext uri="{FF2B5EF4-FFF2-40B4-BE49-F238E27FC236}">
                  <a16:creationId xmlns:a16="http://schemas.microsoft.com/office/drawing/2014/main" id="{7ED49FE6-A493-05A2-B129-B4BC9977FD1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4">
              <a:extLst>
                <a:ext uri="{FF2B5EF4-FFF2-40B4-BE49-F238E27FC236}">
                  <a16:creationId xmlns:a16="http://schemas.microsoft.com/office/drawing/2014/main" id="{69139B8C-4F3A-6FA5-2DA0-0E9081C651FC}"/>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5">
              <a:extLst>
                <a:ext uri="{FF2B5EF4-FFF2-40B4-BE49-F238E27FC236}">
                  <a16:creationId xmlns:a16="http://schemas.microsoft.com/office/drawing/2014/main" id="{FA9A5323-99A1-8D4E-EFC9-0B009597A92D}"/>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6">
              <a:extLst>
                <a:ext uri="{FF2B5EF4-FFF2-40B4-BE49-F238E27FC236}">
                  <a16:creationId xmlns:a16="http://schemas.microsoft.com/office/drawing/2014/main" id="{D4CFBBB0-26A6-988A-8B84-BF31163C36A4}"/>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7">
              <a:extLst>
                <a:ext uri="{FF2B5EF4-FFF2-40B4-BE49-F238E27FC236}">
                  <a16:creationId xmlns:a16="http://schemas.microsoft.com/office/drawing/2014/main" id="{9242A41D-A50E-4848-BE2E-6B9FCDA8B76A}"/>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8">
              <a:extLst>
                <a:ext uri="{FF2B5EF4-FFF2-40B4-BE49-F238E27FC236}">
                  <a16:creationId xmlns:a16="http://schemas.microsoft.com/office/drawing/2014/main" id="{9A7D5A38-107F-A150-A092-EC174769EE71}"/>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9">
              <a:extLst>
                <a:ext uri="{FF2B5EF4-FFF2-40B4-BE49-F238E27FC236}">
                  <a16:creationId xmlns:a16="http://schemas.microsoft.com/office/drawing/2014/main" id="{A9DE633D-DAFD-01DE-BE25-F960C468382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0">
              <a:extLst>
                <a:ext uri="{FF2B5EF4-FFF2-40B4-BE49-F238E27FC236}">
                  <a16:creationId xmlns:a16="http://schemas.microsoft.com/office/drawing/2014/main" id="{B022E9EE-A47E-627D-80B2-3D946EA66CDB}"/>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1">
              <a:extLst>
                <a:ext uri="{FF2B5EF4-FFF2-40B4-BE49-F238E27FC236}">
                  <a16:creationId xmlns:a16="http://schemas.microsoft.com/office/drawing/2014/main" id="{F31717C3-4FA7-BEFA-8A7A-28E8214177E2}"/>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2">
              <a:extLst>
                <a:ext uri="{FF2B5EF4-FFF2-40B4-BE49-F238E27FC236}">
                  <a16:creationId xmlns:a16="http://schemas.microsoft.com/office/drawing/2014/main" id="{245FE3BC-5B8D-ABC5-299E-953E7533EBC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3">
              <a:extLst>
                <a:ext uri="{FF2B5EF4-FFF2-40B4-BE49-F238E27FC236}">
                  <a16:creationId xmlns:a16="http://schemas.microsoft.com/office/drawing/2014/main" id="{334B465E-02DC-9DB2-50FD-80548C249173}"/>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4">
              <a:extLst>
                <a:ext uri="{FF2B5EF4-FFF2-40B4-BE49-F238E27FC236}">
                  <a16:creationId xmlns:a16="http://schemas.microsoft.com/office/drawing/2014/main" id="{A0328E15-74BE-4312-891A-4011E5588FC5}"/>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5">
              <a:extLst>
                <a:ext uri="{FF2B5EF4-FFF2-40B4-BE49-F238E27FC236}">
                  <a16:creationId xmlns:a16="http://schemas.microsoft.com/office/drawing/2014/main" id="{A6C314BD-3AA5-B216-9DCF-450C7C5AF324}"/>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6">
              <a:extLst>
                <a:ext uri="{FF2B5EF4-FFF2-40B4-BE49-F238E27FC236}">
                  <a16:creationId xmlns:a16="http://schemas.microsoft.com/office/drawing/2014/main" id="{573A17A4-83EC-09AF-E9D4-944E58D3B660}"/>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7">
              <a:extLst>
                <a:ext uri="{FF2B5EF4-FFF2-40B4-BE49-F238E27FC236}">
                  <a16:creationId xmlns:a16="http://schemas.microsoft.com/office/drawing/2014/main" id="{D17271BF-D996-EE47-1373-0F74918EB579}"/>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8">
              <a:extLst>
                <a:ext uri="{FF2B5EF4-FFF2-40B4-BE49-F238E27FC236}">
                  <a16:creationId xmlns:a16="http://schemas.microsoft.com/office/drawing/2014/main" id="{28424F18-F7C7-A115-F549-9B590F1B2BFC}"/>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9">
              <a:extLst>
                <a:ext uri="{FF2B5EF4-FFF2-40B4-BE49-F238E27FC236}">
                  <a16:creationId xmlns:a16="http://schemas.microsoft.com/office/drawing/2014/main" id="{DEC827FA-F783-E769-9D7A-14B8BDAADE0E}"/>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0">
              <a:extLst>
                <a:ext uri="{FF2B5EF4-FFF2-40B4-BE49-F238E27FC236}">
                  <a16:creationId xmlns:a16="http://schemas.microsoft.com/office/drawing/2014/main" id="{71ED8171-219B-2308-6297-EEDA517B0965}"/>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1">
              <a:extLst>
                <a:ext uri="{FF2B5EF4-FFF2-40B4-BE49-F238E27FC236}">
                  <a16:creationId xmlns:a16="http://schemas.microsoft.com/office/drawing/2014/main" id="{769FE911-EC4C-E2F2-8121-85FF6D99FE7C}"/>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2">
              <a:extLst>
                <a:ext uri="{FF2B5EF4-FFF2-40B4-BE49-F238E27FC236}">
                  <a16:creationId xmlns:a16="http://schemas.microsoft.com/office/drawing/2014/main" id="{9DB48C9A-A358-6C7C-F5A3-B477AF9F6BA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3">
              <a:extLst>
                <a:ext uri="{FF2B5EF4-FFF2-40B4-BE49-F238E27FC236}">
                  <a16:creationId xmlns:a16="http://schemas.microsoft.com/office/drawing/2014/main" id="{9F7C2643-C043-6B32-CED4-9DB172B7B892}"/>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4">
              <a:extLst>
                <a:ext uri="{FF2B5EF4-FFF2-40B4-BE49-F238E27FC236}">
                  <a16:creationId xmlns:a16="http://schemas.microsoft.com/office/drawing/2014/main" id="{E28FEC9B-BAC3-58DA-BC88-1AB216276D0F}"/>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5">
              <a:extLst>
                <a:ext uri="{FF2B5EF4-FFF2-40B4-BE49-F238E27FC236}">
                  <a16:creationId xmlns:a16="http://schemas.microsoft.com/office/drawing/2014/main" id="{ADD89278-BAA5-8A8C-EC34-1A3C0478DBC2}"/>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6">
              <a:extLst>
                <a:ext uri="{FF2B5EF4-FFF2-40B4-BE49-F238E27FC236}">
                  <a16:creationId xmlns:a16="http://schemas.microsoft.com/office/drawing/2014/main" id="{9C2B5E9B-2855-23C3-D943-800AAAF2B9B7}"/>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7">
              <a:extLst>
                <a:ext uri="{FF2B5EF4-FFF2-40B4-BE49-F238E27FC236}">
                  <a16:creationId xmlns:a16="http://schemas.microsoft.com/office/drawing/2014/main" id="{87DBCDEA-38E4-482B-1399-1F294DC2D73F}"/>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8">
              <a:extLst>
                <a:ext uri="{FF2B5EF4-FFF2-40B4-BE49-F238E27FC236}">
                  <a16:creationId xmlns:a16="http://schemas.microsoft.com/office/drawing/2014/main" id="{A65DE93F-F452-39DC-C48D-7FC6C587CF2F}"/>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59">
              <a:extLst>
                <a:ext uri="{FF2B5EF4-FFF2-40B4-BE49-F238E27FC236}">
                  <a16:creationId xmlns:a16="http://schemas.microsoft.com/office/drawing/2014/main" id="{3AB2F443-4253-8FC9-2BFB-C3E6CE3564C0}"/>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60">
              <a:extLst>
                <a:ext uri="{FF2B5EF4-FFF2-40B4-BE49-F238E27FC236}">
                  <a16:creationId xmlns:a16="http://schemas.microsoft.com/office/drawing/2014/main" id="{44B6957E-2DCE-E47C-C7CB-A6C448784103}"/>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61">
              <a:extLst>
                <a:ext uri="{FF2B5EF4-FFF2-40B4-BE49-F238E27FC236}">
                  <a16:creationId xmlns:a16="http://schemas.microsoft.com/office/drawing/2014/main" id="{A8503CB6-AC56-7148-A70B-374A276236AF}"/>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62">
              <a:extLst>
                <a:ext uri="{FF2B5EF4-FFF2-40B4-BE49-F238E27FC236}">
                  <a16:creationId xmlns:a16="http://schemas.microsoft.com/office/drawing/2014/main" id="{BBE43C99-53E3-7836-B51D-2E6A76DD0B08}"/>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63">
              <a:extLst>
                <a:ext uri="{FF2B5EF4-FFF2-40B4-BE49-F238E27FC236}">
                  <a16:creationId xmlns:a16="http://schemas.microsoft.com/office/drawing/2014/main" id="{B4EBFAB1-D41D-9776-2688-1EBE2CEC42AD}"/>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64">
              <a:extLst>
                <a:ext uri="{FF2B5EF4-FFF2-40B4-BE49-F238E27FC236}">
                  <a16:creationId xmlns:a16="http://schemas.microsoft.com/office/drawing/2014/main" id="{0E7E104E-A1B9-1A2E-3B4D-13143513581A}"/>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65">
              <a:extLst>
                <a:ext uri="{FF2B5EF4-FFF2-40B4-BE49-F238E27FC236}">
                  <a16:creationId xmlns:a16="http://schemas.microsoft.com/office/drawing/2014/main" id="{8FC32012-90B2-61F2-16FC-858C00DBCA5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66">
              <a:extLst>
                <a:ext uri="{FF2B5EF4-FFF2-40B4-BE49-F238E27FC236}">
                  <a16:creationId xmlns:a16="http://schemas.microsoft.com/office/drawing/2014/main" id="{389B43F7-A96C-DF36-06CF-49B4440006DE}"/>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67">
              <a:extLst>
                <a:ext uri="{FF2B5EF4-FFF2-40B4-BE49-F238E27FC236}">
                  <a16:creationId xmlns:a16="http://schemas.microsoft.com/office/drawing/2014/main" id="{96174D34-D10A-A63F-11D5-317DF0FF9120}"/>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8">
              <a:extLst>
                <a:ext uri="{FF2B5EF4-FFF2-40B4-BE49-F238E27FC236}">
                  <a16:creationId xmlns:a16="http://schemas.microsoft.com/office/drawing/2014/main" id="{27D44A82-6D26-EB07-3C6B-0A8DC96DE054}"/>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69">
              <a:extLst>
                <a:ext uri="{FF2B5EF4-FFF2-40B4-BE49-F238E27FC236}">
                  <a16:creationId xmlns:a16="http://schemas.microsoft.com/office/drawing/2014/main" id="{97E31977-FE5A-6C05-8476-5CF54492C099}"/>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70">
              <a:extLst>
                <a:ext uri="{FF2B5EF4-FFF2-40B4-BE49-F238E27FC236}">
                  <a16:creationId xmlns:a16="http://schemas.microsoft.com/office/drawing/2014/main" id="{22A4B93F-E3ED-C17C-77E8-51F6C8FC7E56}"/>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71">
              <a:extLst>
                <a:ext uri="{FF2B5EF4-FFF2-40B4-BE49-F238E27FC236}">
                  <a16:creationId xmlns:a16="http://schemas.microsoft.com/office/drawing/2014/main" id="{AE8C98C4-83A2-29E2-8942-B183B1A8C84F}"/>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72">
              <a:extLst>
                <a:ext uri="{FF2B5EF4-FFF2-40B4-BE49-F238E27FC236}">
                  <a16:creationId xmlns:a16="http://schemas.microsoft.com/office/drawing/2014/main" id="{8864776A-C94A-48B0-5D50-F7EF6C6BEDF9}"/>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73">
              <a:extLst>
                <a:ext uri="{FF2B5EF4-FFF2-40B4-BE49-F238E27FC236}">
                  <a16:creationId xmlns:a16="http://schemas.microsoft.com/office/drawing/2014/main" id="{F5BCF4E0-7703-085C-DFD9-26CF94B5E2B4}"/>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74">
              <a:extLst>
                <a:ext uri="{FF2B5EF4-FFF2-40B4-BE49-F238E27FC236}">
                  <a16:creationId xmlns:a16="http://schemas.microsoft.com/office/drawing/2014/main" id="{DA235CCD-D09F-018C-8102-F608750E66CC}"/>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75">
              <a:extLst>
                <a:ext uri="{FF2B5EF4-FFF2-40B4-BE49-F238E27FC236}">
                  <a16:creationId xmlns:a16="http://schemas.microsoft.com/office/drawing/2014/main" id="{DC810A6F-FB69-1D5C-B894-B88512AEFA5C}"/>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76">
              <a:extLst>
                <a:ext uri="{FF2B5EF4-FFF2-40B4-BE49-F238E27FC236}">
                  <a16:creationId xmlns:a16="http://schemas.microsoft.com/office/drawing/2014/main" id="{6D484FB3-38E2-EFAD-141A-AF65ED032995}"/>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77">
              <a:extLst>
                <a:ext uri="{FF2B5EF4-FFF2-40B4-BE49-F238E27FC236}">
                  <a16:creationId xmlns:a16="http://schemas.microsoft.com/office/drawing/2014/main" id="{77DF4711-D03C-945F-1A5A-3986D7826506}"/>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8">
              <a:extLst>
                <a:ext uri="{FF2B5EF4-FFF2-40B4-BE49-F238E27FC236}">
                  <a16:creationId xmlns:a16="http://schemas.microsoft.com/office/drawing/2014/main" id="{923AA690-2DDD-3F66-D171-98FD9D18A01B}"/>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79">
              <a:extLst>
                <a:ext uri="{FF2B5EF4-FFF2-40B4-BE49-F238E27FC236}">
                  <a16:creationId xmlns:a16="http://schemas.microsoft.com/office/drawing/2014/main" id="{CD16742D-D1CE-4F9B-280D-DBC6C05C4076}"/>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80">
              <a:extLst>
                <a:ext uri="{FF2B5EF4-FFF2-40B4-BE49-F238E27FC236}">
                  <a16:creationId xmlns:a16="http://schemas.microsoft.com/office/drawing/2014/main" id="{657C9280-E45A-F5C9-4B8A-A320EB3081A8}"/>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81">
              <a:extLst>
                <a:ext uri="{FF2B5EF4-FFF2-40B4-BE49-F238E27FC236}">
                  <a16:creationId xmlns:a16="http://schemas.microsoft.com/office/drawing/2014/main" id="{926898BF-FD2E-D5F6-33B0-041675F22E3F}"/>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82">
              <a:extLst>
                <a:ext uri="{FF2B5EF4-FFF2-40B4-BE49-F238E27FC236}">
                  <a16:creationId xmlns:a16="http://schemas.microsoft.com/office/drawing/2014/main" id="{5A1CAEFC-D4BB-7789-6CD7-6187F7E892FC}"/>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83">
              <a:extLst>
                <a:ext uri="{FF2B5EF4-FFF2-40B4-BE49-F238E27FC236}">
                  <a16:creationId xmlns:a16="http://schemas.microsoft.com/office/drawing/2014/main" id="{6BED5C95-C3A6-2721-A88C-19C3CC15B6C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84">
              <a:extLst>
                <a:ext uri="{FF2B5EF4-FFF2-40B4-BE49-F238E27FC236}">
                  <a16:creationId xmlns:a16="http://schemas.microsoft.com/office/drawing/2014/main" id="{A2742378-ACA7-F5D3-615C-8DBC0513BF8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85">
              <a:extLst>
                <a:ext uri="{FF2B5EF4-FFF2-40B4-BE49-F238E27FC236}">
                  <a16:creationId xmlns:a16="http://schemas.microsoft.com/office/drawing/2014/main" id="{41D2904C-8718-CA73-F040-096DE76F7FD5}"/>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86">
              <a:extLst>
                <a:ext uri="{FF2B5EF4-FFF2-40B4-BE49-F238E27FC236}">
                  <a16:creationId xmlns:a16="http://schemas.microsoft.com/office/drawing/2014/main" id="{DEEECF21-6D51-3D67-B050-64E8A2B9E2B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87">
              <a:extLst>
                <a:ext uri="{FF2B5EF4-FFF2-40B4-BE49-F238E27FC236}">
                  <a16:creationId xmlns:a16="http://schemas.microsoft.com/office/drawing/2014/main" id="{BB4E53DA-B54D-F21F-4C09-83EBCD4F963F}"/>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8">
              <a:extLst>
                <a:ext uri="{FF2B5EF4-FFF2-40B4-BE49-F238E27FC236}">
                  <a16:creationId xmlns:a16="http://schemas.microsoft.com/office/drawing/2014/main" id="{27A0DF42-AE2C-8B67-A8D3-260CDFA550B0}"/>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89">
              <a:extLst>
                <a:ext uri="{FF2B5EF4-FFF2-40B4-BE49-F238E27FC236}">
                  <a16:creationId xmlns:a16="http://schemas.microsoft.com/office/drawing/2014/main" id="{8E804C42-024D-0000-1C79-E2464ECD6ECE}"/>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90">
              <a:extLst>
                <a:ext uri="{FF2B5EF4-FFF2-40B4-BE49-F238E27FC236}">
                  <a16:creationId xmlns:a16="http://schemas.microsoft.com/office/drawing/2014/main" id="{7DB10661-F345-70CD-0835-63D53378826F}"/>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91">
              <a:extLst>
                <a:ext uri="{FF2B5EF4-FFF2-40B4-BE49-F238E27FC236}">
                  <a16:creationId xmlns:a16="http://schemas.microsoft.com/office/drawing/2014/main" id="{9C1D8CC8-69E7-9720-53C8-630D83A24DF5}"/>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92">
              <a:extLst>
                <a:ext uri="{FF2B5EF4-FFF2-40B4-BE49-F238E27FC236}">
                  <a16:creationId xmlns:a16="http://schemas.microsoft.com/office/drawing/2014/main" id="{57AC58DF-4415-F1A3-3EE6-5420BBCDA0DD}"/>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93">
              <a:extLst>
                <a:ext uri="{FF2B5EF4-FFF2-40B4-BE49-F238E27FC236}">
                  <a16:creationId xmlns:a16="http://schemas.microsoft.com/office/drawing/2014/main" id="{5CC381F9-D151-B2AD-825D-53505AC8EE59}"/>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94">
              <a:extLst>
                <a:ext uri="{FF2B5EF4-FFF2-40B4-BE49-F238E27FC236}">
                  <a16:creationId xmlns:a16="http://schemas.microsoft.com/office/drawing/2014/main" id="{90108B9B-59F0-0AD6-D69B-9AE4D865F875}"/>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95">
              <a:extLst>
                <a:ext uri="{FF2B5EF4-FFF2-40B4-BE49-F238E27FC236}">
                  <a16:creationId xmlns:a16="http://schemas.microsoft.com/office/drawing/2014/main" id="{D8BDCCA2-70ED-155F-F34A-7829ECBBB4B2}"/>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96">
              <a:extLst>
                <a:ext uri="{FF2B5EF4-FFF2-40B4-BE49-F238E27FC236}">
                  <a16:creationId xmlns:a16="http://schemas.microsoft.com/office/drawing/2014/main" id="{63A3588B-6102-EB9B-ED09-CC213B7EBAAC}"/>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97">
              <a:extLst>
                <a:ext uri="{FF2B5EF4-FFF2-40B4-BE49-F238E27FC236}">
                  <a16:creationId xmlns:a16="http://schemas.microsoft.com/office/drawing/2014/main" id="{1653B068-F011-DEAD-656A-F3FF46153B68}"/>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8">
              <a:extLst>
                <a:ext uri="{FF2B5EF4-FFF2-40B4-BE49-F238E27FC236}">
                  <a16:creationId xmlns:a16="http://schemas.microsoft.com/office/drawing/2014/main" id="{3FEA3468-05EB-9952-F4EA-C59176788D5A}"/>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799">
              <a:extLst>
                <a:ext uri="{FF2B5EF4-FFF2-40B4-BE49-F238E27FC236}">
                  <a16:creationId xmlns:a16="http://schemas.microsoft.com/office/drawing/2014/main" id="{CA6E9311-E3C2-59D8-0846-49E00EF7CF9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800">
              <a:extLst>
                <a:ext uri="{FF2B5EF4-FFF2-40B4-BE49-F238E27FC236}">
                  <a16:creationId xmlns:a16="http://schemas.microsoft.com/office/drawing/2014/main" id="{B5112CB9-E377-B130-103F-09FA92D0CA10}"/>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801">
              <a:extLst>
                <a:ext uri="{FF2B5EF4-FFF2-40B4-BE49-F238E27FC236}">
                  <a16:creationId xmlns:a16="http://schemas.microsoft.com/office/drawing/2014/main" id="{A2DF86E4-58E7-9E8B-0C8F-2B76A9EB661E}"/>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802">
              <a:extLst>
                <a:ext uri="{FF2B5EF4-FFF2-40B4-BE49-F238E27FC236}">
                  <a16:creationId xmlns:a16="http://schemas.microsoft.com/office/drawing/2014/main" id="{F0A9E0C3-6DA4-86F7-62B2-D40B7D242518}"/>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803">
              <a:extLst>
                <a:ext uri="{FF2B5EF4-FFF2-40B4-BE49-F238E27FC236}">
                  <a16:creationId xmlns:a16="http://schemas.microsoft.com/office/drawing/2014/main" id="{5B3D11CC-ACA9-6EC5-A117-4BEA6D225A0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804">
              <a:extLst>
                <a:ext uri="{FF2B5EF4-FFF2-40B4-BE49-F238E27FC236}">
                  <a16:creationId xmlns:a16="http://schemas.microsoft.com/office/drawing/2014/main" id="{7FB0FE78-0A50-7881-8F1C-0A00DF2C40AC}"/>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805">
              <a:extLst>
                <a:ext uri="{FF2B5EF4-FFF2-40B4-BE49-F238E27FC236}">
                  <a16:creationId xmlns:a16="http://schemas.microsoft.com/office/drawing/2014/main" id="{F269DE19-0AC6-3E23-8D18-659FF7F7C803}"/>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806">
              <a:extLst>
                <a:ext uri="{FF2B5EF4-FFF2-40B4-BE49-F238E27FC236}">
                  <a16:creationId xmlns:a16="http://schemas.microsoft.com/office/drawing/2014/main" id="{83FA4013-4769-48A0-A047-47CF1DDCC28F}"/>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807">
              <a:extLst>
                <a:ext uri="{FF2B5EF4-FFF2-40B4-BE49-F238E27FC236}">
                  <a16:creationId xmlns:a16="http://schemas.microsoft.com/office/drawing/2014/main" id="{608CFDB8-1543-6E2F-2F7D-A698543AEE30}"/>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8">
              <a:extLst>
                <a:ext uri="{FF2B5EF4-FFF2-40B4-BE49-F238E27FC236}">
                  <a16:creationId xmlns:a16="http://schemas.microsoft.com/office/drawing/2014/main" id="{06C9FDF9-76D9-B47B-41F2-70E286A9B798}"/>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09">
              <a:extLst>
                <a:ext uri="{FF2B5EF4-FFF2-40B4-BE49-F238E27FC236}">
                  <a16:creationId xmlns:a16="http://schemas.microsoft.com/office/drawing/2014/main" id="{65C844AA-E87D-9B7E-FCE4-2603A95DCFAB}"/>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10">
              <a:extLst>
                <a:ext uri="{FF2B5EF4-FFF2-40B4-BE49-F238E27FC236}">
                  <a16:creationId xmlns:a16="http://schemas.microsoft.com/office/drawing/2014/main" id="{DB4F9EC9-86FD-FA07-88B2-EF2D4C4B4645}"/>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11">
              <a:extLst>
                <a:ext uri="{FF2B5EF4-FFF2-40B4-BE49-F238E27FC236}">
                  <a16:creationId xmlns:a16="http://schemas.microsoft.com/office/drawing/2014/main" id="{9CF71988-735F-56B1-A1EF-EB16B7A7E53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12">
              <a:extLst>
                <a:ext uri="{FF2B5EF4-FFF2-40B4-BE49-F238E27FC236}">
                  <a16:creationId xmlns:a16="http://schemas.microsoft.com/office/drawing/2014/main" id="{362D4982-EBE8-FED1-D8CD-5389106C7458}"/>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13">
              <a:extLst>
                <a:ext uri="{FF2B5EF4-FFF2-40B4-BE49-F238E27FC236}">
                  <a16:creationId xmlns:a16="http://schemas.microsoft.com/office/drawing/2014/main" id="{3F1579E0-5714-3951-E079-C9820325FA4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0" name="Freeform 814">
              <a:extLst>
                <a:ext uri="{FF2B5EF4-FFF2-40B4-BE49-F238E27FC236}">
                  <a16:creationId xmlns:a16="http://schemas.microsoft.com/office/drawing/2014/main" id="{106B56FD-68DB-0C24-E835-355CD9D8478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22" name="!!Green BG">
            <a:extLst>
              <a:ext uri="{FF2B5EF4-FFF2-40B4-BE49-F238E27FC236}">
                <a16:creationId xmlns:a16="http://schemas.microsoft.com/office/drawing/2014/main" id="{53A2BFFC-F039-6876-7652-F2AEABB32E75}"/>
              </a:ext>
            </a:extLst>
          </p:cNvPr>
          <p:cNvSpPr/>
          <p:nvPr/>
        </p:nvSpPr>
        <p:spPr>
          <a:xfrm>
            <a:off x="12445168" y="3273663"/>
            <a:ext cx="6150740" cy="3585779"/>
          </a:xfrm>
          <a:prstGeom prst="rect">
            <a:avLst/>
          </a:prstGeom>
          <a:gradFill>
            <a:gsLst>
              <a:gs pos="51000">
                <a:srgbClr val="88C8C5"/>
              </a:gs>
              <a:gs pos="86000">
                <a:schemeClr val="accent1">
                  <a:lumMod val="45000"/>
                  <a:lumOff val="55000"/>
                </a:schemeClr>
              </a:gs>
              <a:gs pos="87000">
                <a:schemeClr val="accent1">
                  <a:lumMod val="45000"/>
                  <a:lumOff val="55000"/>
                </a:schemeClr>
              </a:gs>
              <a:gs pos="100000">
                <a:srgbClr val="BADFF4"/>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3" name="!!HAGreen">
            <a:extLst>
              <a:ext uri="{FF2B5EF4-FFF2-40B4-BE49-F238E27FC236}">
                <a16:creationId xmlns:a16="http://schemas.microsoft.com/office/drawing/2014/main" id="{2F17399D-95AC-1B82-B573-D5414D5EAF62}"/>
              </a:ext>
            </a:extLst>
          </p:cNvPr>
          <p:cNvPicPr>
            <a:picLocks noChangeAspect="1"/>
          </p:cNvPicPr>
          <p:nvPr/>
        </p:nvPicPr>
        <p:blipFill>
          <a:blip r:embed="rId7"/>
          <a:stretch>
            <a:fillRect/>
          </a:stretch>
        </p:blipFill>
        <p:spPr>
          <a:xfrm>
            <a:off x="15132340" y="4036336"/>
            <a:ext cx="3285236" cy="1878135"/>
          </a:xfrm>
          <a:prstGeom prst="rect">
            <a:avLst/>
          </a:prstGeom>
        </p:spPr>
      </p:pic>
      <p:sp>
        <p:nvSpPr>
          <p:cNvPr id="124" name="TextBox 123">
            <a:extLst>
              <a:ext uri="{FF2B5EF4-FFF2-40B4-BE49-F238E27FC236}">
                <a16:creationId xmlns:a16="http://schemas.microsoft.com/office/drawing/2014/main" id="{787EF58C-F0E1-47AA-8D8E-CD73486177E1}"/>
              </a:ext>
            </a:extLst>
          </p:cNvPr>
          <p:cNvSpPr txBox="1"/>
          <p:nvPr/>
        </p:nvSpPr>
        <p:spPr>
          <a:xfrm>
            <a:off x="12611250" y="3805503"/>
            <a:ext cx="3018775" cy="461665"/>
          </a:xfrm>
          <a:prstGeom prst="rect">
            <a:avLst/>
          </a:prstGeom>
          <a:noFill/>
        </p:spPr>
        <p:txBody>
          <a:bodyPr wrap="none" rtlCol="0">
            <a:spAutoFit/>
          </a:bodyPr>
          <a:lstStyle/>
          <a:p>
            <a:r>
              <a:rPr lang="en-US" sz="2400" b="1" dirty="0"/>
              <a:t>Home Assistant </a:t>
            </a:r>
            <a:r>
              <a:rPr lang="en-US" sz="2400" b="1" dirty="0">
                <a:solidFill>
                  <a:srgbClr val="07A680"/>
                </a:solidFill>
              </a:rPr>
              <a:t>Green</a:t>
            </a:r>
          </a:p>
        </p:txBody>
      </p:sp>
      <p:sp>
        <p:nvSpPr>
          <p:cNvPr id="125" name="!!HAPrice">
            <a:extLst>
              <a:ext uri="{FF2B5EF4-FFF2-40B4-BE49-F238E27FC236}">
                <a16:creationId xmlns:a16="http://schemas.microsoft.com/office/drawing/2014/main" id="{898F4453-0507-0550-FEB7-F7D8F0025E4F}"/>
              </a:ext>
            </a:extLst>
          </p:cNvPr>
          <p:cNvSpPr txBox="1"/>
          <p:nvPr/>
        </p:nvSpPr>
        <p:spPr>
          <a:xfrm>
            <a:off x="13290194" y="4320746"/>
            <a:ext cx="1334020" cy="1200329"/>
          </a:xfrm>
          <a:prstGeom prst="rect">
            <a:avLst/>
          </a:prstGeom>
          <a:noFill/>
        </p:spPr>
        <p:txBody>
          <a:bodyPr wrap="none" rtlCol="0">
            <a:spAutoFit/>
          </a:bodyPr>
          <a:lstStyle/>
          <a:p>
            <a:r>
              <a:rPr lang="en-US" sz="7200" dirty="0">
                <a:latin typeface="Aharoni" panose="02010803020104030203" pitchFamily="2" charset="-79"/>
                <a:cs typeface="Aharoni" panose="02010803020104030203" pitchFamily="2" charset="-79"/>
              </a:rPr>
              <a:t>$99</a:t>
            </a:r>
          </a:p>
        </p:txBody>
      </p:sp>
      <p:sp>
        <p:nvSpPr>
          <p:cNvPr id="4" name="!!Header whiteout">
            <a:extLst>
              <a:ext uri="{FF2B5EF4-FFF2-40B4-BE49-F238E27FC236}">
                <a16:creationId xmlns:a16="http://schemas.microsoft.com/office/drawing/2014/main" id="{2F87ECD7-47D8-8DCB-0026-952D180F4886}"/>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C48A7CFF-79F4-DA48-F207-B0EBC7081C02}"/>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15375707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5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6" grpId="0"/>
      <p:bldP spid="28"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3"/>
          <a:srcRect/>
          <a:stretch/>
        </p:blipFill>
        <p:spPr>
          <a:xfrm>
            <a:off x="6037070" y="2279068"/>
            <a:ext cx="2555729" cy="383224"/>
          </a:xfrm>
          <a:prstGeom prst="rect">
            <a:avLst/>
          </a:prstGeom>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229666" y="21490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645026" y="30620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sp>
        <p:nvSpPr>
          <p:cNvPr id="6" name="!!Red text">
            <a:extLst>
              <a:ext uri="{FF2B5EF4-FFF2-40B4-BE49-F238E27FC236}">
                <a16:creationId xmlns:a16="http://schemas.microsoft.com/office/drawing/2014/main" id="{4CEF6203-195F-F94E-0444-8F4874BA1E45}"/>
              </a:ext>
            </a:extLst>
          </p:cNvPr>
          <p:cNvSpPr txBox="1"/>
          <p:nvPr/>
        </p:nvSpPr>
        <p:spPr>
          <a:xfrm>
            <a:off x="2904487" y="6303127"/>
            <a:ext cx="3473673"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Plug-and-play option</a:t>
            </a:r>
          </a:p>
        </p:txBody>
      </p:sp>
      <p:grpSp>
        <p:nvGrpSpPr>
          <p:cNvPr id="7" name="Arrow">
            <a:extLst>
              <a:ext uri="{FF2B5EF4-FFF2-40B4-BE49-F238E27FC236}">
                <a16:creationId xmlns:a16="http://schemas.microsoft.com/office/drawing/2014/main" id="{D19A6A50-E7C4-629D-ABE8-76FAEA3EDFE5}"/>
              </a:ext>
            </a:extLst>
          </p:cNvPr>
          <p:cNvGrpSpPr>
            <a:grpSpLocks noChangeAspect="1"/>
          </p:cNvGrpSpPr>
          <p:nvPr/>
        </p:nvGrpSpPr>
        <p:grpSpPr bwMode="auto">
          <a:xfrm rot="11304337">
            <a:off x="4819705" y="5231085"/>
            <a:ext cx="904172" cy="943180"/>
            <a:chOff x="1328" y="0"/>
            <a:chExt cx="3106" cy="3240"/>
          </a:xfrm>
          <a:solidFill>
            <a:srgbClr val="C00000"/>
          </a:solidFill>
        </p:grpSpPr>
        <p:sp>
          <p:nvSpPr>
            <p:cNvPr id="8" name="Freeform 716">
              <a:extLst>
                <a:ext uri="{FF2B5EF4-FFF2-40B4-BE49-F238E27FC236}">
                  <a16:creationId xmlns:a16="http://schemas.microsoft.com/office/drawing/2014/main" id="{16011F7A-6ECF-259D-0887-1AF3DD84C803}"/>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 name="Freeform 717">
              <a:extLst>
                <a:ext uri="{FF2B5EF4-FFF2-40B4-BE49-F238E27FC236}">
                  <a16:creationId xmlns:a16="http://schemas.microsoft.com/office/drawing/2014/main" id="{D5310643-34D5-4787-D9AA-716BB65D0E42}"/>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 name="Freeform 718">
              <a:extLst>
                <a:ext uri="{FF2B5EF4-FFF2-40B4-BE49-F238E27FC236}">
                  <a16:creationId xmlns:a16="http://schemas.microsoft.com/office/drawing/2014/main" id="{32E463B6-3AFE-9723-BC29-F6ECCCB9F61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 name="Freeform 719">
              <a:extLst>
                <a:ext uri="{FF2B5EF4-FFF2-40B4-BE49-F238E27FC236}">
                  <a16:creationId xmlns:a16="http://schemas.microsoft.com/office/drawing/2014/main" id="{9DEA2EC4-F751-B741-D8F5-0D30A7B56F8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 name="Freeform 720">
              <a:extLst>
                <a:ext uri="{FF2B5EF4-FFF2-40B4-BE49-F238E27FC236}">
                  <a16:creationId xmlns:a16="http://schemas.microsoft.com/office/drawing/2014/main" id="{78C53A17-3BDB-1951-C0AE-CF9D0271B84F}"/>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 name="Freeform 721">
              <a:extLst>
                <a:ext uri="{FF2B5EF4-FFF2-40B4-BE49-F238E27FC236}">
                  <a16:creationId xmlns:a16="http://schemas.microsoft.com/office/drawing/2014/main" id="{151EE8DA-B148-4643-4A99-5457875E6808}"/>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22">
              <a:extLst>
                <a:ext uri="{FF2B5EF4-FFF2-40B4-BE49-F238E27FC236}">
                  <a16:creationId xmlns:a16="http://schemas.microsoft.com/office/drawing/2014/main" id="{196A0649-8746-EF8B-AB65-D9E54A51454C}"/>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 name="Freeform 723">
              <a:extLst>
                <a:ext uri="{FF2B5EF4-FFF2-40B4-BE49-F238E27FC236}">
                  <a16:creationId xmlns:a16="http://schemas.microsoft.com/office/drawing/2014/main" id="{5102E104-B162-F171-A99D-C3F5CFF3EB14}"/>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4">
              <a:extLst>
                <a:ext uri="{FF2B5EF4-FFF2-40B4-BE49-F238E27FC236}">
                  <a16:creationId xmlns:a16="http://schemas.microsoft.com/office/drawing/2014/main" id="{3F61F016-D7DC-D6C7-BC4D-D0AC4AC51ACE}"/>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5">
              <a:extLst>
                <a:ext uri="{FF2B5EF4-FFF2-40B4-BE49-F238E27FC236}">
                  <a16:creationId xmlns:a16="http://schemas.microsoft.com/office/drawing/2014/main" id="{FC3D172C-6E41-908E-B617-B2CCC90F0F9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6">
              <a:extLst>
                <a:ext uri="{FF2B5EF4-FFF2-40B4-BE49-F238E27FC236}">
                  <a16:creationId xmlns:a16="http://schemas.microsoft.com/office/drawing/2014/main" id="{B0800190-2072-CDF5-CCBE-4AEF89F84015}"/>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7">
              <a:extLst>
                <a:ext uri="{FF2B5EF4-FFF2-40B4-BE49-F238E27FC236}">
                  <a16:creationId xmlns:a16="http://schemas.microsoft.com/office/drawing/2014/main" id="{99212247-FB32-989C-1069-88022E0EDF48}"/>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8">
              <a:extLst>
                <a:ext uri="{FF2B5EF4-FFF2-40B4-BE49-F238E27FC236}">
                  <a16:creationId xmlns:a16="http://schemas.microsoft.com/office/drawing/2014/main" id="{708BD0F0-1BEA-650F-9409-E5174E2D0614}"/>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9">
              <a:extLst>
                <a:ext uri="{FF2B5EF4-FFF2-40B4-BE49-F238E27FC236}">
                  <a16:creationId xmlns:a16="http://schemas.microsoft.com/office/drawing/2014/main" id="{39448A9B-5654-3EB1-9BF7-96DE6633C9CB}"/>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0">
              <a:extLst>
                <a:ext uri="{FF2B5EF4-FFF2-40B4-BE49-F238E27FC236}">
                  <a16:creationId xmlns:a16="http://schemas.microsoft.com/office/drawing/2014/main" id="{1A621C9E-A8F9-0864-9B41-9AE28F47ED22}"/>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1">
              <a:extLst>
                <a:ext uri="{FF2B5EF4-FFF2-40B4-BE49-F238E27FC236}">
                  <a16:creationId xmlns:a16="http://schemas.microsoft.com/office/drawing/2014/main" id="{05CA2465-BE17-7CC4-E5A6-E81F199EDA42}"/>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2">
              <a:extLst>
                <a:ext uri="{FF2B5EF4-FFF2-40B4-BE49-F238E27FC236}">
                  <a16:creationId xmlns:a16="http://schemas.microsoft.com/office/drawing/2014/main" id="{2D6FFCCD-18E8-7D53-A731-3181E068DD11}"/>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3">
              <a:extLst>
                <a:ext uri="{FF2B5EF4-FFF2-40B4-BE49-F238E27FC236}">
                  <a16:creationId xmlns:a16="http://schemas.microsoft.com/office/drawing/2014/main" id="{E49DE869-F5E9-6430-78F9-462BE3B9CE2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4">
              <a:extLst>
                <a:ext uri="{FF2B5EF4-FFF2-40B4-BE49-F238E27FC236}">
                  <a16:creationId xmlns:a16="http://schemas.microsoft.com/office/drawing/2014/main" id="{73D03441-62CB-0B58-CA9E-41954D74C6B8}"/>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5">
              <a:extLst>
                <a:ext uri="{FF2B5EF4-FFF2-40B4-BE49-F238E27FC236}">
                  <a16:creationId xmlns:a16="http://schemas.microsoft.com/office/drawing/2014/main" id="{A39C3091-5085-D339-EB51-A0B1218569FD}"/>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6">
              <a:extLst>
                <a:ext uri="{FF2B5EF4-FFF2-40B4-BE49-F238E27FC236}">
                  <a16:creationId xmlns:a16="http://schemas.microsoft.com/office/drawing/2014/main" id="{5CAF75D6-8629-4479-06B4-C5D20EE348E9}"/>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7">
              <a:extLst>
                <a:ext uri="{FF2B5EF4-FFF2-40B4-BE49-F238E27FC236}">
                  <a16:creationId xmlns:a16="http://schemas.microsoft.com/office/drawing/2014/main" id="{9856C688-2960-2564-21C9-588941D80A22}"/>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8">
              <a:extLst>
                <a:ext uri="{FF2B5EF4-FFF2-40B4-BE49-F238E27FC236}">
                  <a16:creationId xmlns:a16="http://schemas.microsoft.com/office/drawing/2014/main" id="{F62EBC33-E5E5-A0BF-9102-2E1C93390A4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9">
              <a:extLst>
                <a:ext uri="{FF2B5EF4-FFF2-40B4-BE49-F238E27FC236}">
                  <a16:creationId xmlns:a16="http://schemas.microsoft.com/office/drawing/2014/main" id="{2F5D6127-929F-7F23-3617-F97DA8320EA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0">
              <a:extLst>
                <a:ext uri="{FF2B5EF4-FFF2-40B4-BE49-F238E27FC236}">
                  <a16:creationId xmlns:a16="http://schemas.microsoft.com/office/drawing/2014/main" id="{C1E9B205-8E6A-06AB-802A-1A76DCD33802}"/>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1">
              <a:extLst>
                <a:ext uri="{FF2B5EF4-FFF2-40B4-BE49-F238E27FC236}">
                  <a16:creationId xmlns:a16="http://schemas.microsoft.com/office/drawing/2014/main" id="{3869D446-4A08-A99E-58ED-99A57B748DC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2">
              <a:extLst>
                <a:ext uri="{FF2B5EF4-FFF2-40B4-BE49-F238E27FC236}">
                  <a16:creationId xmlns:a16="http://schemas.microsoft.com/office/drawing/2014/main" id="{1B427EF8-A696-76BA-94C7-A1F73CDE536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3">
              <a:extLst>
                <a:ext uri="{FF2B5EF4-FFF2-40B4-BE49-F238E27FC236}">
                  <a16:creationId xmlns:a16="http://schemas.microsoft.com/office/drawing/2014/main" id="{E7D62715-E342-F715-7482-1E5289BB0E36}"/>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4">
              <a:extLst>
                <a:ext uri="{FF2B5EF4-FFF2-40B4-BE49-F238E27FC236}">
                  <a16:creationId xmlns:a16="http://schemas.microsoft.com/office/drawing/2014/main" id="{5E1AACB9-3DD2-8C09-3EF6-7AF20ED5A804}"/>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5">
              <a:extLst>
                <a:ext uri="{FF2B5EF4-FFF2-40B4-BE49-F238E27FC236}">
                  <a16:creationId xmlns:a16="http://schemas.microsoft.com/office/drawing/2014/main" id="{2BD8B59F-2336-C233-7A0C-D758285F3587}"/>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6">
              <a:extLst>
                <a:ext uri="{FF2B5EF4-FFF2-40B4-BE49-F238E27FC236}">
                  <a16:creationId xmlns:a16="http://schemas.microsoft.com/office/drawing/2014/main" id="{26AC0B8A-8909-74EF-AA38-11D44A696E91}"/>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7">
              <a:extLst>
                <a:ext uri="{FF2B5EF4-FFF2-40B4-BE49-F238E27FC236}">
                  <a16:creationId xmlns:a16="http://schemas.microsoft.com/office/drawing/2014/main" id="{4C849967-D3C6-9AD3-0321-4C3563AB3E76}"/>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8">
              <a:extLst>
                <a:ext uri="{FF2B5EF4-FFF2-40B4-BE49-F238E27FC236}">
                  <a16:creationId xmlns:a16="http://schemas.microsoft.com/office/drawing/2014/main" id="{6608421F-5606-788E-B2AA-7BC43D314E0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9">
              <a:extLst>
                <a:ext uri="{FF2B5EF4-FFF2-40B4-BE49-F238E27FC236}">
                  <a16:creationId xmlns:a16="http://schemas.microsoft.com/office/drawing/2014/main" id="{B977D18C-7AE4-9F5F-47DA-0FA50F96379D}"/>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0">
              <a:extLst>
                <a:ext uri="{FF2B5EF4-FFF2-40B4-BE49-F238E27FC236}">
                  <a16:creationId xmlns:a16="http://schemas.microsoft.com/office/drawing/2014/main" id="{AD440FFA-1291-0A3F-9FDD-537E1F4DA7AA}"/>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1">
              <a:extLst>
                <a:ext uri="{FF2B5EF4-FFF2-40B4-BE49-F238E27FC236}">
                  <a16:creationId xmlns:a16="http://schemas.microsoft.com/office/drawing/2014/main" id="{BA433AA4-579D-06C2-86BF-696F77226B11}"/>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2">
              <a:extLst>
                <a:ext uri="{FF2B5EF4-FFF2-40B4-BE49-F238E27FC236}">
                  <a16:creationId xmlns:a16="http://schemas.microsoft.com/office/drawing/2014/main" id="{D11E652D-560D-976A-DA2C-6C57CD1DC8C5}"/>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3">
              <a:extLst>
                <a:ext uri="{FF2B5EF4-FFF2-40B4-BE49-F238E27FC236}">
                  <a16:creationId xmlns:a16="http://schemas.microsoft.com/office/drawing/2014/main" id="{34E3E6E6-B055-8161-DF79-FA22C3A41619}"/>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4">
              <a:extLst>
                <a:ext uri="{FF2B5EF4-FFF2-40B4-BE49-F238E27FC236}">
                  <a16:creationId xmlns:a16="http://schemas.microsoft.com/office/drawing/2014/main" id="{8456007A-9586-BD80-4CE9-2F1D82A0977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5">
              <a:extLst>
                <a:ext uri="{FF2B5EF4-FFF2-40B4-BE49-F238E27FC236}">
                  <a16:creationId xmlns:a16="http://schemas.microsoft.com/office/drawing/2014/main" id="{1ED9F200-9980-36D8-33D2-EAEC61D93903}"/>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6">
              <a:extLst>
                <a:ext uri="{FF2B5EF4-FFF2-40B4-BE49-F238E27FC236}">
                  <a16:creationId xmlns:a16="http://schemas.microsoft.com/office/drawing/2014/main" id="{F7400CE5-CD74-9160-5BFD-E5371EED7A4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7">
              <a:extLst>
                <a:ext uri="{FF2B5EF4-FFF2-40B4-BE49-F238E27FC236}">
                  <a16:creationId xmlns:a16="http://schemas.microsoft.com/office/drawing/2014/main" id="{B6EFBDC9-5B95-368D-5E20-57BA636F5EC4}"/>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8">
              <a:extLst>
                <a:ext uri="{FF2B5EF4-FFF2-40B4-BE49-F238E27FC236}">
                  <a16:creationId xmlns:a16="http://schemas.microsoft.com/office/drawing/2014/main" id="{D94B2DA1-7533-A4DE-1801-FF5C10B62ED7}"/>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9">
              <a:extLst>
                <a:ext uri="{FF2B5EF4-FFF2-40B4-BE49-F238E27FC236}">
                  <a16:creationId xmlns:a16="http://schemas.microsoft.com/office/drawing/2014/main" id="{14849925-6F63-845F-F904-CF4128C222D5}"/>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60">
              <a:extLst>
                <a:ext uri="{FF2B5EF4-FFF2-40B4-BE49-F238E27FC236}">
                  <a16:creationId xmlns:a16="http://schemas.microsoft.com/office/drawing/2014/main" id="{E465BCE1-775D-CFC7-C353-1592D0A9868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61">
              <a:extLst>
                <a:ext uri="{FF2B5EF4-FFF2-40B4-BE49-F238E27FC236}">
                  <a16:creationId xmlns:a16="http://schemas.microsoft.com/office/drawing/2014/main" id="{D1C20D7E-B620-15D0-95E9-2C128E31B80C}"/>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62">
              <a:extLst>
                <a:ext uri="{FF2B5EF4-FFF2-40B4-BE49-F238E27FC236}">
                  <a16:creationId xmlns:a16="http://schemas.microsoft.com/office/drawing/2014/main" id="{88018D56-E22F-7AC4-6EF5-8229DF613860}"/>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63">
              <a:extLst>
                <a:ext uri="{FF2B5EF4-FFF2-40B4-BE49-F238E27FC236}">
                  <a16:creationId xmlns:a16="http://schemas.microsoft.com/office/drawing/2014/main" id="{2FA22E01-2E8F-153F-22A9-65C5735F2AC0}"/>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64">
              <a:extLst>
                <a:ext uri="{FF2B5EF4-FFF2-40B4-BE49-F238E27FC236}">
                  <a16:creationId xmlns:a16="http://schemas.microsoft.com/office/drawing/2014/main" id="{8209E87D-BCED-76AD-975F-47A758FCD17A}"/>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65">
              <a:extLst>
                <a:ext uri="{FF2B5EF4-FFF2-40B4-BE49-F238E27FC236}">
                  <a16:creationId xmlns:a16="http://schemas.microsoft.com/office/drawing/2014/main" id="{2251F3A2-3013-ACB2-6D97-E5F3FA5241B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66">
              <a:extLst>
                <a:ext uri="{FF2B5EF4-FFF2-40B4-BE49-F238E27FC236}">
                  <a16:creationId xmlns:a16="http://schemas.microsoft.com/office/drawing/2014/main" id="{1AC9C212-C690-A8C5-6FCF-BEB9CAC7159D}"/>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67">
              <a:extLst>
                <a:ext uri="{FF2B5EF4-FFF2-40B4-BE49-F238E27FC236}">
                  <a16:creationId xmlns:a16="http://schemas.microsoft.com/office/drawing/2014/main" id="{41A3C3A9-2646-463E-8752-11974EA46144}"/>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68">
              <a:extLst>
                <a:ext uri="{FF2B5EF4-FFF2-40B4-BE49-F238E27FC236}">
                  <a16:creationId xmlns:a16="http://schemas.microsoft.com/office/drawing/2014/main" id="{3BA27792-86F8-2B49-E01B-5E2D4BAC276D}"/>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69">
              <a:extLst>
                <a:ext uri="{FF2B5EF4-FFF2-40B4-BE49-F238E27FC236}">
                  <a16:creationId xmlns:a16="http://schemas.microsoft.com/office/drawing/2014/main" id="{68506695-017C-6251-0E7E-EDEA2BD4EB6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70">
              <a:extLst>
                <a:ext uri="{FF2B5EF4-FFF2-40B4-BE49-F238E27FC236}">
                  <a16:creationId xmlns:a16="http://schemas.microsoft.com/office/drawing/2014/main" id="{1092D57D-55FC-63DD-E38C-FBD5656FE7D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71">
              <a:extLst>
                <a:ext uri="{FF2B5EF4-FFF2-40B4-BE49-F238E27FC236}">
                  <a16:creationId xmlns:a16="http://schemas.microsoft.com/office/drawing/2014/main" id="{7F616E4A-7429-1E4F-D0B6-4A3CAF0D169F}"/>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72">
              <a:extLst>
                <a:ext uri="{FF2B5EF4-FFF2-40B4-BE49-F238E27FC236}">
                  <a16:creationId xmlns:a16="http://schemas.microsoft.com/office/drawing/2014/main" id="{83FE8E15-5441-2A08-2054-4BBA29D3D425}"/>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73">
              <a:extLst>
                <a:ext uri="{FF2B5EF4-FFF2-40B4-BE49-F238E27FC236}">
                  <a16:creationId xmlns:a16="http://schemas.microsoft.com/office/drawing/2014/main" id="{124866D8-3774-EDB1-E4BE-D3E521296AC7}"/>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74">
              <a:extLst>
                <a:ext uri="{FF2B5EF4-FFF2-40B4-BE49-F238E27FC236}">
                  <a16:creationId xmlns:a16="http://schemas.microsoft.com/office/drawing/2014/main" id="{76BBCA3B-4A24-AD5D-8444-4C918E577DA7}"/>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75">
              <a:extLst>
                <a:ext uri="{FF2B5EF4-FFF2-40B4-BE49-F238E27FC236}">
                  <a16:creationId xmlns:a16="http://schemas.microsoft.com/office/drawing/2014/main" id="{4AE6ED46-F6E7-C5E8-09FC-87EAFE44304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76">
              <a:extLst>
                <a:ext uri="{FF2B5EF4-FFF2-40B4-BE49-F238E27FC236}">
                  <a16:creationId xmlns:a16="http://schemas.microsoft.com/office/drawing/2014/main" id="{FBE6B29A-0F9B-0599-894D-7206B5C368EA}"/>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77">
              <a:extLst>
                <a:ext uri="{FF2B5EF4-FFF2-40B4-BE49-F238E27FC236}">
                  <a16:creationId xmlns:a16="http://schemas.microsoft.com/office/drawing/2014/main" id="{D10D8423-0528-90F7-78E3-8C07FA91005D}"/>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78">
              <a:extLst>
                <a:ext uri="{FF2B5EF4-FFF2-40B4-BE49-F238E27FC236}">
                  <a16:creationId xmlns:a16="http://schemas.microsoft.com/office/drawing/2014/main" id="{A7BF4D9D-3C3F-75DA-CBBB-CFD7CC39D343}"/>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79">
              <a:extLst>
                <a:ext uri="{FF2B5EF4-FFF2-40B4-BE49-F238E27FC236}">
                  <a16:creationId xmlns:a16="http://schemas.microsoft.com/office/drawing/2014/main" id="{E87A81A0-9A10-C88C-D961-2310DCE42D70}"/>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80">
              <a:extLst>
                <a:ext uri="{FF2B5EF4-FFF2-40B4-BE49-F238E27FC236}">
                  <a16:creationId xmlns:a16="http://schemas.microsoft.com/office/drawing/2014/main" id="{E7D6A28D-64C9-5183-1108-80A8F814957E}"/>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81">
              <a:extLst>
                <a:ext uri="{FF2B5EF4-FFF2-40B4-BE49-F238E27FC236}">
                  <a16:creationId xmlns:a16="http://schemas.microsoft.com/office/drawing/2014/main" id="{22969E1C-E845-101B-AD85-35FE5DA0783C}"/>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82">
              <a:extLst>
                <a:ext uri="{FF2B5EF4-FFF2-40B4-BE49-F238E27FC236}">
                  <a16:creationId xmlns:a16="http://schemas.microsoft.com/office/drawing/2014/main" id="{EDA34796-2A46-09FC-C74E-AF94423CFC92}"/>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83">
              <a:extLst>
                <a:ext uri="{FF2B5EF4-FFF2-40B4-BE49-F238E27FC236}">
                  <a16:creationId xmlns:a16="http://schemas.microsoft.com/office/drawing/2014/main" id="{FBD58537-125F-B150-27FA-59D5DE95DF89}"/>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84">
              <a:extLst>
                <a:ext uri="{FF2B5EF4-FFF2-40B4-BE49-F238E27FC236}">
                  <a16:creationId xmlns:a16="http://schemas.microsoft.com/office/drawing/2014/main" id="{68057B95-E651-DBA8-C8FF-9C0011DA1654}"/>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85">
              <a:extLst>
                <a:ext uri="{FF2B5EF4-FFF2-40B4-BE49-F238E27FC236}">
                  <a16:creationId xmlns:a16="http://schemas.microsoft.com/office/drawing/2014/main" id="{D01F2015-BA0B-0487-EC54-08F8C4FE4A1A}"/>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86">
              <a:extLst>
                <a:ext uri="{FF2B5EF4-FFF2-40B4-BE49-F238E27FC236}">
                  <a16:creationId xmlns:a16="http://schemas.microsoft.com/office/drawing/2014/main" id="{706688FA-D7B6-899C-52FA-6D107ED4173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87">
              <a:extLst>
                <a:ext uri="{FF2B5EF4-FFF2-40B4-BE49-F238E27FC236}">
                  <a16:creationId xmlns:a16="http://schemas.microsoft.com/office/drawing/2014/main" id="{DF4C8F86-61F8-C077-5798-153B97A0458B}"/>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88">
              <a:extLst>
                <a:ext uri="{FF2B5EF4-FFF2-40B4-BE49-F238E27FC236}">
                  <a16:creationId xmlns:a16="http://schemas.microsoft.com/office/drawing/2014/main" id="{A0A8EE8F-B89D-146C-BE45-7811ABF0521F}"/>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89">
              <a:extLst>
                <a:ext uri="{FF2B5EF4-FFF2-40B4-BE49-F238E27FC236}">
                  <a16:creationId xmlns:a16="http://schemas.microsoft.com/office/drawing/2014/main" id="{0865EA07-C8A3-6DBF-400C-91C575B1B616}"/>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90">
              <a:extLst>
                <a:ext uri="{FF2B5EF4-FFF2-40B4-BE49-F238E27FC236}">
                  <a16:creationId xmlns:a16="http://schemas.microsoft.com/office/drawing/2014/main" id="{ADC08E80-7F38-35C6-524C-B1E5D78BAC6C}"/>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91">
              <a:extLst>
                <a:ext uri="{FF2B5EF4-FFF2-40B4-BE49-F238E27FC236}">
                  <a16:creationId xmlns:a16="http://schemas.microsoft.com/office/drawing/2014/main" id="{83F817FE-6E7B-D269-3D46-7563B9C373D6}"/>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92">
              <a:extLst>
                <a:ext uri="{FF2B5EF4-FFF2-40B4-BE49-F238E27FC236}">
                  <a16:creationId xmlns:a16="http://schemas.microsoft.com/office/drawing/2014/main" id="{2DEF486A-EA4F-06FA-86BC-D741223805D9}"/>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93">
              <a:extLst>
                <a:ext uri="{FF2B5EF4-FFF2-40B4-BE49-F238E27FC236}">
                  <a16:creationId xmlns:a16="http://schemas.microsoft.com/office/drawing/2014/main" id="{43AC36BC-4278-F406-B74D-B27455EC4279}"/>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94">
              <a:extLst>
                <a:ext uri="{FF2B5EF4-FFF2-40B4-BE49-F238E27FC236}">
                  <a16:creationId xmlns:a16="http://schemas.microsoft.com/office/drawing/2014/main" id="{ABFC50A7-4818-E7B4-D445-1856BB462DB2}"/>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95">
              <a:extLst>
                <a:ext uri="{FF2B5EF4-FFF2-40B4-BE49-F238E27FC236}">
                  <a16:creationId xmlns:a16="http://schemas.microsoft.com/office/drawing/2014/main" id="{311FC7FC-84EA-E194-4ABC-63A86C54D7A5}"/>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96">
              <a:extLst>
                <a:ext uri="{FF2B5EF4-FFF2-40B4-BE49-F238E27FC236}">
                  <a16:creationId xmlns:a16="http://schemas.microsoft.com/office/drawing/2014/main" id="{127BC4D0-3604-0BBE-54C6-AE3FD6C69D45}"/>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97">
              <a:extLst>
                <a:ext uri="{FF2B5EF4-FFF2-40B4-BE49-F238E27FC236}">
                  <a16:creationId xmlns:a16="http://schemas.microsoft.com/office/drawing/2014/main" id="{ED8AF002-01E3-3150-0528-10241BDF79B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98">
              <a:extLst>
                <a:ext uri="{FF2B5EF4-FFF2-40B4-BE49-F238E27FC236}">
                  <a16:creationId xmlns:a16="http://schemas.microsoft.com/office/drawing/2014/main" id="{418AECDE-FC16-6115-0E9E-463124379F89}"/>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99">
              <a:extLst>
                <a:ext uri="{FF2B5EF4-FFF2-40B4-BE49-F238E27FC236}">
                  <a16:creationId xmlns:a16="http://schemas.microsoft.com/office/drawing/2014/main" id="{ED2F0653-A0CD-68C4-6320-8097638F0F5C}"/>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800">
              <a:extLst>
                <a:ext uri="{FF2B5EF4-FFF2-40B4-BE49-F238E27FC236}">
                  <a16:creationId xmlns:a16="http://schemas.microsoft.com/office/drawing/2014/main" id="{46AB6A95-5F84-562B-4591-0E5BB6C3B444}"/>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801">
              <a:extLst>
                <a:ext uri="{FF2B5EF4-FFF2-40B4-BE49-F238E27FC236}">
                  <a16:creationId xmlns:a16="http://schemas.microsoft.com/office/drawing/2014/main" id="{29E3844E-1C85-E88B-6DCA-4D524FA7E068}"/>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802">
              <a:extLst>
                <a:ext uri="{FF2B5EF4-FFF2-40B4-BE49-F238E27FC236}">
                  <a16:creationId xmlns:a16="http://schemas.microsoft.com/office/drawing/2014/main" id="{3C3CB1A4-5587-F20E-5610-B84C9BEE39DB}"/>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803">
              <a:extLst>
                <a:ext uri="{FF2B5EF4-FFF2-40B4-BE49-F238E27FC236}">
                  <a16:creationId xmlns:a16="http://schemas.microsoft.com/office/drawing/2014/main" id="{5878D3DC-1842-2A66-EF1D-ABBB7037D6F8}"/>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804">
              <a:extLst>
                <a:ext uri="{FF2B5EF4-FFF2-40B4-BE49-F238E27FC236}">
                  <a16:creationId xmlns:a16="http://schemas.microsoft.com/office/drawing/2014/main" id="{E65818AD-2AEE-932B-4276-77B552C7D6D9}"/>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805">
              <a:extLst>
                <a:ext uri="{FF2B5EF4-FFF2-40B4-BE49-F238E27FC236}">
                  <a16:creationId xmlns:a16="http://schemas.microsoft.com/office/drawing/2014/main" id="{6C46B00F-0D3B-473A-E4C4-00CE70213007}"/>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806">
              <a:extLst>
                <a:ext uri="{FF2B5EF4-FFF2-40B4-BE49-F238E27FC236}">
                  <a16:creationId xmlns:a16="http://schemas.microsoft.com/office/drawing/2014/main" id="{1FC321DD-7777-8438-5F71-1FA8EE91750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807">
              <a:extLst>
                <a:ext uri="{FF2B5EF4-FFF2-40B4-BE49-F238E27FC236}">
                  <a16:creationId xmlns:a16="http://schemas.microsoft.com/office/drawing/2014/main" id="{52B83BBF-2803-4ADE-D18C-F2F897672282}"/>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808">
              <a:extLst>
                <a:ext uri="{FF2B5EF4-FFF2-40B4-BE49-F238E27FC236}">
                  <a16:creationId xmlns:a16="http://schemas.microsoft.com/office/drawing/2014/main" id="{97095D6D-EAB8-E408-E3BD-D08639EB8081}"/>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809">
              <a:extLst>
                <a:ext uri="{FF2B5EF4-FFF2-40B4-BE49-F238E27FC236}">
                  <a16:creationId xmlns:a16="http://schemas.microsoft.com/office/drawing/2014/main" id="{62056F4A-D768-D5BC-2E0C-6C4E9F2D13E2}"/>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10">
              <a:extLst>
                <a:ext uri="{FF2B5EF4-FFF2-40B4-BE49-F238E27FC236}">
                  <a16:creationId xmlns:a16="http://schemas.microsoft.com/office/drawing/2014/main" id="{1660DBC8-9D5A-A048-AD58-422B12541809}"/>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11">
              <a:extLst>
                <a:ext uri="{FF2B5EF4-FFF2-40B4-BE49-F238E27FC236}">
                  <a16:creationId xmlns:a16="http://schemas.microsoft.com/office/drawing/2014/main" id="{63351C41-50CB-0065-CC6C-0DE9C4702B3F}"/>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12">
              <a:extLst>
                <a:ext uri="{FF2B5EF4-FFF2-40B4-BE49-F238E27FC236}">
                  <a16:creationId xmlns:a16="http://schemas.microsoft.com/office/drawing/2014/main" id="{3242D5D6-C4D4-7BF5-B099-08E8F05F2F6B}"/>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13">
              <a:extLst>
                <a:ext uri="{FF2B5EF4-FFF2-40B4-BE49-F238E27FC236}">
                  <a16:creationId xmlns:a16="http://schemas.microsoft.com/office/drawing/2014/main" id="{9B674655-1B94-3CB2-A127-4DDDEF3D7FF6}"/>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14">
              <a:extLst>
                <a:ext uri="{FF2B5EF4-FFF2-40B4-BE49-F238E27FC236}">
                  <a16:creationId xmlns:a16="http://schemas.microsoft.com/office/drawing/2014/main" id="{63491575-282D-80D5-9534-C4F30211896F}"/>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5" name="!!Green BG">
            <a:extLst>
              <a:ext uri="{FF2B5EF4-FFF2-40B4-BE49-F238E27FC236}">
                <a16:creationId xmlns:a16="http://schemas.microsoft.com/office/drawing/2014/main" id="{73B6873D-FADA-6854-4835-0E18B0EB5D90}"/>
              </a:ext>
            </a:extLst>
          </p:cNvPr>
          <p:cNvSpPr/>
          <p:nvPr/>
        </p:nvSpPr>
        <p:spPr>
          <a:xfrm>
            <a:off x="6041260" y="3273663"/>
            <a:ext cx="6150740" cy="3585779"/>
          </a:xfrm>
          <a:prstGeom prst="rect">
            <a:avLst/>
          </a:prstGeom>
          <a:gradFill>
            <a:gsLst>
              <a:gs pos="51000">
                <a:srgbClr val="88C8C5"/>
              </a:gs>
              <a:gs pos="86000">
                <a:schemeClr val="accent1">
                  <a:lumMod val="45000"/>
                  <a:lumOff val="55000"/>
                </a:schemeClr>
              </a:gs>
              <a:gs pos="87000">
                <a:schemeClr val="accent1">
                  <a:lumMod val="45000"/>
                  <a:lumOff val="55000"/>
                </a:schemeClr>
              </a:gs>
              <a:gs pos="100000">
                <a:srgbClr val="BADFF4"/>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HAGreen">
            <a:extLst>
              <a:ext uri="{FF2B5EF4-FFF2-40B4-BE49-F238E27FC236}">
                <a16:creationId xmlns:a16="http://schemas.microsoft.com/office/drawing/2014/main" id="{6A005620-5D57-2DAA-D08A-BFD990CEE4AA}"/>
              </a:ext>
            </a:extLst>
          </p:cNvPr>
          <p:cNvPicPr>
            <a:picLocks noChangeAspect="1"/>
          </p:cNvPicPr>
          <p:nvPr/>
        </p:nvPicPr>
        <p:blipFill>
          <a:blip r:embed="rId6"/>
          <a:stretch>
            <a:fillRect/>
          </a:stretch>
        </p:blipFill>
        <p:spPr>
          <a:xfrm>
            <a:off x="8728432" y="4036336"/>
            <a:ext cx="3285236" cy="1878135"/>
          </a:xfrm>
          <a:prstGeom prst="rect">
            <a:avLst/>
          </a:prstGeom>
        </p:spPr>
      </p:pic>
      <p:sp>
        <p:nvSpPr>
          <p:cNvPr id="24" name="TextBox 23">
            <a:extLst>
              <a:ext uri="{FF2B5EF4-FFF2-40B4-BE49-F238E27FC236}">
                <a16:creationId xmlns:a16="http://schemas.microsoft.com/office/drawing/2014/main" id="{040C4CAD-89FD-263C-45DE-2936907B55F5}"/>
              </a:ext>
            </a:extLst>
          </p:cNvPr>
          <p:cNvSpPr txBox="1"/>
          <p:nvPr/>
        </p:nvSpPr>
        <p:spPr>
          <a:xfrm>
            <a:off x="6207342" y="3805503"/>
            <a:ext cx="3018775" cy="461665"/>
          </a:xfrm>
          <a:prstGeom prst="rect">
            <a:avLst/>
          </a:prstGeom>
          <a:noFill/>
        </p:spPr>
        <p:txBody>
          <a:bodyPr wrap="none" rtlCol="0">
            <a:spAutoFit/>
          </a:bodyPr>
          <a:lstStyle/>
          <a:p>
            <a:r>
              <a:rPr lang="en-US" sz="2400" b="1" dirty="0"/>
              <a:t>Home Assistant </a:t>
            </a:r>
            <a:r>
              <a:rPr lang="en-US" sz="2400" b="1" dirty="0">
                <a:solidFill>
                  <a:srgbClr val="07A680"/>
                </a:solidFill>
              </a:rPr>
              <a:t>Green</a:t>
            </a:r>
          </a:p>
        </p:txBody>
      </p:sp>
      <p:sp>
        <p:nvSpPr>
          <p:cNvPr id="25" name="!!HAPrice">
            <a:extLst>
              <a:ext uri="{FF2B5EF4-FFF2-40B4-BE49-F238E27FC236}">
                <a16:creationId xmlns:a16="http://schemas.microsoft.com/office/drawing/2014/main" id="{483DC399-2462-385A-FF6A-FEFC4389DEB8}"/>
              </a:ext>
            </a:extLst>
          </p:cNvPr>
          <p:cNvSpPr txBox="1"/>
          <p:nvPr/>
        </p:nvSpPr>
        <p:spPr>
          <a:xfrm>
            <a:off x="6886286" y="4320746"/>
            <a:ext cx="1334020" cy="1200329"/>
          </a:xfrm>
          <a:prstGeom prst="rect">
            <a:avLst/>
          </a:prstGeom>
          <a:noFill/>
        </p:spPr>
        <p:txBody>
          <a:bodyPr wrap="none" rtlCol="0">
            <a:spAutoFit/>
          </a:bodyPr>
          <a:lstStyle/>
          <a:p>
            <a:r>
              <a:rPr lang="en-US" sz="7200" dirty="0">
                <a:latin typeface="Aharoni" panose="02010803020104030203" pitchFamily="2" charset="-79"/>
                <a:cs typeface="Aharoni" panose="02010803020104030203" pitchFamily="2" charset="-79"/>
              </a:rPr>
              <a:t>$99</a:t>
            </a:r>
          </a:p>
        </p:txBody>
      </p:sp>
      <p:pic>
        <p:nvPicPr>
          <p:cNvPr id="27" name="Picture 2">
            <a:extLst>
              <a:ext uri="{FF2B5EF4-FFF2-40B4-BE49-F238E27FC236}">
                <a16:creationId xmlns:a16="http://schemas.microsoft.com/office/drawing/2014/main" id="{00F8E7E0-C4F7-80E6-31D8-74FCDA093B6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02086" y="2793622"/>
            <a:ext cx="1899952" cy="18999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6">
            <a:extLst>
              <a:ext uri="{FF2B5EF4-FFF2-40B4-BE49-F238E27FC236}">
                <a16:creationId xmlns:a16="http://schemas.microsoft.com/office/drawing/2014/main" id="{8361C114-BB6F-81BE-CF0F-9661ED84DC4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5299956" y="2804379"/>
            <a:ext cx="1899952" cy="1899952"/>
          </a:xfrm>
          <a:prstGeom prst="rect">
            <a:avLst/>
          </a:prstGeom>
          <a:noFill/>
          <a:extLst>
            <a:ext uri="{909E8E84-426E-40DD-AFC4-6F175D3DCCD1}">
              <a14:hiddenFill xmlns:a14="http://schemas.microsoft.com/office/drawing/2010/main">
                <a:solidFill>
                  <a:srgbClr val="FFFFFF"/>
                </a:solidFill>
              </a14:hiddenFill>
            </a:ext>
          </a:extLst>
        </p:spPr>
      </p:pic>
      <p:sp>
        <p:nvSpPr>
          <p:cNvPr id="4" name="!!Header whiteout">
            <a:extLst>
              <a:ext uri="{FF2B5EF4-FFF2-40B4-BE49-F238E27FC236}">
                <a16:creationId xmlns:a16="http://schemas.microsoft.com/office/drawing/2014/main" id="{7C50D408-6705-9A5C-384B-FD4D4D8F8BEE}"/>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Header Text 1">
            <a:extLst>
              <a:ext uri="{FF2B5EF4-FFF2-40B4-BE49-F238E27FC236}">
                <a16:creationId xmlns:a16="http://schemas.microsoft.com/office/drawing/2014/main" id="{065944C0-3571-071F-A582-25F960E367F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3144801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3"/>
          <a:srcRect/>
          <a:stretch/>
        </p:blipFill>
        <p:spPr>
          <a:xfrm>
            <a:off x="6037070" y="2279068"/>
            <a:ext cx="2555729" cy="383224"/>
          </a:xfrm>
          <a:prstGeom prst="rect">
            <a:avLst/>
          </a:prstGeom>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229666" y="21490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645026" y="30620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pic>
        <p:nvPicPr>
          <p:cNvPr id="3074" name="Picture 2">
            <a:extLst>
              <a:ext uri="{FF2B5EF4-FFF2-40B4-BE49-F238E27FC236}">
                <a16:creationId xmlns:a16="http://schemas.microsoft.com/office/drawing/2014/main" id="{FD99B807-A774-9145-BE8D-EE213AE9FC4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7174" y="2793622"/>
            <a:ext cx="1899952" cy="1899952"/>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05BBBCFC-FF64-89E7-F332-02F10E90AAF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75044" y="2793622"/>
            <a:ext cx="1899952" cy="1910709"/>
          </a:xfrm>
          <a:prstGeom prst="rect">
            <a:avLst/>
          </a:prstGeom>
          <a:noFill/>
          <a:extLst>
            <a:ext uri="{909E8E84-426E-40DD-AFC4-6F175D3DCCD1}">
              <a14:hiddenFill xmlns:a14="http://schemas.microsoft.com/office/drawing/2010/main">
                <a:solidFill>
                  <a:srgbClr val="FFFFFF"/>
                </a:solidFill>
              </a14:hiddenFill>
            </a:ext>
          </a:extLst>
        </p:spPr>
      </p:pic>
      <p:sp>
        <p:nvSpPr>
          <p:cNvPr id="120" name="!!Green BG">
            <a:extLst>
              <a:ext uri="{FF2B5EF4-FFF2-40B4-BE49-F238E27FC236}">
                <a16:creationId xmlns:a16="http://schemas.microsoft.com/office/drawing/2014/main" id="{3102FA26-7393-E2A4-3C02-E8B7F060E38A}"/>
              </a:ext>
            </a:extLst>
          </p:cNvPr>
          <p:cNvSpPr/>
          <p:nvPr/>
        </p:nvSpPr>
        <p:spPr>
          <a:xfrm>
            <a:off x="6085065" y="2804380"/>
            <a:ext cx="1879831" cy="1880176"/>
          </a:xfrm>
          <a:prstGeom prst="rect">
            <a:avLst/>
          </a:prstGeom>
          <a:gradFill>
            <a:gsLst>
              <a:gs pos="51000">
                <a:srgbClr val="88C8C5"/>
              </a:gs>
              <a:gs pos="86000">
                <a:schemeClr val="accent1">
                  <a:lumMod val="45000"/>
                  <a:lumOff val="55000"/>
                </a:schemeClr>
              </a:gs>
              <a:gs pos="87000">
                <a:schemeClr val="accent1">
                  <a:lumMod val="45000"/>
                  <a:lumOff val="55000"/>
                </a:schemeClr>
              </a:gs>
              <a:gs pos="100000">
                <a:srgbClr val="BADFF4"/>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1" name="!!HAGreen">
            <a:extLst>
              <a:ext uri="{FF2B5EF4-FFF2-40B4-BE49-F238E27FC236}">
                <a16:creationId xmlns:a16="http://schemas.microsoft.com/office/drawing/2014/main" id="{2056AB15-097F-1220-B58F-F48704A94692}"/>
              </a:ext>
            </a:extLst>
          </p:cNvPr>
          <p:cNvPicPr>
            <a:picLocks noChangeAspect="1"/>
          </p:cNvPicPr>
          <p:nvPr/>
        </p:nvPicPr>
        <p:blipFill>
          <a:blip r:embed="rId8"/>
          <a:stretch>
            <a:fillRect/>
          </a:stretch>
        </p:blipFill>
        <p:spPr>
          <a:xfrm>
            <a:off x="6226434" y="3345198"/>
            <a:ext cx="1624067" cy="928462"/>
          </a:xfrm>
          <a:prstGeom prst="rect">
            <a:avLst/>
          </a:prstGeom>
        </p:spPr>
      </p:pic>
      <p:pic>
        <p:nvPicPr>
          <p:cNvPr id="8" name="Picture 7">
            <a:extLst>
              <a:ext uri="{FF2B5EF4-FFF2-40B4-BE49-F238E27FC236}">
                <a16:creationId xmlns:a16="http://schemas.microsoft.com/office/drawing/2014/main" id="{D356D853-C48E-B23F-0413-8FCFA6EAE358}"/>
              </a:ext>
            </a:extLst>
          </p:cNvPr>
          <p:cNvPicPr>
            <a:picLocks noChangeAspect="1"/>
          </p:cNvPicPr>
          <p:nvPr/>
        </p:nvPicPr>
        <p:blipFill>
          <a:blip r:embed="rId9"/>
          <a:stretch>
            <a:fillRect/>
          </a:stretch>
        </p:blipFill>
        <p:spPr>
          <a:xfrm>
            <a:off x="12335270" y="4738011"/>
            <a:ext cx="2000529" cy="1991003"/>
          </a:xfrm>
          <a:prstGeom prst="rect">
            <a:avLst/>
          </a:prstGeom>
        </p:spPr>
      </p:pic>
      <p:pic>
        <p:nvPicPr>
          <p:cNvPr id="9" name="Picture 8">
            <a:extLst>
              <a:ext uri="{FF2B5EF4-FFF2-40B4-BE49-F238E27FC236}">
                <a16:creationId xmlns:a16="http://schemas.microsoft.com/office/drawing/2014/main" id="{49583514-63AC-40B3-886B-449467928E4B}"/>
              </a:ext>
            </a:extLst>
          </p:cNvPr>
          <p:cNvPicPr>
            <a:picLocks noChangeAspect="1"/>
          </p:cNvPicPr>
          <p:nvPr/>
        </p:nvPicPr>
        <p:blipFill>
          <a:blip r:embed="rId10"/>
          <a:stretch>
            <a:fillRect/>
          </a:stretch>
        </p:blipFill>
        <p:spPr>
          <a:xfrm>
            <a:off x="14335860" y="4728484"/>
            <a:ext cx="1991003" cy="2010056"/>
          </a:xfrm>
          <a:prstGeom prst="rect">
            <a:avLst/>
          </a:prstGeom>
        </p:spPr>
      </p:pic>
      <p:pic>
        <p:nvPicPr>
          <p:cNvPr id="11" name="Picture 10">
            <a:extLst>
              <a:ext uri="{FF2B5EF4-FFF2-40B4-BE49-F238E27FC236}">
                <a16:creationId xmlns:a16="http://schemas.microsoft.com/office/drawing/2014/main" id="{21B0DAA6-28DA-989B-7F7C-13BD27066C20}"/>
              </a:ext>
            </a:extLst>
          </p:cNvPr>
          <p:cNvPicPr>
            <a:picLocks noChangeAspect="1"/>
          </p:cNvPicPr>
          <p:nvPr/>
        </p:nvPicPr>
        <p:blipFill>
          <a:blip r:embed="rId11"/>
          <a:stretch>
            <a:fillRect/>
          </a:stretch>
        </p:blipFill>
        <p:spPr>
          <a:xfrm>
            <a:off x="16323413" y="4735930"/>
            <a:ext cx="1991003" cy="2000529"/>
          </a:xfrm>
          <a:prstGeom prst="rect">
            <a:avLst/>
          </a:prstGeom>
        </p:spPr>
      </p:pic>
      <p:sp>
        <p:nvSpPr>
          <p:cNvPr id="6" name="!!Red text">
            <a:extLst>
              <a:ext uri="{FF2B5EF4-FFF2-40B4-BE49-F238E27FC236}">
                <a16:creationId xmlns:a16="http://schemas.microsoft.com/office/drawing/2014/main" id="{4CEF6203-195F-F94E-0444-8F4874BA1E45}"/>
              </a:ext>
            </a:extLst>
          </p:cNvPr>
          <p:cNvSpPr txBox="1"/>
          <p:nvPr/>
        </p:nvSpPr>
        <p:spPr>
          <a:xfrm>
            <a:off x="6293694" y="5498028"/>
            <a:ext cx="1980178"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Raspberry Pi / thin client</a:t>
            </a:r>
          </a:p>
        </p:txBody>
      </p:sp>
      <p:grpSp>
        <p:nvGrpSpPr>
          <p:cNvPr id="122" name="Arrow">
            <a:extLst>
              <a:ext uri="{FF2B5EF4-FFF2-40B4-BE49-F238E27FC236}">
                <a16:creationId xmlns:a16="http://schemas.microsoft.com/office/drawing/2014/main" id="{CF5F486D-73A3-BC5C-8F28-6CA4A13D2AC7}"/>
              </a:ext>
            </a:extLst>
          </p:cNvPr>
          <p:cNvGrpSpPr>
            <a:grpSpLocks noChangeAspect="1"/>
          </p:cNvGrpSpPr>
          <p:nvPr/>
        </p:nvGrpSpPr>
        <p:grpSpPr bwMode="auto">
          <a:xfrm rot="5199731" flipV="1">
            <a:off x="8118602" y="4904920"/>
            <a:ext cx="904172" cy="943180"/>
            <a:chOff x="1328" y="0"/>
            <a:chExt cx="3106" cy="3240"/>
          </a:xfrm>
          <a:solidFill>
            <a:srgbClr val="C00000"/>
          </a:solidFill>
        </p:grpSpPr>
        <p:sp>
          <p:nvSpPr>
            <p:cNvPr id="123" name="Freeform 716">
              <a:extLst>
                <a:ext uri="{FF2B5EF4-FFF2-40B4-BE49-F238E27FC236}">
                  <a16:creationId xmlns:a16="http://schemas.microsoft.com/office/drawing/2014/main" id="{E8150E24-E6EF-9ADF-0450-47EA77451C8D}"/>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717">
              <a:extLst>
                <a:ext uri="{FF2B5EF4-FFF2-40B4-BE49-F238E27FC236}">
                  <a16:creationId xmlns:a16="http://schemas.microsoft.com/office/drawing/2014/main" id="{E4BF02FE-AA4B-C56C-F677-22E1E44C119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718">
              <a:extLst>
                <a:ext uri="{FF2B5EF4-FFF2-40B4-BE49-F238E27FC236}">
                  <a16:creationId xmlns:a16="http://schemas.microsoft.com/office/drawing/2014/main" id="{2727D09A-537D-70F5-E622-B886055C9EF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719">
              <a:extLst>
                <a:ext uri="{FF2B5EF4-FFF2-40B4-BE49-F238E27FC236}">
                  <a16:creationId xmlns:a16="http://schemas.microsoft.com/office/drawing/2014/main" id="{540F5BA4-EF80-E6B0-77B7-1C52DCBD2DC2}"/>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720">
              <a:extLst>
                <a:ext uri="{FF2B5EF4-FFF2-40B4-BE49-F238E27FC236}">
                  <a16:creationId xmlns:a16="http://schemas.microsoft.com/office/drawing/2014/main" id="{2FDBEEEA-D676-45CD-0B0C-821DFB3A2EBE}"/>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2" name="Freeform 721">
              <a:extLst>
                <a:ext uri="{FF2B5EF4-FFF2-40B4-BE49-F238E27FC236}">
                  <a16:creationId xmlns:a16="http://schemas.microsoft.com/office/drawing/2014/main" id="{4A925A72-04D5-E4D3-3050-CF52C5949D39}"/>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3" name="Freeform 722">
              <a:extLst>
                <a:ext uri="{FF2B5EF4-FFF2-40B4-BE49-F238E27FC236}">
                  <a16:creationId xmlns:a16="http://schemas.microsoft.com/office/drawing/2014/main" id="{9E3EDAEA-3B1E-A44F-E975-14E254293BD6}"/>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5" name="Freeform 723">
              <a:extLst>
                <a:ext uri="{FF2B5EF4-FFF2-40B4-BE49-F238E27FC236}">
                  <a16:creationId xmlns:a16="http://schemas.microsoft.com/office/drawing/2014/main" id="{41EDB495-E237-DDBD-50C4-CAC5039613C4}"/>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6" name="Freeform 724">
              <a:extLst>
                <a:ext uri="{FF2B5EF4-FFF2-40B4-BE49-F238E27FC236}">
                  <a16:creationId xmlns:a16="http://schemas.microsoft.com/office/drawing/2014/main" id="{E056863B-2070-6EC3-03AC-AC3B142CF02C}"/>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7" name="Freeform 725">
              <a:extLst>
                <a:ext uri="{FF2B5EF4-FFF2-40B4-BE49-F238E27FC236}">
                  <a16:creationId xmlns:a16="http://schemas.microsoft.com/office/drawing/2014/main" id="{B6D019BF-4BCF-3B1A-2F88-BE44E2F98847}"/>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9" name="Freeform 726">
              <a:extLst>
                <a:ext uri="{FF2B5EF4-FFF2-40B4-BE49-F238E27FC236}">
                  <a16:creationId xmlns:a16="http://schemas.microsoft.com/office/drawing/2014/main" id="{898CEA19-BFCD-E56F-AA2C-ADAFFEAA6E68}"/>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0" name="Freeform 727">
              <a:extLst>
                <a:ext uri="{FF2B5EF4-FFF2-40B4-BE49-F238E27FC236}">
                  <a16:creationId xmlns:a16="http://schemas.microsoft.com/office/drawing/2014/main" id="{72E7A638-2154-CE15-5B61-4CBDA31137B3}"/>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1" name="Freeform 728">
              <a:extLst>
                <a:ext uri="{FF2B5EF4-FFF2-40B4-BE49-F238E27FC236}">
                  <a16:creationId xmlns:a16="http://schemas.microsoft.com/office/drawing/2014/main" id="{50B6EEDA-4BF9-75BF-5C43-935A279C037B}"/>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2" name="Freeform 729">
              <a:extLst>
                <a:ext uri="{FF2B5EF4-FFF2-40B4-BE49-F238E27FC236}">
                  <a16:creationId xmlns:a16="http://schemas.microsoft.com/office/drawing/2014/main" id="{95D374AE-9FF1-6BF1-3D45-47AC5415E813}"/>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3" name="Freeform 730">
              <a:extLst>
                <a:ext uri="{FF2B5EF4-FFF2-40B4-BE49-F238E27FC236}">
                  <a16:creationId xmlns:a16="http://schemas.microsoft.com/office/drawing/2014/main" id="{72BDBEDC-1449-67B7-8ACA-ACCFABE365ED}"/>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4" name="Freeform 731">
              <a:extLst>
                <a:ext uri="{FF2B5EF4-FFF2-40B4-BE49-F238E27FC236}">
                  <a16:creationId xmlns:a16="http://schemas.microsoft.com/office/drawing/2014/main" id="{D08C2B36-E0C1-96F9-8C1B-31B863D95D2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5" name="Freeform 732">
              <a:extLst>
                <a:ext uri="{FF2B5EF4-FFF2-40B4-BE49-F238E27FC236}">
                  <a16:creationId xmlns:a16="http://schemas.microsoft.com/office/drawing/2014/main" id="{60B5792E-4F79-CB64-CDF5-5BE3F13DB398}"/>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6" name="Freeform 733">
              <a:extLst>
                <a:ext uri="{FF2B5EF4-FFF2-40B4-BE49-F238E27FC236}">
                  <a16:creationId xmlns:a16="http://schemas.microsoft.com/office/drawing/2014/main" id="{9024A3C7-A39D-D1BA-5B67-2688C82CE796}"/>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7" name="Freeform 734">
              <a:extLst>
                <a:ext uri="{FF2B5EF4-FFF2-40B4-BE49-F238E27FC236}">
                  <a16:creationId xmlns:a16="http://schemas.microsoft.com/office/drawing/2014/main" id="{06C0CE39-BBCF-ED59-E92E-ABDB1FA5D569}"/>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8" name="Freeform 735">
              <a:extLst>
                <a:ext uri="{FF2B5EF4-FFF2-40B4-BE49-F238E27FC236}">
                  <a16:creationId xmlns:a16="http://schemas.microsoft.com/office/drawing/2014/main" id="{C0108FEF-02F6-6652-5916-6A871E3F3B3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9" name="Freeform 736">
              <a:extLst>
                <a:ext uri="{FF2B5EF4-FFF2-40B4-BE49-F238E27FC236}">
                  <a16:creationId xmlns:a16="http://schemas.microsoft.com/office/drawing/2014/main" id="{C30E31A8-C232-C8AF-1026-76BE1FEF567B}"/>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0" name="Freeform 737">
              <a:extLst>
                <a:ext uri="{FF2B5EF4-FFF2-40B4-BE49-F238E27FC236}">
                  <a16:creationId xmlns:a16="http://schemas.microsoft.com/office/drawing/2014/main" id="{0214E536-FA35-186D-9610-A68BC27E1F8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1" name="Freeform 738">
              <a:extLst>
                <a:ext uri="{FF2B5EF4-FFF2-40B4-BE49-F238E27FC236}">
                  <a16:creationId xmlns:a16="http://schemas.microsoft.com/office/drawing/2014/main" id="{50F1E302-618D-3476-80B0-586A6BFB55A7}"/>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2" name="Freeform 739">
              <a:extLst>
                <a:ext uri="{FF2B5EF4-FFF2-40B4-BE49-F238E27FC236}">
                  <a16:creationId xmlns:a16="http://schemas.microsoft.com/office/drawing/2014/main" id="{47221EA9-E195-1E65-7EEF-E1CEFD7F5526}"/>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3" name="Freeform 740">
              <a:extLst>
                <a:ext uri="{FF2B5EF4-FFF2-40B4-BE49-F238E27FC236}">
                  <a16:creationId xmlns:a16="http://schemas.microsoft.com/office/drawing/2014/main" id="{447CB2B0-64AE-497A-AF0F-1DEEBBB41A71}"/>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4" name="Freeform 741">
              <a:extLst>
                <a:ext uri="{FF2B5EF4-FFF2-40B4-BE49-F238E27FC236}">
                  <a16:creationId xmlns:a16="http://schemas.microsoft.com/office/drawing/2014/main" id="{DF7BEBB5-A962-BE8C-8E39-895208959920}"/>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5" name="Freeform 742">
              <a:extLst>
                <a:ext uri="{FF2B5EF4-FFF2-40B4-BE49-F238E27FC236}">
                  <a16:creationId xmlns:a16="http://schemas.microsoft.com/office/drawing/2014/main" id="{085E6B9C-699E-AA65-FECD-D673FF3BC8CC}"/>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6" name="Freeform 743">
              <a:extLst>
                <a:ext uri="{FF2B5EF4-FFF2-40B4-BE49-F238E27FC236}">
                  <a16:creationId xmlns:a16="http://schemas.microsoft.com/office/drawing/2014/main" id="{803F86C9-8D1C-4F61-623C-FC51BD0BA7EB}"/>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7" name="Freeform 744">
              <a:extLst>
                <a:ext uri="{FF2B5EF4-FFF2-40B4-BE49-F238E27FC236}">
                  <a16:creationId xmlns:a16="http://schemas.microsoft.com/office/drawing/2014/main" id="{896460FE-5DD1-447F-CA87-14FEC4D23E2D}"/>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8" name="Freeform 745">
              <a:extLst>
                <a:ext uri="{FF2B5EF4-FFF2-40B4-BE49-F238E27FC236}">
                  <a16:creationId xmlns:a16="http://schemas.microsoft.com/office/drawing/2014/main" id="{4CB59276-0002-FF06-5538-F5B8E96C1BF3}"/>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9" name="Freeform 746">
              <a:extLst>
                <a:ext uri="{FF2B5EF4-FFF2-40B4-BE49-F238E27FC236}">
                  <a16:creationId xmlns:a16="http://schemas.microsoft.com/office/drawing/2014/main" id="{09CB9F3A-9964-1236-D76E-7BB56D19BD2D}"/>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0" name="Freeform 747">
              <a:extLst>
                <a:ext uri="{FF2B5EF4-FFF2-40B4-BE49-F238E27FC236}">
                  <a16:creationId xmlns:a16="http://schemas.microsoft.com/office/drawing/2014/main" id="{8B3C43C2-0400-7F00-5E13-0F16AEF2248B}"/>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1" name="Freeform 748">
              <a:extLst>
                <a:ext uri="{FF2B5EF4-FFF2-40B4-BE49-F238E27FC236}">
                  <a16:creationId xmlns:a16="http://schemas.microsoft.com/office/drawing/2014/main" id="{BDB08AB8-BD8C-C420-5A8A-13A3F2A0DC9E}"/>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2" name="Freeform 749">
              <a:extLst>
                <a:ext uri="{FF2B5EF4-FFF2-40B4-BE49-F238E27FC236}">
                  <a16:creationId xmlns:a16="http://schemas.microsoft.com/office/drawing/2014/main" id="{3A4AA254-34E4-ADE1-1D2F-BDE9FBADBF84}"/>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3" name="Freeform 750">
              <a:extLst>
                <a:ext uri="{FF2B5EF4-FFF2-40B4-BE49-F238E27FC236}">
                  <a16:creationId xmlns:a16="http://schemas.microsoft.com/office/drawing/2014/main" id="{FDB01236-4968-728C-8889-A57C4DE8A2B3}"/>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4" name="Freeform 751">
              <a:extLst>
                <a:ext uri="{FF2B5EF4-FFF2-40B4-BE49-F238E27FC236}">
                  <a16:creationId xmlns:a16="http://schemas.microsoft.com/office/drawing/2014/main" id="{E59ACE99-B01B-58DB-0392-AA0B3D8666CD}"/>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5" name="Freeform 752">
              <a:extLst>
                <a:ext uri="{FF2B5EF4-FFF2-40B4-BE49-F238E27FC236}">
                  <a16:creationId xmlns:a16="http://schemas.microsoft.com/office/drawing/2014/main" id="{47F5C6EB-416A-C7EE-BF8E-BAA6ED779FC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6" name="Freeform 753">
              <a:extLst>
                <a:ext uri="{FF2B5EF4-FFF2-40B4-BE49-F238E27FC236}">
                  <a16:creationId xmlns:a16="http://schemas.microsoft.com/office/drawing/2014/main" id="{F722B872-0F8D-7CE9-E68E-B36DEF37093B}"/>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7" name="Freeform 754">
              <a:extLst>
                <a:ext uri="{FF2B5EF4-FFF2-40B4-BE49-F238E27FC236}">
                  <a16:creationId xmlns:a16="http://schemas.microsoft.com/office/drawing/2014/main" id="{749F70E5-A614-4EBD-AA65-A81E6318067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8" name="Freeform 755">
              <a:extLst>
                <a:ext uri="{FF2B5EF4-FFF2-40B4-BE49-F238E27FC236}">
                  <a16:creationId xmlns:a16="http://schemas.microsoft.com/office/drawing/2014/main" id="{BC5C31F1-9D60-9996-66AD-B0C2A91C6315}"/>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9" name="Freeform 756">
              <a:extLst>
                <a:ext uri="{FF2B5EF4-FFF2-40B4-BE49-F238E27FC236}">
                  <a16:creationId xmlns:a16="http://schemas.microsoft.com/office/drawing/2014/main" id="{42C1B3C2-6E1B-B8A6-74C8-1FE5CBDA003D}"/>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0" name="Freeform 757">
              <a:extLst>
                <a:ext uri="{FF2B5EF4-FFF2-40B4-BE49-F238E27FC236}">
                  <a16:creationId xmlns:a16="http://schemas.microsoft.com/office/drawing/2014/main" id="{DAFFCACD-1A5A-503E-B2B8-35DABDE29826}"/>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1" name="Freeform 758">
              <a:extLst>
                <a:ext uri="{FF2B5EF4-FFF2-40B4-BE49-F238E27FC236}">
                  <a16:creationId xmlns:a16="http://schemas.microsoft.com/office/drawing/2014/main" id="{49CC9FAC-BB1E-CF49-C20E-3D7B81E6BEAA}"/>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2" name="Freeform 759">
              <a:extLst>
                <a:ext uri="{FF2B5EF4-FFF2-40B4-BE49-F238E27FC236}">
                  <a16:creationId xmlns:a16="http://schemas.microsoft.com/office/drawing/2014/main" id="{9FFD354B-C087-D4AA-AB4C-2953C7BD224E}"/>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3" name="Freeform 760">
              <a:extLst>
                <a:ext uri="{FF2B5EF4-FFF2-40B4-BE49-F238E27FC236}">
                  <a16:creationId xmlns:a16="http://schemas.microsoft.com/office/drawing/2014/main" id="{7C92674F-1689-F792-7606-928F2DA1CA4E}"/>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4" name="Freeform 761">
              <a:extLst>
                <a:ext uri="{FF2B5EF4-FFF2-40B4-BE49-F238E27FC236}">
                  <a16:creationId xmlns:a16="http://schemas.microsoft.com/office/drawing/2014/main" id="{7F73072C-378C-F551-C624-27E1843F5E0A}"/>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5" name="Freeform 762">
              <a:extLst>
                <a:ext uri="{FF2B5EF4-FFF2-40B4-BE49-F238E27FC236}">
                  <a16:creationId xmlns:a16="http://schemas.microsoft.com/office/drawing/2014/main" id="{0EC2BD3F-4089-533D-ADC0-5F420C25215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6" name="Freeform 763">
              <a:extLst>
                <a:ext uri="{FF2B5EF4-FFF2-40B4-BE49-F238E27FC236}">
                  <a16:creationId xmlns:a16="http://schemas.microsoft.com/office/drawing/2014/main" id="{F58CFFCC-BE44-2C83-8D90-FED0DE70C4CD}"/>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7" name="Freeform 764">
              <a:extLst>
                <a:ext uri="{FF2B5EF4-FFF2-40B4-BE49-F238E27FC236}">
                  <a16:creationId xmlns:a16="http://schemas.microsoft.com/office/drawing/2014/main" id="{AD42E8A1-D815-74E5-EC98-843D593F9627}"/>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8" name="Freeform 765">
              <a:extLst>
                <a:ext uri="{FF2B5EF4-FFF2-40B4-BE49-F238E27FC236}">
                  <a16:creationId xmlns:a16="http://schemas.microsoft.com/office/drawing/2014/main" id="{E2143977-CA02-576A-312B-32BC600E9E85}"/>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9" name="Freeform 766">
              <a:extLst>
                <a:ext uri="{FF2B5EF4-FFF2-40B4-BE49-F238E27FC236}">
                  <a16:creationId xmlns:a16="http://schemas.microsoft.com/office/drawing/2014/main" id="{707651A6-EA43-6B07-2C77-923210B387CA}"/>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0" name="Freeform 767">
              <a:extLst>
                <a:ext uri="{FF2B5EF4-FFF2-40B4-BE49-F238E27FC236}">
                  <a16:creationId xmlns:a16="http://schemas.microsoft.com/office/drawing/2014/main" id="{21B4B648-5AFB-FF97-C7DF-FC201F3F79E7}"/>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1" name="Freeform 768">
              <a:extLst>
                <a:ext uri="{FF2B5EF4-FFF2-40B4-BE49-F238E27FC236}">
                  <a16:creationId xmlns:a16="http://schemas.microsoft.com/office/drawing/2014/main" id="{3D307C0F-0142-6A5D-E0CE-4A38E8F704D4}"/>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2" name="Freeform 769">
              <a:extLst>
                <a:ext uri="{FF2B5EF4-FFF2-40B4-BE49-F238E27FC236}">
                  <a16:creationId xmlns:a16="http://schemas.microsoft.com/office/drawing/2014/main" id="{4289218C-D848-B921-1359-8FABD6B01579}"/>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3" name="Freeform 770">
              <a:extLst>
                <a:ext uri="{FF2B5EF4-FFF2-40B4-BE49-F238E27FC236}">
                  <a16:creationId xmlns:a16="http://schemas.microsoft.com/office/drawing/2014/main" id="{F5E86225-DF88-A918-263E-8B1EC61B9C9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4" name="Freeform 771">
              <a:extLst>
                <a:ext uri="{FF2B5EF4-FFF2-40B4-BE49-F238E27FC236}">
                  <a16:creationId xmlns:a16="http://schemas.microsoft.com/office/drawing/2014/main" id="{7D00565D-0CF2-52A3-399B-51E7BE72B540}"/>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5" name="Freeform 772">
              <a:extLst>
                <a:ext uri="{FF2B5EF4-FFF2-40B4-BE49-F238E27FC236}">
                  <a16:creationId xmlns:a16="http://schemas.microsoft.com/office/drawing/2014/main" id="{2F31EE14-0E67-5701-5691-C8903D480CC3}"/>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6" name="Freeform 773">
              <a:extLst>
                <a:ext uri="{FF2B5EF4-FFF2-40B4-BE49-F238E27FC236}">
                  <a16:creationId xmlns:a16="http://schemas.microsoft.com/office/drawing/2014/main" id="{FACE3643-83CD-1D66-011A-BADAF44663A7}"/>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7" name="Freeform 774">
              <a:extLst>
                <a:ext uri="{FF2B5EF4-FFF2-40B4-BE49-F238E27FC236}">
                  <a16:creationId xmlns:a16="http://schemas.microsoft.com/office/drawing/2014/main" id="{9EB5686B-1D4E-D63C-9F63-9ACEFAE29DF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8" name="Freeform 775">
              <a:extLst>
                <a:ext uri="{FF2B5EF4-FFF2-40B4-BE49-F238E27FC236}">
                  <a16:creationId xmlns:a16="http://schemas.microsoft.com/office/drawing/2014/main" id="{50D23B1D-FE6B-6354-AA32-F68FB679BCD9}"/>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9" name="Freeform 776">
              <a:extLst>
                <a:ext uri="{FF2B5EF4-FFF2-40B4-BE49-F238E27FC236}">
                  <a16:creationId xmlns:a16="http://schemas.microsoft.com/office/drawing/2014/main" id="{D817AF99-F747-520C-23B6-82097593FBEA}"/>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0" name="Freeform 777">
              <a:extLst>
                <a:ext uri="{FF2B5EF4-FFF2-40B4-BE49-F238E27FC236}">
                  <a16:creationId xmlns:a16="http://schemas.microsoft.com/office/drawing/2014/main" id="{7300AC0E-8F48-8EB9-FB9E-BED8702B83C6}"/>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1" name="Freeform 778">
              <a:extLst>
                <a:ext uri="{FF2B5EF4-FFF2-40B4-BE49-F238E27FC236}">
                  <a16:creationId xmlns:a16="http://schemas.microsoft.com/office/drawing/2014/main" id="{422DB8A4-0211-78BA-6EE0-D9F83050C26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2" name="Freeform 779">
              <a:extLst>
                <a:ext uri="{FF2B5EF4-FFF2-40B4-BE49-F238E27FC236}">
                  <a16:creationId xmlns:a16="http://schemas.microsoft.com/office/drawing/2014/main" id="{BC02EDD0-7301-76CF-4814-CFF00ADA5FCD}"/>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3" name="Freeform 780">
              <a:extLst>
                <a:ext uri="{FF2B5EF4-FFF2-40B4-BE49-F238E27FC236}">
                  <a16:creationId xmlns:a16="http://schemas.microsoft.com/office/drawing/2014/main" id="{9A30EACD-A416-2A4F-53D2-9BC492BEE668}"/>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4" name="Freeform 781">
              <a:extLst>
                <a:ext uri="{FF2B5EF4-FFF2-40B4-BE49-F238E27FC236}">
                  <a16:creationId xmlns:a16="http://schemas.microsoft.com/office/drawing/2014/main" id="{5D4586DC-F0C5-1981-1D61-3DF76F93628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5" name="Freeform 782">
              <a:extLst>
                <a:ext uri="{FF2B5EF4-FFF2-40B4-BE49-F238E27FC236}">
                  <a16:creationId xmlns:a16="http://schemas.microsoft.com/office/drawing/2014/main" id="{688D3BF7-834D-1553-2CF9-A59C816D7E33}"/>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6" name="Freeform 783">
              <a:extLst>
                <a:ext uri="{FF2B5EF4-FFF2-40B4-BE49-F238E27FC236}">
                  <a16:creationId xmlns:a16="http://schemas.microsoft.com/office/drawing/2014/main" id="{858696B6-3642-5037-73B4-4EA52E6EB50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7" name="Freeform 784">
              <a:extLst>
                <a:ext uri="{FF2B5EF4-FFF2-40B4-BE49-F238E27FC236}">
                  <a16:creationId xmlns:a16="http://schemas.microsoft.com/office/drawing/2014/main" id="{3B3FCF40-6AB0-AC5A-BB9E-4E28197748B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8" name="Freeform 785">
              <a:extLst>
                <a:ext uri="{FF2B5EF4-FFF2-40B4-BE49-F238E27FC236}">
                  <a16:creationId xmlns:a16="http://schemas.microsoft.com/office/drawing/2014/main" id="{1716BE8D-FAA1-DC34-FC5D-2A47A750EE4A}"/>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9" name="Freeform 786">
              <a:extLst>
                <a:ext uri="{FF2B5EF4-FFF2-40B4-BE49-F238E27FC236}">
                  <a16:creationId xmlns:a16="http://schemas.microsoft.com/office/drawing/2014/main" id="{F70FE287-D779-6CAB-0735-F67757B38204}"/>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0" name="Freeform 787">
              <a:extLst>
                <a:ext uri="{FF2B5EF4-FFF2-40B4-BE49-F238E27FC236}">
                  <a16:creationId xmlns:a16="http://schemas.microsoft.com/office/drawing/2014/main" id="{19636985-2691-0CD0-AB6C-E65B3A4C8E7E}"/>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1" name="Freeform 788">
              <a:extLst>
                <a:ext uri="{FF2B5EF4-FFF2-40B4-BE49-F238E27FC236}">
                  <a16:creationId xmlns:a16="http://schemas.microsoft.com/office/drawing/2014/main" id="{1A3290ED-0FD4-9EF2-E918-3EABF77113A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2" name="Freeform 789">
              <a:extLst>
                <a:ext uri="{FF2B5EF4-FFF2-40B4-BE49-F238E27FC236}">
                  <a16:creationId xmlns:a16="http://schemas.microsoft.com/office/drawing/2014/main" id="{F74DA48D-D60D-295B-2FEC-23D49BF57198}"/>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3" name="Freeform 790">
              <a:extLst>
                <a:ext uri="{FF2B5EF4-FFF2-40B4-BE49-F238E27FC236}">
                  <a16:creationId xmlns:a16="http://schemas.microsoft.com/office/drawing/2014/main" id="{EC7C7544-9759-EA37-EE45-F5FB8532A37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4" name="Freeform 791">
              <a:extLst>
                <a:ext uri="{FF2B5EF4-FFF2-40B4-BE49-F238E27FC236}">
                  <a16:creationId xmlns:a16="http://schemas.microsoft.com/office/drawing/2014/main" id="{67636F29-3915-405A-1328-05B5FFAED5E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5" name="Freeform 792">
              <a:extLst>
                <a:ext uri="{FF2B5EF4-FFF2-40B4-BE49-F238E27FC236}">
                  <a16:creationId xmlns:a16="http://schemas.microsoft.com/office/drawing/2014/main" id="{D91495F5-9B0F-B4E7-C8EC-3ADBA801379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6" name="Freeform 793">
              <a:extLst>
                <a:ext uri="{FF2B5EF4-FFF2-40B4-BE49-F238E27FC236}">
                  <a16:creationId xmlns:a16="http://schemas.microsoft.com/office/drawing/2014/main" id="{C2BE58A4-153A-005E-E0D2-DDB570BB3E8F}"/>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7" name="Freeform 794">
              <a:extLst>
                <a:ext uri="{FF2B5EF4-FFF2-40B4-BE49-F238E27FC236}">
                  <a16:creationId xmlns:a16="http://schemas.microsoft.com/office/drawing/2014/main" id="{57DFD218-D535-889F-E939-59BA4F7F9D9E}"/>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8" name="Freeform 795">
              <a:extLst>
                <a:ext uri="{FF2B5EF4-FFF2-40B4-BE49-F238E27FC236}">
                  <a16:creationId xmlns:a16="http://schemas.microsoft.com/office/drawing/2014/main" id="{387E3470-9495-8FA2-7A59-B95DB315599D}"/>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9" name="Freeform 796">
              <a:extLst>
                <a:ext uri="{FF2B5EF4-FFF2-40B4-BE49-F238E27FC236}">
                  <a16:creationId xmlns:a16="http://schemas.microsoft.com/office/drawing/2014/main" id="{FFCB4891-579D-06AA-DA29-C1D039C5CEA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0" name="Freeform 797">
              <a:extLst>
                <a:ext uri="{FF2B5EF4-FFF2-40B4-BE49-F238E27FC236}">
                  <a16:creationId xmlns:a16="http://schemas.microsoft.com/office/drawing/2014/main" id="{6C4A414F-7EA7-9DC9-F710-A1FF0EFC20FB}"/>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1" name="Freeform 798">
              <a:extLst>
                <a:ext uri="{FF2B5EF4-FFF2-40B4-BE49-F238E27FC236}">
                  <a16:creationId xmlns:a16="http://schemas.microsoft.com/office/drawing/2014/main" id="{3F3D09F1-5137-2007-A513-993905F8B136}"/>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2" name="Freeform 799">
              <a:extLst>
                <a:ext uri="{FF2B5EF4-FFF2-40B4-BE49-F238E27FC236}">
                  <a16:creationId xmlns:a16="http://schemas.microsoft.com/office/drawing/2014/main" id="{C5D8BD5D-3730-45CA-FEC6-BD7B4D711DD1}"/>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3" name="Freeform 800">
              <a:extLst>
                <a:ext uri="{FF2B5EF4-FFF2-40B4-BE49-F238E27FC236}">
                  <a16:creationId xmlns:a16="http://schemas.microsoft.com/office/drawing/2014/main" id="{E08D16C2-7A0D-865D-5584-7BB6E4CD1B4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4" name="Freeform 801">
              <a:extLst>
                <a:ext uri="{FF2B5EF4-FFF2-40B4-BE49-F238E27FC236}">
                  <a16:creationId xmlns:a16="http://schemas.microsoft.com/office/drawing/2014/main" id="{A1DC336C-2CD5-98EE-9DD8-6FE11AB2E84E}"/>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5" name="Freeform 802">
              <a:extLst>
                <a:ext uri="{FF2B5EF4-FFF2-40B4-BE49-F238E27FC236}">
                  <a16:creationId xmlns:a16="http://schemas.microsoft.com/office/drawing/2014/main" id="{A2BABD1B-DF2E-446C-09CF-60FFFCCF49D8}"/>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6" name="Freeform 803">
              <a:extLst>
                <a:ext uri="{FF2B5EF4-FFF2-40B4-BE49-F238E27FC236}">
                  <a16:creationId xmlns:a16="http://schemas.microsoft.com/office/drawing/2014/main" id="{9DCCAD95-A4D9-5208-37F0-02BEF7F690B8}"/>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7" name="Freeform 804">
              <a:extLst>
                <a:ext uri="{FF2B5EF4-FFF2-40B4-BE49-F238E27FC236}">
                  <a16:creationId xmlns:a16="http://schemas.microsoft.com/office/drawing/2014/main" id="{8FFC69ED-2216-82C8-2D48-A500AFBD2B54}"/>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8" name="Freeform 805">
              <a:extLst>
                <a:ext uri="{FF2B5EF4-FFF2-40B4-BE49-F238E27FC236}">
                  <a16:creationId xmlns:a16="http://schemas.microsoft.com/office/drawing/2014/main" id="{E66A8C8A-6648-F26A-ABCC-B1CCC35058D1}"/>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9" name="Freeform 806">
              <a:extLst>
                <a:ext uri="{FF2B5EF4-FFF2-40B4-BE49-F238E27FC236}">
                  <a16:creationId xmlns:a16="http://schemas.microsoft.com/office/drawing/2014/main" id="{D6B691D0-177D-AB16-577D-0A3CB5B2DF29}"/>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0" name="Freeform 807">
              <a:extLst>
                <a:ext uri="{FF2B5EF4-FFF2-40B4-BE49-F238E27FC236}">
                  <a16:creationId xmlns:a16="http://schemas.microsoft.com/office/drawing/2014/main" id="{3D1F6BF9-EF55-CEF7-A7A6-032E05725C17}"/>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1" name="Freeform 808">
              <a:extLst>
                <a:ext uri="{FF2B5EF4-FFF2-40B4-BE49-F238E27FC236}">
                  <a16:creationId xmlns:a16="http://schemas.microsoft.com/office/drawing/2014/main" id="{5BD59BF5-475E-06D4-5A51-0904DB4FE72C}"/>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2" name="Freeform 809">
              <a:extLst>
                <a:ext uri="{FF2B5EF4-FFF2-40B4-BE49-F238E27FC236}">
                  <a16:creationId xmlns:a16="http://schemas.microsoft.com/office/drawing/2014/main" id="{4ACF7346-B7A8-CB6E-BD98-7A59FFFB1BE9}"/>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3" name="Freeform 810">
              <a:extLst>
                <a:ext uri="{FF2B5EF4-FFF2-40B4-BE49-F238E27FC236}">
                  <a16:creationId xmlns:a16="http://schemas.microsoft.com/office/drawing/2014/main" id="{786CDB2C-0645-88A6-027F-F20653961FDC}"/>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4" name="Freeform 811">
              <a:extLst>
                <a:ext uri="{FF2B5EF4-FFF2-40B4-BE49-F238E27FC236}">
                  <a16:creationId xmlns:a16="http://schemas.microsoft.com/office/drawing/2014/main" id="{A0B7E79E-BD9B-5039-C5F0-070131BEBA41}"/>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5" name="Freeform 812">
              <a:extLst>
                <a:ext uri="{FF2B5EF4-FFF2-40B4-BE49-F238E27FC236}">
                  <a16:creationId xmlns:a16="http://schemas.microsoft.com/office/drawing/2014/main" id="{F31B7514-9A0A-5FBD-7C68-1EB1BD7F21D4}"/>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6" name="Freeform 813">
              <a:extLst>
                <a:ext uri="{FF2B5EF4-FFF2-40B4-BE49-F238E27FC236}">
                  <a16:creationId xmlns:a16="http://schemas.microsoft.com/office/drawing/2014/main" id="{CEA5AE6C-264F-3523-870A-25995F2821B8}"/>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7" name="Freeform 814">
              <a:extLst>
                <a:ext uri="{FF2B5EF4-FFF2-40B4-BE49-F238E27FC236}">
                  <a16:creationId xmlns:a16="http://schemas.microsoft.com/office/drawing/2014/main" id="{BDFCB55B-7C9F-0E79-5D49-3B48B9AC7024}"/>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2" name="TextBox 11">
            <a:extLst>
              <a:ext uri="{FF2B5EF4-FFF2-40B4-BE49-F238E27FC236}">
                <a16:creationId xmlns:a16="http://schemas.microsoft.com/office/drawing/2014/main" id="{0A7FA361-B59D-7533-7ADD-CFDE67CEB25E}"/>
              </a:ext>
            </a:extLst>
          </p:cNvPr>
          <p:cNvSpPr txBox="1"/>
          <p:nvPr/>
        </p:nvSpPr>
        <p:spPr>
          <a:xfrm>
            <a:off x="6110562" y="2930528"/>
            <a:ext cx="1836400" cy="307777"/>
          </a:xfrm>
          <a:prstGeom prst="rect">
            <a:avLst/>
          </a:prstGeom>
          <a:noFill/>
        </p:spPr>
        <p:txBody>
          <a:bodyPr wrap="none" rtlCol="0">
            <a:spAutoFit/>
          </a:bodyPr>
          <a:lstStyle/>
          <a:p>
            <a:r>
              <a:rPr lang="en-US" sz="1400" b="1" dirty="0"/>
              <a:t>Home Assistant </a:t>
            </a:r>
            <a:r>
              <a:rPr lang="en-US" sz="1400" b="1" dirty="0">
                <a:solidFill>
                  <a:srgbClr val="07A680"/>
                </a:solidFill>
              </a:rPr>
              <a:t>Green</a:t>
            </a:r>
          </a:p>
        </p:txBody>
      </p:sp>
      <p:sp>
        <p:nvSpPr>
          <p:cNvPr id="13" name="!!HAPrice">
            <a:extLst>
              <a:ext uri="{FF2B5EF4-FFF2-40B4-BE49-F238E27FC236}">
                <a16:creationId xmlns:a16="http://schemas.microsoft.com/office/drawing/2014/main" id="{74088AC7-A703-959C-DC56-6627F5E1A5A2}"/>
              </a:ext>
            </a:extLst>
          </p:cNvPr>
          <p:cNvSpPr txBox="1"/>
          <p:nvPr/>
        </p:nvSpPr>
        <p:spPr>
          <a:xfrm>
            <a:off x="6037070" y="4032477"/>
            <a:ext cx="1334020" cy="646331"/>
          </a:xfrm>
          <a:prstGeom prst="rect">
            <a:avLst/>
          </a:prstGeom>
          <a:noFill/>
        </p:spPr>
        <p:txBody>
          <a:bodyPr wrap="square" rtlCol="0">
            <a:spAutoFit/>
          </a:bodyPr>
          <a:lstStyle/>
          <a:p>
            <a:r>
              <a:rPr lang="en-US" sz="3600" dirty="0">
                <a:latin typeface="Aharoni" panose="02010803020104030203" pitchFamily="2" charset="-79"/>
                <a:cs typeface="Aharoni" panose="02010803020104030203" pitchFamily="2" charset="-79"/>
              </a:rPr>
              <a:t>$99</a:t>
            </a:r>
          </a:p>
        </p:txBody>
      </p:sp>
      <p:sp>
        <p:nvSpPr>
          <p:cNvPr id="4" name="!!Header whiteout">
            <a:extLst>
              <a:ext uri="{FF2B5EF4-FFF2-40B4-BE49-F238E27FC236}">
                <a16:creationId xmlns:a16="http://schemas.microsoft.com/office/drawing/2014/main" id="{D0D61790-7297-33BA-1969-2FED7A2491D1}"/>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70891922-65DF-ECE7-C822-FB58B5A528AD}"/>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068824812"/>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6BC511-8C8A-4938-87B5-1C9840E71C8D}"/>
              </a:ext>
            </a:extLst>
          </p:cNvPr>
          <p:cNvPicPr>
            <a:picLocks noChangeAspect="1"/>
          </p:cNvPicPr>
          <p:nvPr/>
        </p:nvPicPr>
        <p:blipFill>
          <a:blip r:embed="rId3"/>
          <a:srcRect/>
          <a:stretch/>
        </p:blipFill>
        <p:spPr>
          <a:xfrm>
            <a:off x="6037070" y="2279068"/>
            <a:ext cx="2555729" cy="383224"/>
          </a:xfrm>
          <a:prstGeom prst="rect">
            <a:avLst/>
          </a:prstGeom>
        </p:spPr>
      </p:pic>
      <p:pic>
        <p:nvPicPr>
          <p:cNvPr id="10" name="!!Empty house">
            <a:extLst>
              <a:ext uri="{FF2B5EF4-FFF2-40B4-BE49-F238E27FC236}">
                <a16:creationId xmlns:a16="http://schemas.microsoft.com/office/drawing/2014/main" id="{50300FFE-4200-4114-B006-A6ED2C51199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229666" y="2149099"/>
            <a:ext cx="1782266" cy="2216178"/>
          </a:xfrm>
          <a:prstGeom prst="rect">
            <a:avLst/>
          </a:prstGeom>
        </p:spPr>
      </p:pic>
      <p:pic>
        <p:nvPicPr>
          <p:cNvPr id="20" name="Picture 19">
            <a:extLst>
              <a:ext uri="{FF2B5EF4-FFF2-40B4-BE49-F238E27FC236}">
                <a16:creationId xmlns:a16="http://schemas.microsoft.com/office/drawing/2014/main" id="{A52D7E3F-0923-C4E2-72F1-66BF3F9FF00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645026" y="3062057"/>
            <a:ext cx="962307" cy="822735"/>
          </a:xfrm>
          <a:prstGeom prst="rect">
            <a:avLst/>
          </a:prstGeom>
        </p:spPr>
      </p:pic>
      <p:sp>
        <p:nvSpPr>
          <p:cNvPr id="2" name="!!Title">
            <a:extLst>
              <a:ext uri="{FF2B5EF4-FFF2-40B4-BE49-F238E27FC236}">
                <a16:creationId xmlns:a16="http://schemas.microsoft.com/office/drawing/2014/main" id="{37060665-9C35-A2F2-31F8-33C9D2EFBF14}"/>
              </a:ext>
            </a:extLst>
          </p:cNvPr>
          <p:cNvSpPr txBox="1"/>
          <p:nvPr/>
        </p:nvSpPr>
        <p:spPr>
          <a:xfrm>
            <a:off x="4327409" y="1336925"/>
            <a:ext cx="353814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p>
        </p:txBody>
      </p:sp>
      <p:sp>
        <p:nvSpPr>
          <p:cNvPr id="6" name="!!Red text">
            <a:extLst>
              <a:ext uri="{FF2B5EF4-FFF2-40B4-BE49-F238E27FC236}">
                <a16:creationId xmlns:a16="http://schemas.microsoft.com/office/drawing/2014/main" id="{4CEF6203-195F-F94E-0444-8F4874BA1E45}"/>
              </a:ext>
            </a:extLst>
          </p:cNvPr>
          <p:cNvSpPr txBox="1"/>
          <p:nvPr/>
        </p:nvSpPr>
        <p:spPr>
          <a:xfrm>
            <a:off x="3416845" y="4427650"/>
            <a:ext cx="2459735"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Virtual Machine</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on existing PC </a:t>
            </a:r>
          </a:p>
        </p:txBody>
      </p:sp>
      <p:pic>
        <p:nvPicPr>
          <p:cNvPr id="3074" name="Picture 2">
            <a:extLst>
              <a:ext uri="{FF2B5EF4-FFF2-40B4-BE49-F238E27FC236}">
                <a16:creationId xmlns:a16="http://schemas.microsoft.com/office/drawing/2014/main" id="{FD99B807-A774-9145-BE8D-EE213AE9FC4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7174" y="2793622"/>
            <a:ext cx="1899952" cy="1899952"/>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05BBBCFC-FF64-89E7-F332-02F10E90AAF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75044" y="2793622"/>
            <a:ext cx="1899952" cy="1910709"/>
          </a:xfrm>
          <a:prstGeom prst="rect">
            <a:avLst/>
          </a:prstGeom>
          <a:noFill/>
          <a:extLst>
            <a:ext uri="{909E8E84-426E-40DD-AFC4-6F175D3DCCD1}">
              <a14:hiddenFill xmlns:a14="http://schemas.microsoft.com/office/drawing/2010/main">
                <a:solidFill>
                  <a:srgbClr val="FFFFFF"/>
                </a:solidFill>
              </a14:hiddenFill>
            </a:ext>
          </a:extLst>
        </p:spPr>
      </p:pic>
      <p:sp>
        <p:nvSpPr>
          <p:cNvPr id="120" name="!!Green BG">
            <a:extLst>
              <a:ext uri="{FF2B5EF4-FFF2-40B4-BE49-F238E27FC236}">
                <a16:creationId xmlns:a16="http://schemas.microsoft.com/office/drawing/2014/main" id="{3102FA26-7393-E2A4-3C02-E8B7F060E38A}"/>
              </a:ext>
            </a:extLst>
          </p:cNvPr>
          <p:cNvSpPr/>
          <p:nvPr/>
        </p:nvSpPr>
        <p:spPr>
          <a:xfrm>
            <a:off x="6085065" y="2804380"/>
            <a:ext cx="1879831" cy="1880176"/>
          </a:xfrm>
          <a:prstGeom prst="rect">
            <a:avLst/>
          </a:prstGeom>
          <a:gradFill>
            <a:gsLst>
              <a:gs pos="51000">
                <a:srgbClr val="88C8C5"/>
              </a:gs>
              <a:gs pos="86000">
                <a:schemeClr val="accent1">
                  <a:lumMod val="45000"/>
                  <a:lumOff val="55000"/>
                </a:schemeClr>
              </a:gs>
              <a:gs pos="87000">
                <a:schemeClr val="accent1">
                  <a:lumMod val="45000"/>
                  <a:lumOff val="55000"/>
                </a:schemeClr>
              </a:gs>
              <a:gs pos="100000">
                <a:srgbClr val="BADFF4"/>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1" name="!!HAGreen">
            <a:extLst>
              <a:ext uri="{FF2B5EF4-FFF2-40B4-BE49-F238E27FC236}">
                <a16:creationId xmlns:a16="http://schemas.microsoft.com/office/drawing/2014/main" id="{2056AB15-097F-1220-B58F-F48704A94692}"/>
              </a:ext>
            </a:extLst>
          </p:cNvPr>
          <p:cNvPicPr>
            <a:picLocks noChangeAspect="1"/>
          </p:cNvPicPr>
          <p:nvPr/>
        </p:nvPicPr>
        <p:blipFill>
          <a:blip r:embed="rId8"/>
          <a:stretch>
            <a:fillRect/>
          </a:stretch>
        </p:blipFill>
        <p:spPr>
          <a:xfrm>
            <a:off x="6226434" y="3345198"/>
            <a:ext cx="1624067" cy="928462"/>
          </a:xfrm>
          <a:prstGeom prst="rect">
            <a:avLst/>
          </a:prstGeom>
        </p:spPr>
      </p:pic>
      <p:grpSp>
        <p:nvGrpSpPr>
          <p:cNvPr id="122" name="Arrow">
            <a:extLst>
              <a:ext uri="{FF2B5EF4-FFF2-40B4-BE49-F238E27FC236}">
                <a16:creationId xmlns:a16="http://schemas.microsoft.com/office/drawing/2014/main" id="{CF5F486D-73A3-BC5C-8F28-6CA4A13D2AC7}"/>
              </a:ext>
            </a:extLst>
          </p:cNvPr>
          <p:cNvGrpSpPr>
            <a:grpSpLocks noChangeAspect="1"/>
          </p:cNvGrpSpPr>
          <p:nvPr/>
        </p:nvGrpSpPr>
        <p:grpSpPr bwMode="auto">
          <a:xfrm rot="10565815" flipV="1">
            <a:off x="5009803" y="5160294"/>
            <a:ext cx="904172" cy="943180"/>
            <a:chOff x="1328" y="0"/>
            <a:chExt cx="3106" cy="3240"/>
          </a:xfrm>
          <a:solidFill>
            <a:srgbClr val="C00000"/>
          </a:solidFill>
        </p:grpSpPr>
        <p:sp>
          <p:nvSpPr>
            <p:cNvPr id="123" name="Freeform 716">
              <a:extLst>
                <a:ext uri="{FF2B5EF4-FFF2-40B4-BE49-F238E27FC236}">
                  <a16:creationId xmlns:a16="http://schemas.microsoft.com/office/drawing/2014/main" id="{E8150E24-E6EF-9ADF-0450-47EA77451C8D}"/>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717">
              <a:extLst>
                <a:ext uri="{FF2B5EF4-FFF2-40B4-BE49-F238E27FC236}">
                  <a16:creationId xmlns:a16="http://schemas.microsoft.com/office/drawing/2014/main" id="{E4BF02FE-AA4B-C56C-F677-22E1E44C119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718">
              <a:extLst>
                <a:ext uri="{FF2B5EF4-FFF2-40B4-BE49-F238E27FC236}">
                  <a16:creationId xmlns:a16="http://schemas.microsoft.com/office/drawing/2014/main" id="{2727D09A-537D-70F5-E622-B886055C9EF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719">
              <a:extLst>
                <a:ext uri="{FF2B5EF4-FFF2-40B4-BE49-F238E27FC236}">
                  <a16:creationId xmlns:a16="http://schemas.microsoft.com/office/drawing/2014/main" id="{540F5BA4-EF80-E6B0-77B7-1C52DCBD2DC2}"/>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720">
              <a:extLst>
                <a:ext uri="{FF2B5EF4-FFF2-40B4-BE49-F238E27FC236}">
                  <a16:creationId xmlns:a16="http://schemas.microsoft.com/office/drawing/2014/main" id="{2FDBEEEA-D676-45CD-0B0C-821DFB3A2EBE}"/>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2" name="Freeform 721">
              <a:extLst>
                <a:ext uri="{FF2B5EF4-FFF2-40B4-BE49-F238E27FC236}">
                  <a16:creationId xmlns:a16="http://schemas.microsoft.com/office/drawing/2014/main" id="{4A925A72-04D5-E4D3-3050-CF52C5949D39}"/>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3" name="Freeform 722">
              <a:extLst>
                <a:ext uri="{FF2B5EF4-FFF2-40B4-BE49-F238E27FC236}">
                  <a16:creationId xmlns:a16="http://schemas.microsoft.com/office/drawing/2014/main" id="{9E3EDAEA-3B1E-A44F-E975-14E254293BD6}"/>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5" name="Freeform 723">
              <a:extLst>
                <a:ext uri="{FF2B5EF4-FFF2-40B4-BE49-F238E27FC236}">
                  <a16:creationId xmlns:a16="http://schemas.microsoft.com/office/drawing/2014/main" id="{41EDB495-E237-DDBD-50C4-CAC5039613C4}"/>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6" name="Freeform 724">
              <a:extLst>
                <a:ext uri="{FF2B5EF4-FFF2-40B4-BE49-F238E27FC236}">
                  <a16:creationId xmlns:a16="http://schemas.microsoft.com/office/drawing/2014/main" id="{E056863B-2070-6EC3-03AC-AC3B142CF02C}"/>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7" name="Freeform 725">
              <a:extLst>
                <a:ext uri="{FF2B5EF4-FFF2-40B4-BE49-F238E27FC236}">
                  <a16:creationId xmlns:a16="http://schemas.microsoft.com/office/drawing/2014/main" id="{B6D019BF-4BCF-3B1A-2F88-BE44E2F98847}"/>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9" name="Freeform 726">
              <a:extLst>
                <a:ext uri="{FF2B5EF4-FFF2-40B4-BE49-F238E27FC236}">
                  <a16:creationId xmlns:a16="http://schemas.microsoft.com/office/drawing/2014/main" id="{898CEA19-BFCD-E56F-AA2C-ADAFFEAA6E68}"/>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0" name="Freeform 727">
              <a:extLst>
                <a:ext uri="{FF2B5EF4-FFF2-40B4-BE49-F238E27FC236}">
                  <a16:creationId xmlns:a16="http://schemas.microsoft.com/office/drawing/2014/main" id="{72E7A638-2154-CE15-5B61-4CBDA31137B3}"/>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1" name="Freeform 728">
              <a:extLst>
                <a:ext uri="{FF2B5EF4-FFF2-40B4-BE49-F238E27FC236}">
                  <a16:creationId xmlns:a16="http://schemas.microsoft.com/office/drawing/2014/main" id="{50B6EEDA-4BF9-75BF-5C43-935A279C037B}"/>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2" name="Freeform 729">
              <a:extLst>
                <a:ext uri="{FF2B5EF4-FFF2-40B4-BE49-F238E27FC236}">
                  <a16:creationId xmlns:a16="http://schemas.microsoft.com/office/drawing/2014/main" id="{95D374AE-9FF1-6BF1-3D45-47AC5415E813}"/>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3" name="Freeform 730">
              <a:extLst>
                <a:ext uri="{FF2B5EF4-FFF2-40B4-BE49-F238E27FC236}">
                  <a16:creationId xmlns:a16="http://schemas.microsoft.com/office/drawing/2014/main" id="{72BDBEDC-1449-67B7-8ACA-ACCFABE365ED}"/>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4" name="Freeform 731">
              <a:extLst>
                <a:ext uri="{FF2B5EF4-FFF2-40B4-BE49-F238E27FC236}">
                  <a16:creationId xmlns:a16="http://schemas.microsoft.com/office/drawing/2014/main" id="{D08C2B36-E0C1-96F9-8C1B-31B863D95D2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5" name="Freeform 732">
              <a:extLst>
                <a:ext uri="{FF2B5EF4-FFF2-40B4-BE49-F238E27FC236}">
                  <a16:creationId xmlns:a16="http://schemas.microsoft.com/office/drawing/2014/main" id="{60B5792E-4F79-CB64-CDF5-5BE3F13DB398}"/>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6" name="Freeform 733">
              <a:extLst>
                <a:ext uri="{FF2B5EF4-FFF2-40B4-BE49-F238E27FC236}">
                  <a16:creationId xmlns:a16="http://schemas.microsoft.com/office/drawing/2014/main" id="{9024A3C7-A39D-D1BA-5B67-2688C82CE796}"/>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7" name="Freeform 734">
              <a:extLst>
                <a:ext uri="{FF2B5EF4-FFF2-40B4-BE49-F238E27FC236}">
                  <a16:creationId xmlns:a16="http://schemas.microsoft.com/office/drawing/2014/main" id="{06C0CE39-BBCF-ED59-E92E-ABDB1FA5D569}"/>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8" name="Freeform 735">
              <a:extLst>
                <a:ext uri="{FF2B5EF4-FFF2-40B4-BE49-F238E27FC236}">
                  <a16:creationId xmlns:a16="http://schemas.microsoft.com/office/drawing/2014/main" id="{C0108FEF-02F6-6652-5916-6A871E3F3B3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9" name="Freeform 736">
              <a:extLst>
                <a:ext uri="{FF2B5EF4-FFF2-40B4-BE49-F238E27FC236}">
                  <a16:creationId xmlns:a16="http://schemas.microsoft.com/office/drawing/2014/main" id="{C30E31A8-C232-C8AF-1026-76BE1FEF567B}"/>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0" name="Freeform 737">
              <a:extLst>
                <a:ext uri="{FF2B5EF4-FFF2-40B4-BE49-F238E27FC236}">
                  <a16:creationId xmlns:a16="http://schemas.microsoft.com/office/drawing/2014/main" id="{0214E536-FA35-186D-9610-A68BC27E1F8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1" name="Freeform 738">
              <a:extLst>
                <a:ext uri="{FF2B5EF4-FFF2-40B4-BE49-F238E27FC236}">
                  <a16:creationId xmlns:a16="http://schemas.microsoft.com/office/drawing/2014/main" id="{50F1E302-618D-3476-80B0-586A6BFB55A7}"/>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2" name="Freeform 739">
              <a:extLst>
                <a:ext uri="{FF2B5EF4-FFF2-40B4-BE49-F238E27FC236}">
                  <a16:creationId xmlns:a16="http://schemas.microsoft.com/office/drawing/2014/main" id="{47221EA9-E195-1E65-7EEF-E1CEFD7F5526}"/>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3" name="Freeform 740">
              <a:extLst>
                <a:ext uri="{FF2B5EF4-FFF2-40B4-BE49-F238E27FC236}">
                  <a16:creationId xmlns:a16="http://schemas.microsoft.com/office/drawing/2014/main" id="{447CB2B0-64AE-497A-AF0F-1DEEBBB41A71}"/>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4" name="Freeform 741">
              <a:extLst>
                <a:ext uri="{FF2B5EF4-FFF2-40B4-BE49-F238E27FC236}">
                  <a16:creationId xmlns:a16="http://schemas.microsoft.com/office/drawing/2014/main" id="{DF7BEBB5-A962-BE8C-8E39-895208959920}"/>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5" name="Freeform 742">
              <a:extLst>
                <a:ext uri="{FF2B5EF4-FFF2-40B4-BE49-F238E27FC236}">
                  <a16:creationId xmlns:a16="http://schemas.microsoft.com/office/drawing/2014/main" id="{085E6B9C-699E-AA65-FECD-D673FF3BC8CC}"/>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6" name="Freeform 743">
              <a:extLst>
                <a:ext uri="{FF2B5EF4-FFF2-40B4-BE49-F238E27FC236}">
                  <a16:creationId xmlns:a16="http://schemas.microsoft.com/office/drawing/2014/main" id="{803F86C9-8D1C-4F61-623C-FC51BD0BA7EB}"/>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7" name="Freeform 744">
              <a:extLst>
                <a:ext uri="{FF2B5EF4-FFF2-40B4-BE49-F238E27FC236}">
                  <a16:creationId xmlns:a16="http://schemas.microsoft.com/office/drawing/2014/main" id="{896460FE-5DD1-447F-CA87-14FEC4D23E2D}"/>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8" name="Freeform 745">
              <a:extLst>
                <a:ext uri="{FF2B5EF4-FFF2-40B4-BE49-F238E27FC236}">
                  <a16:creationId xmlns:a16="http://schemas.microsoft.com/office/drawing/2014/main" id="{4CB59276-0002-FF06-5538-F5B8E96C1BF3}"/>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9" name="Freeform 746">
              <a:extLst>
                <a:ext uri="{FF2B5EF4-FFF2-40B4-BE49-F238E27FC236}">
                  <a16:creationId xmlns:a16="http://schemas.microsoft.com/office/drawing/2014/main" id="{09CB9F3A-9964-1236-D76E-7BB56D19BD2D}"/>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0" name="Freeform 747">
              <a:extLst>
                <a:ext uri="{FF2B5EF4-FFF2-40B4-BE49-F238E27FC236}">
                  <a16:creationId xmlns:a16="http://schemas.microsoft.com/office/drawing/2014/main" id="{8B3C43C2-0400-7F00-5E13-0F16AEF2248B}"/>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1" name="Freeform 748">
              <a:extLst>
                <a:ext uri="{FF2B5EF4-FFF2-40B4-BE49-F238E27FC236}">
                  <a16:creationId xmlns:a16="http://schemas.microsoft.com/office/drawing/2014/main" id="{BDB08AB8-BD8C-C420-5A8A-13A3F2A0DC9E}"/>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2" name="Freeform 749">
              <a:extLst>
                <a:ext uri="{FF2B5EF4-FFF2-40B4-BE49-F238E27FC236}">
                  <a16:creationId xmlns:a16="http://schemas.microsoft.com/office/drawing/2014/main" id="{3A4AA254-34E4-ADE1-1D2F-BDE9FBADBF84}"/>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3" name="Freeform 750">
              <a:extLst>
                <a:ext uri="{FF2B5EF4-FFF2-40B4-BE49-F238E27FC236}">
                  <a16:creationId xmlns:a16="http://schemas.microsoft.com/office/drawing/2014/main" id="{FDB01236-4968-728C-8889-A57C4DE8A2B3}"/>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4" name="Freeform 751">
              <a:extLst>
                <a:ext uri="{FF2B5EF4-FFF2-40B4-BE49-F238E27FC236}">
                  <a16:creationId xmlns:a16="http://schemas.microsoft.com/office/drawing/2014/main" id="{E59ACE99-B01B-58DB-0392-AA0B3D8666CD}"/>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5" name="Freeform 752">
              <a:extLst>
                <a:ext uri="{FF2B5EF4-FFF2-40B4-BE49-F238E27FC236}">
                  <a16:creationId xmlns:a16="http://schemas.microsoft.com/office/drawing/2014/main" id="{47F5C6EB-416A-C7EE-BF8E-BAA6ED779FC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6" name="Freeform 753">
              <a:extLst>
                <a:ext uri="{FF2B5EF4-FFF2-40B4-BE49-F238E27FC236}">
                  <a16:creationId xmlns:a16="http://schemas.microsoft.com/office/drawing/2014/main" id="{F722B872-0F8D-7CE9-E68E-B36DEF37093B}"/>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7" name="Freeform 754">
              <a:extLst>
                <a:ext uri="{FF2B5EF4-FFF2-40B4-BE49-F238E27FC236}">
                  <a16:creationId xmlns:a16="http://schemas.microsoft.com/office/drawing/2014/main" id="{749F70E5-A614-4EBD-AA65-A81E6318067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8" name="Freeform 755">
              <a:extLst>
                <a:ext uri="{FF2B5EF4-FFF2-40B4-BE49-F238E27FC236}">
                  <a16:creationId xmlns:a16="http://schemas.microsoft.com/office/drawing/2014/main" id="{BC5C31F1-9D60-9996-66AD-B0C2A91C6315}"/>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9" name="Freeform 756">
              <a:extLst>
                <a:ext uri="{FF2B5EF4-FFF2-40B4-BE49-F238E27FC236}">
                  <a16:creationId xmlns:a16="http://schemas.microsoft.com/office/drawing/2014/main" id="{42C1B3C2-6E1B-B8A6-74C8-1FE5CBDA003D}"/>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0" name="Freeform 757">
              <a:extLst>
                <a:ext uri="{FF2B5EF4-FFF2-40B4-BE49-F238E27FC236}">
                  <a16:creationId xmlns:a16="http://schemas.microsoft.com/office/drawing/2014/main" id="{DAFFCACD-1A5A-503E-B2B8-35DABDE29826}"/>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1" name="Freeform 758">
              <a:extLst>
                <a:ext uri="{FF2B5EF4-FFF2-40B4-BE49-F238E27FC236}">
                  <a16:creationId xmlns:a16="http://schemas.microsoft.com/office/drawing/2014/main" id="{49CC9FAC-BB1E-CF49-C20E-3D7B81E6BEAA}"/>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2" name="Freeform 759">
              <a:extLst>
                <a:ext uri="{FF2B5EF4-FFF2-40B4-BE49-F238E27FC236}">
                  <a16:creationId xmlns:a16="http://schemas.microsoft.com/office/drawing/2014/main" id="{9FFD354B-C087-D4AA-AB4C-2953C7BD224E}"/>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3" name="Freeform 760">
              <a:extLst>
                <a:ext uri="{FF2B5EF4-FFF2-40B4-BE49-F238E27FC236}">
                  <a16:creationId xmlns:a16="http://schemas.microsoft.com/office/drawing/2014/main" id="{7C92674F-1689-F792-7606-928F2DA1CA4E}"/>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4" name="Freeform 761">
              <a:extLst>
                <a:ext uri="{FF2B5EF4-FFF2-40B4-BE49-F238E27FC236}">
                  <a16:creationId xmlns:a16="http://schemas.microsoft.com/office/drawing/2014/main" id="{7F73072C-378C-F551-C624-27E1843F5E0A}"/>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5" name="Freeform 762">
              <a:extLst>
                <a:ext uri="{FF2B5EF4-FFF2-40B4-BE49-F238E27FC236}">
                  <a16:creationId xmlns:a16="http://schemas.microsoft.com/office/drawing/2014/main" id="{0EC2BD3F-4089-533D-ADC0-5F420C25215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6" name="Freeform 763">
              <a:extLst>
                <a:ext uri="{FF2B5EF4-FFF2-40B4-BE49-F238E27FC236}">
                  <a16:creationId xmlns:a16="http://schemas.microsoft.com/office/drawing/2014/main" id="{F58CFFCC-BE44-2C83-8D90-FED0DE70C4CD}"/>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7" name="Freeform 764">
              <a:extLst>
                <a:ext uri="{FF2B5EF4-FFF2-40B4-BE49-F238E27FC236}">
                  <a16:creationId xmlns:a16="http://schemas.microsoft.com/office/drawing/2014/main" id="{AD42E8A1-D815-74E5-EC98-843D593F9627}"/>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8" name="Freeform 765">
              <a:extLst>
                <a:ext uri="{FF2B5EF4-FFF2-40B4-BE49-F238E27FC236}">
                  <a16:creationId xmlns:a16="http://schemas.microsoft.com/office/drawing/2014/main" id="{E2143977-CA02-576A-312B-32BC600E9E85}"/>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9" name="Freeform 766">
              <a:extLst>
                <a:ext uri="{FF2B5EF4-FFF2-40B4-BE49-F238E27FC236}">
                  <a16:creationId xmlns:a16="http://schemas.microsoft.com/office/drawing/2014/main" id="{707651A6-EA43-6B07-2C77-923210B387CA}"/>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0" name="Freeform 767">
              <a:extLst>
                <a:ext uri="{FF2B5EF4-FFF2-40B4-BE49-F238E27FC236}">
                  <a16:creationId xmlns:a16="http://schemas.microsoft.com/office/drawing/2014/main" id="{21B4B648-5AFB-FF97-C7DF-FC201F3F79E7}"/>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1" name="Freeform 768">
              <a:extLst>
                <a:ext uri="{FF2B5EF4-FFF2-40B4-BE49-F238E27FC236}">
                  <a16:creationId xmlns:a16="http://schemas.microsoft.com/office/drawing/2014/main" id="{3D307C0F-0142-6A5D-E0CE-4A38E8F704D4}"/>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2" name="Freeform 769">
              <a:extLst>
                <a:ext uri="{FF2B5EF4-FFF2-40B4-BE49-F238E27FC236}">
                  <a16:creationId xmlns:a16="http://schemas.microsoft.com/office/drawing/2014/main" id="{4289218C-D848-B921-1359-8FABD6B01579}"/>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3" name="Freeform 770">
              <a:extLst>
                <a:ext uri="{FF2B5EF4-FFF2-40B4-BE49-F238E27FC236}">
                  <a16:creationId xmlns:a16="http://schemas.microsoft.com/office/drawing/2014/main" id="{F5E86225-DF88-A918-263E-8B1EC61B9C9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4" name="Freeform 771">
              <a:extLst>
                <a:ext uri="{FF2B5EF4-FFF2-40B4-BE49-F238E27FC236}">
                  <a16:creationId xmlns:a16="http://schemas.microsoft.com/office/drawing/2014/main" id="{7D00565D-0CF2-52A3-399B-51E7BE72B540}"/>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5" name="Freeform 772">
              <a:extLst>
                <a:ext uri="{FF2B5EF4-FFF2-40B4-BE49-F238E27FC236}">
                  <a16:creationId xmlns:a16="http://schemas.microsoft.com/office/drawing/2014/main" id="{2F31EE14-0E67-5701-5691-C8903D480CC3}"/>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6" name="Freeform 773">
              <a:extLst>
                <a:ext uri="{FF2B5EF4-FFF2-40B4-BE49-F238E27FC236}">
                  <a16:creationId xmlns:a16="http://schemas.microsoft.com/office/drawing/2014/main" id="{FACE3643-83CD-1D66-011A-BADAF44663A7}"/>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7" name="Freeform 774">
              <a:extLst>
                <a:ext uri="{FF2B5EF4-FFF2-40B4-BE49-F238E27FC236}">
                  <a16:creationId xmlns:a16="http://schemas.microsoft.com/office/drawing/2014/main" id="{9EB5686B-1D4E-D63C-9F63-9ACEFAE29DF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8" name="Freeform 775">
              <a:extLst>
                <a:ext uri="{FF2B5EF4-FFF2-40B4-BE49-F238E27FC236}">
                  <a16:creationId xmlns:a16="http://schemas.microsoft.com/office/drawing/2014/main" id="{50D23B1D-FE6B-6354-AA32-F68FB679BCD9}"/>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9" name="Freeform 776">
              <a:extLst>
                <a:ext uri="{FF2B5EF4-FFF2-40B4-BE49-F238E27FC236}">
                  <a16:creationId xmlns:a16="http://schemas.microsoft.com/office/drawing/2014/main" id="{D817AF99-F747-520C-23B6-82097593FBEA}"/>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0" name="Freeform 777">
              <a:extLst>
                <a:ext uri="{FF2B5EF4-FFF2-40B4-BE49-F238E27FC236}">
                  <a16:creationId xmlns:a16="http://schemas.microsoft.com/office/drawing/2014/main" id="{7300AC0E-8F48-8EB9-FB9E-BED8702B83C6}"/>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1" name="Freeform 778">
              <a:extLst>
                <a:ext uri="{FF2B5EF4-FFF2-40B4-BE49-F238E27FC236}">
                  <a16:creationId xmlns:a16="http://schemas.microsoft.com/office/drawing/2014/main" id="{422DB8A4-0211-78BA-6EE0-D9F83050C26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2" name="Freeform 779">
              <a:extLst>
                <a:ext uri="{FF2B5EF4-FFF2-40B4-BE49-F238E27FC236}">
                  <a16:creationId xmlns:a16="http://schemas.microsoft.com/office/drawing/2014/main" id="{BC02EDD0-7301-76CF-4814-CFF00ADA5FCD}"/>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3" name="Freeform 780">
              <a:extLst>
                <a:ext uri="{FF2B5EF4-FFF2-40B4-BE49-F238E27FC236}">
                  <a16:creationId xmlns:a16="http://schemas.microsoft.com/office/drawing/2014/main" id="{9A30EACD-A416-2A4F-53D2-9BC492BEE668}"/>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4" name="Freeform 781">
              <a:extLst>
                <a:ext uri="{FF2B5EF4-FFF2-40B4-BE49-F238E27FC236}">
                  <a16:creationId xmlns:a16="http://schemas.microsoft.com/office/drawing/2014/main" id="{5D4586DC-F0C5-1981-1D61-3DF76F93628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5" name="Freeform 782">
              <a:extLst>
                <a:ext uri="{FF2B5EF4-FFF2-40B4-BE49-F238E27FC236}">
                  <a16:creationId xmlns:a16="http://schemas.microsoft.com/office/drawing/2014/main" id="{688D3BF7-834D-1553-2CF9-A59C816D7E33}"/>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6" name="Freeform 783">
              <a:extLst>
                <a:ext uri="{FF2B5EF4-FFF2-40B4-BE49-F238E27FC236}">
                  <a16:creationId xmlns:a16="http://schemas.microsoft.com/office/drawing/2014/main" id="{858696B6-3642-5037-73B4-4EA52E6EB50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7" name="Freeform 784">
              <a:extLst>
                <a:ext uri="{FF2B5EF4-FFF2-40B4-BE49-F238E27FC236}">
                  <a16:creationId xmlns:a16="http://schemas.microsoft.com/office/drawing/2014/main" id="{3B3FCF40-6AB0-AC5A-BB9E-4E28197748B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8" name="Freeform 785">
              <a:extLst>
                <a:ext uri="{FF2B5EF4-FFF2-40B4-BE49-F238E27FC236}">
                  <a16:creationId xmlns:a16="http://schemas.microsoft.com/office/drawing/2014/main" id="{1716BE8D-FAA1-DC34-FC5D-2A47A750EE4A}"/>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9" name="Freeform 786">
              <a:extLst>
                <a:ext uri="{FF2B5EF4-FFF2-40B4-BE49-F238E27FC236}">
                  <a16:creationId xmlns:a16="http://schemas.microsoft.com/office/drawing/2014/main" id="{F70FE287-D779-6CAB-0735-F67757B38204}"/>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0" name="Freeform 787">
              <a:extLst>
                <a:ext uri="{FF2B5EF4-FFF2-40B4-BE49-F238E27FC236}">
                  <a16:creationId xmlns:a16="http://schemas.microsoft.com/office/drawing/2014/main" id="{19636985-2691-0CD0-AB6C-E65B3A4C8E7E}"/>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1" name="Freeform 788">
              <a:extLst>
                <a:ext uri="{FF2B5EF4-FFF2-40B4-BE49-F238E27FC236}">
                  <a16:creationId xmlns:a16="http://schemas.microsoft.com/office/drawing/2014/main" id="{1A3290ED-0FD4-9EF2-E918-3EABF77113A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2" name="Freeform 789">
              <a:extLst>
                <a:ext uri="{FF2B5EF4-FFF2-40B4-BE49-F238E27FC236}">
                  <a16:creationId xmlns:a16="http://schemas.microsoft.com/office/drawing/2014/main" id="{F74DA48D-D60D-295B-2FEC-23D49BF57198}"/>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3" name="Freeform 790">
              <a:extLst>
                <a:ext uri="{FF2B5EF4-FFF2-40B4-BE49-F238E27FC236}">
                  <a16:creationId xmlns:a16="http://schemas.microsoft.com/office/drawing/2014/main" id="{EC7C7544-9759-EA37-EE45-F5FB8532A37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4" name="Freeform 791">
              <a:extLst>
                <a:ext uri="{FF2B5EF4-FFF2-40B4-BE49-F238E27FC236}">
                  <a16:creationId xmlns:a16="http://schemas.microsoft.com/office/drawing/2014/main" id="{67636F29-3915-405A-1328-05B5FFAED5E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5" name="Freeform 792">
              <a:extLst>
                <a:ext uri="{FF2B5EF4-FFF2-40B4-BE49-F238E27FC236}">
                  <a16:creationId xmlns:a16="http://schemas.microsoft.com/office/drawing/2014/main" id="{D91495F5-9B0F-B4E7-C8EC-3ADBA801379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6" name="Freeform 793">
              <a:extLst>
                <a:ext uri="{FF2B5EF4-FFF2-40B4-BE49-F238E27FC236}">
                  <a16:creationId xmlns:a16="http://schemas.microsoft.com/office/drawing/2014/main" id="{C2BE58A4-153A-005E-E0D2-DDB570BB3E8F}"/>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7" name="Freeform 794">
              <a:extLst>
                <a:ext uri="{FF2B5EF4-FFF2-40B4-BE49-F238E27FC236}">
                  <a16:creationId xmlns:a16="http://schemas.microsoft.com/office/drawing/2014/main" id="{57DFD218-D535-889F-E939-59BA4F7F9D9E}"/>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8" name="Freeform 795">
              <a:extLst>
                <a:ext uri="{FF2B5EF4-FFF2-40B4-BE49-F238E27FC236}">
                  <a16:creationId xmlns:a16="http://schemas.microsoft.com/office/drawing/2014/main" id="{387E3470-9495-8FA2-7A59-B95DB315599D}"/>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9" name="Freeform 796">
              <a:extLst>
                <a:ext uri="{FF2B5EF4-FFF2-40B4-BE49-F238E27FC236}">
                  <a16:creationId xmlns:a16="http://schemas.microsoft.com/office/drawing/2014/main" id="{FFCB4891-579D-06AA-DA29-C1D039C5CEA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0" name="Freeform 797">
              <a:extLst>
                <a:ext uri="{FF2B5EF4-FFF2-40B4-BE49-F238E27FC236}">
                  <a16:creationId xmlns:a16="http://schemas.microsoft.com/office/drawing/2014/main" id="{6C4A414F-7EA7-9DC9-F710-A1FF0EFC20FB}"/>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1" name="Freeform 798">
              <a:extLst>
                <a:ext uri="{FF2B5EF4-FFF2-40B4-BE49-F238E27FC236}">
                  <a16:creationId xmlns:a16="http://schemas.microsoft.com/office/drawing/2014/main" id="{3F3D09F1-5137-2007-A513-993905F8B136}"/>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2" name="Freeform 799">
              <a:extLst>
                <a:ext uri="{FF2B5EF4-FFF2-40B4-BE49-F238E27FC236}">
                  <a16:creationId xmlns:a16="http://schemas.microsoft.com/office/drawing/2014/main" id="{C5D8BD5D-3730-45CA-FEC6-BD7B4D711DD1}"/>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3" name="Freeform 800">
              <a:extLst>
                <a:ext uri="{FF2B5EF4-FFF2-40B4-BE49-F238E27FC236}">
                  <a16:creationId xmlns:a16="http://schemas.microsoft.com/office/drawing/2014/main" id="{E08D16C2-7A0D-865D-5584-7BB6E4CD1B4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4" name="Freeform 801">
              <a:extLst>
                <a:ext uri="{FF2B5EF4-FFF2-40B4-BE49-F238E27FC236}">
                  <a16:creationId xmlns:a16="http://schemas.microsoft.com/office/drawing/2014/main" id="{A1DC336C-2CD5-98EE-9DD8-6FE11AB2E84E}"/>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5" name="Freeform 802">
              <a:extLst>
                <a:ext uri="{FF2B5EF4-FFF2-40B4-BE49-F238E27FC236}">
                  <a16:creationId xmlns:a16="http://schemas.microsoft.com/office/drawing/2014/main" id="{A2BABD1B-DF2E-446C-09CF-60FFFCCF49D8}"/>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6" name="Freeform 803">
              <a:extLst>
                <a:ext uri="{FF2B5EF4-FFF2-40B4-BE49-F238E27FC236}">
                  <a16:creationId xmlns:a16="http://schemas.microsoft.com/office/drawing/2014/main" id="{9DCCAD95-A4D9-5208-37F0-02BEF7F690B8}"/>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7" name="Freeform 804">
              <a:extLst>
                <a:ext uri="{FF2B5EF4-FFF2-40B4-BE49-F238E27FC236}">
                  <a16:creationId xmlns:a16="http://schemas.microsoft.com/office/drawing/2014/main" id="{8FFC69ED-2216-82C8-2D48-A500AFBD2B54}"/>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8" name="Freeform 805">
              <a:extLst>
                <a:ext uri="{FF2B5EF4-FFF2-40B4-BE49-F238E27FC236}">
                  <a16:creationId xmlns:a16="http://schemas.microsoft.com/office/drawing/2014/main" id="{E66A8C8A-6648-F26A-ABCC-B1CCC35058D1}"/>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9" name="Freeform 806">
              <a:extLst>
                <a:ext uri="{FF2B5EF4-FFF2-40B4-BE49-F238E27FC236}">
                  <a16:creationId xmlns:a16="http://schemas.microsoft.com/office/drawing/2014/main" id="{D6B691D0-177D-AB16-577D-0A3CB5B2DF29}"/>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0" name="Freeform 807">
              <a:extLst>
                <a:ext uri="{FF2B5EF4-FFF2-40B4-BE49-F238E27FC236}">
                  <a16:creationId xmlns:a16="http://schemas.microsoft.com/office/drawing/2014/main" id="{3D1F6BF9-EF55-CEF7-A7A6-032E05725C17}"/>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1" name="Freeform 808">
              <a:extLst>
                <a:ext uri="{FF2B5EF4-FFF2-40B4-BE49-F238E27FC236}">
                  <a16:creationId xmlns:a16="http://schemas.microsoft.com/office/drawing/2014/main" id="{5BD59BF5-475E-06D4-5A51-0904DB4FE72C}"/>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2" name="Freeform 809">
              <a:extLst>
                <a:ext uri="{FF2B5EF4-FFF2-40B4-BE49-F238E27FC236}">
                  <a16:creationId xmlns:a16="http://schemas.microsoft.com/office/drawing/2014/main" id="{4ACF7346-B7A8-CB6E-BD98-7A59FFFB1BE9}"/>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3" name="Freeform 810">
              <a:extLst>
                <a:ext uri="{FF2B5EF4-FFF2-40B4-BE49-F238E27FC236}">
                  <a16:creationId xmlns:a16="http://schemas.microsoft.com/office/drawing/2014/main" id="{786CDB2C-0645-88A6-027F-F20653961FDC}"/>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4" name="Freeform 811">
              <a:extLst>
                <a:ext uri="{FF2B5EF4-FFF2-40B4-BE49-F238E27FC236}">
                  <a16:creationId xmlns:a16="http://schemas.microsoft.com/office/drawing/2014/main" id="{A0B7E79E-BD9B-5039-C5F0-070131BEBA41}"/>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5" name="Freeform 812">
              <a:extLst>
                <a:ext uri="{FF2B5EF4-FFF2-40B4-BE49-F238E27FC236}">
                  <a16:creationId xmlns:a16="http://schemas.microsoft.com/office/drawing/2014/main" id="{F31B7514-9A0A-5FBD-7C68-1EB1BD7F21D4}"/>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6" name="Freeform 813">
              <a:extLst>
                <a:ext uri="{FF2B5EF4-FFF2-40B4-BE49-F238E27FC236}">
                  <a16:creationId xmlns:a16="http://schemas.microsoft.com/office/drawing/2014/main" id="{CEA5AE6C-264F-3523-870A-25995F2821B8}"/>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7" name="Freeform 814">
              <a:extLst>
                <a:ext uri="{FF2B5EF4-FFF2-40B4-BE49-F238E27FC236}">
                  <a16:creationId xmlns:a16="http://schemas.microsoft.com/office/drawing/2014/main" id="{BDFCB55B-7C9F-0E79-5D49-3B48B9AC7024}"/>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pic>
        <p:nvPicPr>
          <p:cNvPr id="3169" name="Picture 3168">
            <a:extLst>
              <a:ext uri="{FF2B5EF4-FFF2-40B4-BE49-F238E27FC236}">
                <a16:creationId xmlns:a16="http://schemas.microsoft.com/office/drawing/2014/main" id="{3AC2F1ED-C6F4-90A6-497A-BE55EFEDF674}"/>
              </a:ext>
            </a:extLst>
          </p:cNvPr>
          <p:cNvPicPr>
            <a:picLocks noChangeAspect="1"/>
          </p:cNvPicPr>
          <p:nvPr/>
        </p:nvPicPr>
        <p:blipFill>
          <a:blip r:embed="rId9"/>
          <a:stretch>
            <a:fillRect/>
          </a:stretch>
        </p:blipFill>
        <p:spPr>
          <a:xfrm>
            <a:off x="6035054" y="4738011"/>
            <a:ext cx="2000529" cy="1991003"/>
          </a:xfrm>
          <a:prstGeom prst="rect">
            <a:avLst/>
          </a:prstGeom>
        </p:spPr>
      </p:pic>
      <p:pic>
        <p:nvPicPr>
          <p:cNvPr id="3170" name="Picture 3169">
            <a:extLst>
              <a:ext uri="{FF2B5EF4-FFF2-40B4-BE49-F238E27FC236}">
                <a16:creationId xmlns:a16="http://schemas.microsoft.com/office/drawing/2014/main" id="{83E0DDF4-9449-620A-36F6-2461DE6576DF}"/>
              </a:ext>
            </a:extLst>
          </p:cNvPr>
          <p:cNvPicPr>
            <a:picLocks noChangeAspect="1"/>
          </p:cNvPicPr>
          <p:nvPr/>
        </p:nvPicPr>
        <p:blipFill>
          <a:blip r:embed="rId10"/>
          <a:stretch>
            <a:fillRect/>
          </a:stretch>
        </p:blipFill>
        <p:spPr>
          <a:xfrm>
            <a:off x="8035644" y="4728484"/>
            <a:ext cx="1991003" cy="2010056"/>
          </a:xfrm>
          <a:prstGeom prst="rect">
            <a:avLst/>
          </a:prstGeom>
        </p:spPr>
      </p:pic>
      <p:pic>
        <p:nvPicPr>
          <p:cNvPr id="3171" name="Picture 3170">
            <a:extLst>
              <a:ext uri="{FF2B5EF4-FFF2-40B4-BE49-F238E27FC236}">
                <a16:creationId xmlns:a16="http://schemas.microsoft.com/office/drawing/2014/main" id="{6F82E6D2-4006-DF1D-B484-0E1E7A94F565}"/>
              </a:ext>
            </a:extLst>
          </p:cNvPr>
          <p:cNvPicPr>
            <a:picLocks noChangeAspect="1"/>
          </p:cNvPicPr>
          <p:nvPr/>
        </p:nvPicPr>
        <p:blipFill>
          <a:blip r:embed="rId11"/>
          <a:stretch>
            <a:fillRect/>
          </a:stretch>
        </p:blipFill>
        <p:spPr>
          <a:xfrm>
            <a:off x="10023197" y="4735930"/>
            <a:ext cx="1991003" cy="2000529"/>
          </a:xfrm>
          <a:prstGeom prst="rect">
            <a:avLst/>
          </a:prstGeom>
        </p:spPr>
      </p:pic>
      <p:sp>
        <p:nvSpPr>
          <p:cNvPr id="3172" name="TextBox 3171">
            <a:extLst>
              <a:ext uri="{FF2B5EF4-FFF2-40B4-BE49-F238E27FC236}">
                <a16:creationId xmlns:a16="http://schemas.microsoft.com/office/drawing/2014/main" id="{C1C47373-3637-4024-9EDD-C762091FC5CF}"/>
              </a:ext>
            </a:extLst>
          </p:cNvPr>
          <p:cNvSpPr txBox="1"/>
          <p:nvPr/>
        </p:nvSpPr>
        <p:spPr>
          <a:xfrm>
            <a:off x="6110562" y="2930528"/>
            <a:ext cx="1836400" cy="307777"/>
          </a:xfrm>
          <a:prstGeom prst="rect">
            <a:avLst/>
          </a:prstGeom>
          <a:noFill/>
        </p:spPr>
        <p:txBody>
          <a:bodyPr wrap="none" rtlCol="0">
            <a:spAutoFit/>
          </a:bodyPr>
          <a:lstStyle/>
          <a:p>
            <a:r>
              <a:rPr lang="en-US" sz="1400" b="1" dirty="0"/>
              <a:t>Home Assistant </a:t>
            </a:r>
            <a:r>
              <a:rPr lang="en-US" sz="1400" b="1" dirty="0">
                <a:solidFill>
                  <a:srgbClr val="07A680"/>
                </a:solidFill>
              </a:rPr>
              <a:t>Green</a:t>
            </a:r>
          </a:p>
        </p:txBody>
      </p:sp>
      <p:sp>
        <p:nvSpPr>
          <p:cNvPr id="3173" name="!!HAPrice">
            <a:extLst>
              <a:ext uri="{FF2B5EF4-FFF2-40B4-BE49-F238E27FC236}">
                <a16:creationId xmlns:a16="http://schemas.microsoft.com/office/drawing/2014/main" id="{1174EC08-A1CD-BB15-F85D-A3093D5F2D57}"/>
              </a:ext>
            </a:extLst>
          </p:cNvPr>
          <p:cNvSpPr txBox="1"/>
          <p:nvPr/>
        </p:nvSpPr>
        <p:spPr>
          <a:xfrm>
            <a:off x="6037070" y="4032477"/>
            <a:ext cx="1334020" cy="646331"/>
          </a:xfrm>
          <a:prstGeom prst="rect">
            <a:avLst/>
          </a:prstGeom>
          <a:noFill/>
        </p:spPr>
        <p:txBody>
          <a:bodyPr wrap="square" rtlCol="0">
            <a:spAutoFit/>
          </a:bodyPr>
          <a:lstStyle/>
          <a:p>
            <a:r>
              <a:rPr lang="en-US" sz="3600" dirty="0">
                <a:latin typeface="Aharoni" panose="02010803020104030203" pitchFamily="2" charset="-79"/>
                <a:cs typeface="Aharoni" panose="02010803020104030203" pitchFamily="2" charset="-79"/>
              </a:rPr>
              <a:t>$99</a:t>
            </a:r>
          </a:p>
        </p:txBody>
      </p:sp>
      <p:pic>
        <p:nvPicPr>
          <p:cNvPr id="3174" name="Picture 3173">
            <a:extLst>
              <a:ext uri="{FF2B5EF4-FFF2-40B4-BE49-F238E27FC236}">
                <a16:creationId xmlns:a16="http://schemas.microsoft.com/office/drawing/2014/main" id="{B01A131F-FCC8-049D-51B3-3CE4A60CD620}"/>
              </a:ext>
            </a:extLst>
          </p:cNvPr>
          <p:cNvPicPr>
            <a:picLocks noChangeAspect="1"/>
          </p:cNvPicPr>
          <p:nvPr/>
        </p:nvPicPr>
        <p:blipFill>
          <a:blip r:embed="rId12"/>
          <a:stretch>
            <a:fillRect/>
          </a:stretch>
        </p:blipFill>
        <p:spPr>
          <a:xfrm>
            <a:off x="4059587" y="4803956"/>
            <a:ext cx="1885441" cy="1885441"/>
          </a:xfrm>
          <a:prstGeom prst="rect">
            <a:avLst/>
          </a:prstGeom>
        </p:spPr>
      </p:pic>
      <p:sp>
        <p:nvSpPr>
          <p:cNvPr id="4" name="!!Header whiteout">
            <a:extLst>
              <a:ext uri="{FF2B5EF4-FFF2-40B4-BE49-F238E27FC236}">
                <a16:creationId xmlns:a16="http://schemas.microsoft.com/office/drawing/2014/main" id="{17769037-8EF7-8976-0C73-0BC363249900}"/>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39F28527-33F8-D744-BA12-9CB83246DACD}"/>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303068231"/>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122"/>
                                        </p:tgtEl>
                                      </p:cBhvr>
                                    </p:animEffect>
                                    <p:set>
                                      <p:cBhvr>
                                        <p:cTn id="7" dur="1" fill="hold">
                                          <p:stCondLst>
                                            <p:cond delay="499"/>
                                          </p:stCondLst>
                                        </p:cTn>
                                        <p:tgtEl>
                                          <p:spTgt spid="122"/>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6"/>
                                        </p:tgtEl>
                                      </p:cBhvr>
                                    </p:animEffect>
                                    <p:set>
                                      <p:cBhvr>
                                        <p:cTn id="10" dur="1" fill="hold">
                                          <p:stCondLst>
                                            <p:cond delay="499"/>
                                          </p:stCondLst>
                                        </p:cTn>
                                        <p:tgtEl>
                                          <p:spTgt spid="6"/>
                                        </p:tgtEl>
                                        <p:attrNameLst>
                                          <p:attrName>style.visibility</p:attrName>
                                        </p:attrNameLst>
                                      </p:cBhvr>
                                      <p:to>
                                        <p:strVal val="hidden"/>
                                      </p:to>
                                    </p:se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3174"/>
                                        </p:tgtEl>
                                        <p:attrNameLst>
                                          <p:attrName>style.visibility</p:attrName>
                                        </p:attrNameLst>
                                      </p:cBhvr>
                                      <p:to>
                                        <p:strVal val="visible"/>
                                      </p:to>
                                    </p:set>
                                    <p:animEffect transition="in" filter="fade">
                                      <p:cBhvr>
                                        <p:cTn id="14" dur="500"/>
                                        <p:tgtEl>
                                          <p:spTgt spid="31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Title">
            <a:extLst>
              <a:ext uri="{FF2B5EF4-FFF2-40B4-BE49-F238E27FC236}">
                <a16:creationId xmlns:a16="http://schemas.microsoft.com/office/drawing/2014/main" id="{09479CF1-6C8F-44F0-A771-352F7B7841C9}"/>
              </a:ext>
            </a:extLst>
          </p:cNvPr>
          <p:cNvSpPr txBox="1"/>
          <p:nvPr/>
        </p:nvSpPr>
        <p:spPr>
          <a:xfrm>
            <a:off x="4066102" y="1228393"/>
            <a:ext cx="4060727"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endParaRPr lang="en-US" sz="2800" dirty="0">
              <a:solidFill>
                <a:srgbClr val="2D3E50"/>
              </a:solidFill>
              <a:latin typeface="Roboto" panose="02000000000000000000" pitchFamily="2" charset="0"/>
              <a:ea typeface="Roboto" panose="02000000000000000000" pitchFamily="2" charset="0"/>
            </a:endParaRPr>
          </a:p>
        </p:txBody>
      </p:sp>
      <p:pic>
        <p:nvPicPr>
          <p:cNvPr id="2" name="Wifi pic" descr="See the source image">
            <a:extLst>
              <a:ext uri="{FF2B5EF4-FFF2-40B4-BE49-F238E27FC236}">
                <a16:creationId xmlns:a16="http://schemas.microsoft.com/office/drawing/2014/main" id="{1922F921-9BA8-429E-803A-19C15B105B5B}"/>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0184921" y="4481577"/>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2213" name="Zigbee pic" descr="See the source image">
            <a:extLst>
              <a:ext uri="{FF2B5EF4-FFF2-40B4-BE49-F238E27FC236}">
                <a16:creationId xmlns:a16="http://schemas.microsoft.com/office/drawing/2014/main" id="{CF16B0C5-D079-4C75-9412-C516E93F6C79}"/>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1468068" y="4737223"/>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43" name="ZWave pic">
            <a:extLst>
              <a:ext uri="{FF2B5EF4-FFF2-40B4-BE49-F238E27FC236}">
                <a16:creationId xmlns:a16="http://schemas.microsoft.com/office/drawing/2014/main" id="{0FBDFFD6-BAC0-4D8B-9C9B-37C1FF4DED01}"/>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4614383" y="4545845"/>
            <a:ext cx="1591677" cy="664877"/>
          </a:xfrm>
          <a:prstGeom prst="rect">
            <a:avLst/>
          </a:prstGeom>
        </p:spPr>
      </p:pic>
      <p:pic>
        <p:nvPicPr>
          <p:cNvPr id="45" name="Matter pic">
            <a:extLst>
              <a:ext uri="{FF2B5EF4-FFF2-40B4-BE49-F238E27FC236}">
                <a16:creationId xmlns:a16="http://schemas.microsoft.com/office/drawing/2014/main" id="{D1EA2C02-5E37-4DBC-A390-FA29F6373182}"/>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7035378" y="4572895"/>
            <a:ext cx="2169328" cy="751385"/>
          </a:xfrm>
          <a:prstGeom prst="rect">
            <a:avLst/>
          </a:prstGeom>
        </p:spPr>
      </p:pic>
      <p:sp>
        <p:nvSpPr>
          <p:cNvPr id="23" name="!!Protocol text">
            <a:extLst>
              <a:ext uri="{FF2B5EF4-FFF2-40B4-BE49-F238E27FC236}">
                <a16:creationId xmlns:a16="http://schemas.microsoft.com/office/drawing/2014/main" id="{095E374C-7667-43DC-858C-B93E157CE848}"/>
              </a:ext>
            </a:extLst>
          </p:cNvPr>
          <p:cNvSpPr txBox="1"/>
          <p:nvPr/>
        </p:nvSpPr>
        <p:spPr>
          <a:xfrm>
            <a:off x="4060734" y="3666924"/>
            <a:ext cx="4060727"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and </a:t>
            </a:r>
            <a:r>
              <a:rPr lang="en-US" sz="2800" b="1" dirty="0">
                <a:solidFill>
                  <a:srgbClr val="2D3E50"/>
                </a:solidFill>
                <a:latin typeface="Roboto" panose="02000000000000000000" pitchFamily="2" charset="0"/>
                <a:ea typeface="Roboto" panose="02000000000000000000" pitchFamily="2" charset="0"/>
              </a:rPr>
              <a:t>Protocols</a:t>
            </a:r>
            <a:endParaRPr lang="en-US" sz="2800" dirty="0">
              <a:solidFill>
                <a:srgbClr val="2D3E50"/>
              </a:solidFill>
              <a:latin typeface="Roboto" panose="02000000000000000000" pitchFamily="2" charset="0"/>
              <a:ea typeface="Roboto" panose="02000000000000000000" pitchFamily="2" charset="0"/>
            </a:endParaRPr>
          </a:p>
        </p:txBody>
      </p:sp>
      <p:pic>
        <p:nvPicPr>
          <p:cNvPr id="19" name="!!Empty house">
            <a:extLst>
              <a:ext uri="{FF2B5EF4-FFF2-40B4-BE49-F238E27FC236}">
                <a16:creationId xmlns:a16="http://schemas.microsoft.com/office/drawing/2014/main" id="{9110B00C-D5C2-0D2B-8D50-68719FBB6735}"/>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5561386" y="1694439"/>
            <a:ext cx="1090874" cy="1356459"/>
          </a:xfrm>
          <a:prstGeom prst="rect">
            <a:avLst/>
          </a:prstGeom>
        </p:spPr>
      </p:pic>
      <p:pic>
        <p:nvPicPr>
          <p:cNvPr id="20" name="Picture 19">
            <a:extLst>
              <a:ext uri="{FF2B5EF4-FFF2-40B4-BE49-F238E27FC236}">
                <a16:creationId xmlns:a16="http://schemas.microsoft.com/office/drawing/2014/main" id="{E3DB224E-CC8E-C332-D6F3-8B76CFD48CF2}"/>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5788116" y="2214116"/>
            <a:ext cx="637414" cy="544964"/>
          </a:xfrm>
          <a:prstGeom prst="rect">
            <a:avLst/>
          </a:prstGeom>
        </p:spPr>
      </p:pic>
      <p:grpSp>
        <p:nvGrpSpPr>
          <p:cNvPr id="3" name="Arrow">
            <a:extLst>
              <a:ext uri="{FF2B5EF4-FFF2-40B4-BE49-F238E27FC236}">
                <a16:creationId xmlns:a16="http://schemas.microsoft.com/office/drawing/2014/main" id="{19227725-55CA-B727-15A6-4EDD4460E282}"/>
              </a:ext>
            </a:extLst>
          </p:cNvPr>
          <p:cNvGrpSpPr>
            <a:grpSpLocks noChangeAspect="1"/>
          </p:cNvGrpSpPr>
          <p:nvPr/>
        </p:nvGrpSpPr>
        <p:grpSpPr bwMode="auto">
          <a:xfrm rot="4545413">
            <a:off x="6821040" y="1707566"/>
            <a:ext cx="904172" cy="943180"/>
            <a:chOff x="1328" y="0"/>
            <a:chExt cx="3106" cy="3240"/>
          </a:xfrm>
          <a:solidFill>
            <a:srgbClr val="C00000"/>
          </a:solidFill>
        </p:grpSpPr>
        <p:sp>
          <p:nvSpPr>
            <p:cNvPr id="4" name="Freeform 716">
              <a:extLst>
                <a:ext uri="{FF2B5EF4-FFF2-40B4-BE49-F238E27FC236}">
                  <a16:creationId xmlns:a16="http://schemas.microsoft.com/office/drawing/2014/main" id="{416534E4-AA00-729B-FEC8-D35919C90227}"/>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 name="Freeform 717">
              <a:extLst>
                <a:ext uri="{FF2B5EF4-FFF2-40B4-BE49-F238E27FC236}">
                  <a16:creationId xmlns:a16="http://schemas.microsoft.com/office/drawing/2014/main" id="{A2C9551F-C67A-31AC-95DD-4498A5DF1E4E}"/>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 name="Freeform 718">
              <a:extLst>
                <a:ext uri="{FF2B5EF4-FFF2-40B4-BE49-F238E27FC236}">
                  <a16:creationId xmlns:a16="http://schemas.microsoft.com/office/drawing/2014/main" id="{0D56859F-0CC2-831A-2AF1-E804A97ECCA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 name="Freeform 719">
              <a:extLst>
                <a:ext uri="{FF2B5EF4-FFF2-40B4-BE49-F238E27FC236}">
                  <a16:creationId xmlns:a16="http://schemas.microsoft.com/office/drawing/2014/main" id="{72A16C3F-EA35-E11F-544F-26F7D98EB8C2}"/>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 name="Freeform 720">
              <a:extLst>
                <a:ext uri="{FF2B5EF4-FFF2-40B4-BE49-F238E27FC236}">
                  <a16:creationId xmlns:a16="http://schemas.microsoft.com/office/drawing/2014/main" id="{411ED94F-9625-2391-3D74-4FA646E36D6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 name="Freeform 721">
              <a:extLst>
                <a:ext uri="{FF2B5EF4-FFF2-40B4-BE49-F238E27FC236}">
                  <a16:creationId xmlns:a16="http://schemas.microsoft.com/office/drawing/2014/main" id="{878694BD-5931-E810-D11A-D78FEC8778B3}"/>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 name="Freeform 722">
              <a:extLst>
                <a:ext uri="{FF2B5EF4-FFF2-40B4-BE49-F238E27FC236}">
                  <a16:creationId xmlns:a16="http://schemas.microsoft.com/office/drawing/2014/main" id="{27E83AE6-1207-2687-661B-C3EB803614E1}"/>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 name="Freeform 723">
              <a:extLst>
                <a:ext uri="{FF2B5EF4-FFF2-40B4-BE49-F238E27FC236}">
                  <a16:creationId xmlns:a16="http://schemas.microsoft.com/office/drawing/2014/main" id="{A45EF4AF-4C89-12E9-201E-6D8D204FA45A}"/>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 name="Freeform 724">
              <a:extLst>
                <a:ext uri="{FF2B5EF4-FFF2-40B4-BE49-F238E27FC236}">
                  <a16:creationId xmlns:a16="http://schemas.microsoft.com/office/drawing/2014/main" id="{344909DE-ADBD-A688-391B-609563D6DA0D}"/>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 name="Freeform 725">
              <a:extLst>
                <a:ext uri="{FF2B5EF4-FFF2-40B4-BE49-F238E27FC236}">
                  <a16:creationId xmlns:a16="http://schemas.microsoft.com/office/drawing/2014/main" id="{C679A4B1-3F0F-4E13-F9D7-6D7D83F61C37}"/>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 name="Freeform 726">
              <a:extLst>
                <a:ext uri="{FF2B5EF4-FFF2-40B4-BE49-F238E27FC236}">
                  <a16:creationId xmlns:a16="http://schemas.microsoft.com/office/drawing/2014/main" id="{7F718D6D-A0CB-AA98-CD35-34C55712A645}"/>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27">
              <a:extLst>
                <a:ext uri="{FF2B5EF4-FFF2-40B4-BE49-F238E27FC236}">
                  <a16:creationId xmlns:a16="http://schemas.microsoft.com/office/drawing/2014/main" id="{0D57303D-8DBE-DB8B-6D03-3317516EF8EE}"/>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 name="Freeform 728">
              <a:extLst>
                <a:ext uri="{FF2B5EF4-FFF2-40B4-BE49-F238E27FC236}">
                  <a16:creationId xmlns:a16="http://schemas.microsoft.com/office/drawing/2014/main" id="{10DF65BC-9264-3F9A-F4C5-FF4A72DF3122}"/>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9">
              <a:extLst>
                <a:ext uri="{FF2B5EF4-FFF2-40B4-BE49-F238E27FC236}">
                  <a16:creationId xmlns:a16="http://schemas.microsoft.com/office/drawing/2014/main" id="{402C176A-937E-0D04-B21A-62CFA71CD6A7}"/>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0">
              <a:extLst>
                <a:ext uri="{FF2B5EF4-FFF2-40B4-BE49-F238E27FC236}">
                  <a16:creationId xmlns:a16="http://schemas.microsoft.com/office/drawing/2014/main" id="{CD0504FE-CFD1-1795-D64D-36194A511F38}"/>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1">
              <a:extLst>
                <a:ext uri="{FF2B5EF4-FFF2-40B4-BE49-F238E27FC236}">
                  <a16:creationId xmlns:a16="http://schemas.microsoft.com/office/drawing/2014/main" id="{A0661D97-F9F9-D4BE-4337-717E7A7E481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2">
              <a:extLst>
                <a:ext uri="{FF2B5EF4-FFF2-40B4-BE49-F238E27FC236}">
                  <a16:creationId xmlns:a16="http://schemas.microsoft.com/office/drawing/2014/main" id="{9280A45F-81E5-869D-E55A-67D232BC0CEB}"/>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33">
              <a:extLst>
                <a:ext uri="{FF2B5EF4-FFF2-40B4-BE49-F238E27FC236}">
                  <a16:creationId xmlns:a16="http://schemas.microsoft.com/office/drawing/2014/main" id="{6AC97492-A472-09F8-11AA-071ACBCCF82B}"/>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4">
              <a:extLst>
                <a:ext uri="{FF2B5EF4-FFF2-40B4-BE49-F238E27FC236}">
                  <a16:creationId xmlns:a16="http://schemas.microsoft.com/office/drawing/2014/main" id="{11D42372-8E4B-5C5C-1974-5239AE442BE8}"/>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5">
              <a:extLst>
                <a:ext uri="{FF2B5EF4-FFF2-40B4-BE49-F238E27FC236}">
                  <a16:creationId xmlns:a16="http://schemas.microsoft.com/office/drawing/2014/main" id="{E892F3A3-BBB7-CE5F-D8B2-84180A696AEC}"/>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6">
              <a:extLst>
                <a:ext uri="{FF2B5EF4-FFF2-40B4-BE49-F238E27FC236}">
                  <a16:creationId xmlns:a16="http://schemas.microsoft.com/office/drawing/2014/main" id="{3880F57A-F861-7E68-1D41-AC4891ECA626}"/>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7">
              <a:extLst>
                <a:ext uri="{FF2B5EF4-FFF2-40B4-BE49-F238E27FC236}">
                  <a16:creationId xmlns:a16="http://schemas.microsoft.com/office/drawing/2014/main" id="{F14C4FDB-6CF2-6FA5-50E6-F4FAF0691A99}"/>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8">
              <a:extLst>
                <a:ext uri="{FF2B5EF4-FFF2-40B4-BE49-F238E27FC236}">
                  <a16:creationId xmlns:a16="http://schemas.microsoft.com/office/drawing/2014/main" id="{5C42511D-248C-4FD8-CA0B-74FE256DC016}"/>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9">
              <a:extLst>
                <a:ext uri="{FF2B5EF4-FFF2-40B4-BE49-F238E27FC236}">
                  <a16:creationId xmlns:a16="http://schemas.microsoft.com/office/drawing/2014/main" id="{3D69002A-7345-7512-DF1A-5EC81B46B82B}"/>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0">
              <a:extLst>
                <a:ext uri="{FF2B5EF4-FFF2-40B4-BE49-F238E27FC236}">
                  <a16:creationId xmlns:a16="http://schemas.microsoft.com/office/drawing/2014/main" id="{38289743-110F-6539-4AD1-24DD2A4E454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1">
              <a:extLst>
                <a:ext uri="{FF2B5EF4-FFF2-40B4-BE49-F238E27FC236}">
                  <a16:creationId xmlns:a16="http://schemas.microsoft.com/office/drawing/2014/main" id="{79A9EDE6-2862-7598-8681-554DDC390A44}"/>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2">
              <a:extLst>
                <a:ext uri="{FF2B5EF4-FFF2-40B4-BE49-F238E27FC236}">
                  <a16:creationId xmlns:a16="http://schemas.microsoft.com/office/drawing/2014/main" id="{62FC3655-C73A-DF59-8AEB-86A31E92AA8C}"/>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3">
              <a:extLst>
                <a:ext uri="{FF2B5EF4-FFF2-40B4-BE49-F238E27FC236}">
                  <a16:creationId xmlns:a16="http://schemas.microsoft.com/office/drawing/2014/main" id="{230609A3-E57C-9BFD-B628-AC4B4B9BADE3}"/>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4">
              <a:extLst>
                <a:ext uri="{FF2B5EF4-FFF2-40B4-BE49-F238E27FC236}">
                  <a16:creationId xmlns:a16="http://schemas.microsoft.com/office/drawing/2014/main" id="{CE2A34BE-79EA-F5D0-A3D7-E7BC4DF9CB55}"/>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5">
              <a:extLst>
                <a:ext uri="{FF2B5EF4-FFF2-40B4-BE49-F238E27FC236}">
                  <a16:creationId xmlns:a16="http://schemas.microsoft.com/office/drawing/2014/main" id="{6B391E4E-A168-A931-C628-712B150CD31D}"/>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6">
              <a:extLst>
                <a:ext uri="{FF2B5EF4-FFF2-40B4-BE49-F238E27FC236}">
                  <a16:creationId xmlns:a16="http://schemas.microsoft.com/office/drawing/2014/main" id="{044A2BB9-BE1E-120F-FE9C-5A932D8C1A96}"/>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7">
              <a:extLst>
                <a:ext uri="{FF2B5EF4-FFF2-40B4-BE49-F238E27FC236}">
                  <a16:creationId xmlns:a16="http://schemas.microsoft.com/office/drawing/2014/main" id="{7CB2D182-E204-D575-ED67-5EC57C7A83B0}"/>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8">
              <a:extLst>
                <a:ext uri="{FF2B5EF4-FFF2-40B4-BE49-F238E27FC236}">
                  <a16:creationId xmlns:a16="http://schemas.microsoft.com/office/drawing/2014/main" id="{9E32A8E5-8E30-6AAA-D9D5-9930037FEAC5}"/>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9">
              <a:extLst>
                <a:ext uri="{FF2B5EF4-FFF2-40B4-BE49-F238E27FC236}">
                  <a16:creationId xmlns:a16="http://schemas.microsoft.com/office/drawing/2014/main" id="{7FDE3633-8436-1C3F-E6EB-1EA2E2658458}"/>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0">
              <a:extLst>
                <a:ext uri="{FF2B5EF4-FFF2-40B4-BE49-F238E27FC236}">
                  <a16:creationId xmlns:a16="http://schemas.microsoft.com/office/drawing/2014/main" id="{437516CC-BF8A-E3FC-7F24-F49D455BAB2B}"/>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51">
              <a:extLst>
                <a:ext uri="{FF2B5EF4-FFF2-40B4-BE49-F238E27FC236}">
                  <a16:creationId xmlns:a16="http://schemas.microsoft.com/office/drawing/2014/main" id="{726AAF0A-9A87-1A7B-F23A-955D5C98D67F}"/>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2">
              <a:extLst>
                <a:ext uri="{FF2B5EF4-FFF2-40B4-BE49-F238E27FC236}">
                  <a16:creationId xmlns:a16="http://schemas.microsoft.com/office/drawing/2014/main" id="{CD503181-5674-375D-0A50-893015B0EF9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3">
              <a:extLst>
                <a:ext uri="{FF2B5EF4-FFF2-40B4-BE49-F238E27FC236}">
                  <a16:creationId xmlns:a16="http://schemas.microsoft.com/office/drawing/2014/main" id="{12942289-4991-54AA-9C1E-9CEAF2F97DF6}"/>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4">
              <a:extLst>
                <a:ext uri="{FF2B5EF4-FFF2-40B4-BE49-F238E27FC236}">
                  <a16:creationId xmlns:a16="http://schemas.microsoft.com/office/drawing/2014/main" id="{5DD46181-3112-2EDB-D9B3-3B97E1FB8DA0}"/>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5">
              <a:extLst>
                <a:ext uri="{FF2B5EF4-FFF2-40B4-BE49-F238E27FC236}">
                  <a16:creationId xmlns:a16="http://schemas.microsoft.com/office/drawing/2014/main" id="{EBC52CB3-8553-1241-3885-E1B0A4FDBB47}"/>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6">
              <a:extLst>
                <a:ext uri="{FF2B5EF4-FFF2-40B4-BE49-F238E27FC236}">
                  <a16:creationId xmlns:a16="http://schemas.microsoft.com/office/drawing/2014/main" id="{516AB0BB-AC50-5368-6964-C50A163A2A1F}"/>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7">
              <a:extLst>
                <a:ext uri="{FF2B5EF4-FFF2-40B4-BE49-F238E27FC236}">
                  <a16:creationId xmlns:a16="http://schemas.microsoft.com/office/drawing/2014/main" id="{A2772487-1647-15BF-C02E-9368C8392BD3}"/>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8">
              <a:extLst>
                <a:ext uri="{FF2B5EF4-FFF2-40B4-BE49-F238E27FC236}">
                  <a16:creationId xmlns:a16="http://schemas.microsoft.com/office/drawing/2014/main" id="{81E54A88-67B1-C0ED-50AD-CF030CC09584}"/>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9">
              <a:extLst>
                <a:ext uri="{FF2B5EF4-FFF2-40B4-BE49-F238E27FC236}">
                  <a16:creationId xmlns:a16="http://schemas.microsoft.com/office/drawing/2014/main" id="{8A942B29-C207-9BA9-8E84-36B2C8B18EED}"/>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0">
              <a:extLst>
                <a:ext uri="{FF2B5EF4-FFF2-40B4-BE49-F238E27FC236}">
                  <a16:creationId xmlns:a16="http://schemas.microsoft.com/office/drawing/2014/main" id="{68EEAF86-63B8-1145-66A2-4911E94607F2}"/>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61">
              <a:extLst>
                <a:ext uri="{FF2B5EF4-FFF2-40B4-BE49-F238E27FC236}">
                  <a16:creationId xmlns:a16="http://schemas.microsoft.com/office/drawing/2014/main" id="{CDECF0DC-4E25-8CBB-3539-3D9F912C51E4}"/>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62">
              <a:extLst>
                <a:ext uri="{FF2B5EF4-FFF2-40B4-BE49-F238E27FC236}">
                  <a16:creationId xmlns:a16="http://schemas.microsoft.com/office/drawing/2014/main" id="{0F0765E4-D5C0-4A41-C024-512CB8D3C79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3">
              <a:extLst>
                <a:ext uri="{FF2B5EF4-FFF2-40B4-BE49-F238E27FC236}">
                  <a16:creationId xmlns:a16="http://schemas.microsoft.com/office/drawing/2014/main" id="{A4C6FF4D-7AFA-DB69-D255-9ACE8EA7487C}"/>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4">
              <a:extLst>
                <a:ext uri="{FF2B5EF4-FFF2-40B4-BE49-F238E27FC236}">
                  <a16:creationId xmlns:a16="http://schemas.microsoft.com/office/drawing/2014/main" id="{2EC2242C-A718-622A-0B00-F5326C118AC7}"/>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5">
              <a:extLst>
                <a:ext uri="{FF2B5EF4-FFF2-40B4-BE49-F238E27FC236}">
                  <a16:creationId xmlns:a16="http://schemas.microsoft.com/office/drawing/2014/main" id="{7F3B4C42-CB0D-1125-4CA1-4B1027CAE869}"/>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6">
              <a:extLst>
                <a:ext uri="{FF2B5EF4-FFF2-40B4-BE49-F238E27FC236}">
                  <a16:creationId xmlns:a16="http://schemas.microsoft.com/office/drawing/2014/main" id="{F7F4DC60-259A-C3B4-EE6C-99784DCFDE9A}"/>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67">
              <a:extLst>
                <a:ext uri="{FF2B5EF4-FFF2-40B4-BE49-F238E27FC236}">
                  <a16:creationId xmlns:a16="http://schemas.microsoft.com/office/drawing/2014/main" id="{6391169C-1DF9-5163-9D7D-6176AFCECCD1}"/>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68">
              <a:extLst>
                <a:ext uri="{FF2B5EF4-FFF2-40B4-BE49-F238E27FC236}">
                  <a16:creationId xmlns:a16="http://schemas.microsoft.com/office/drawing/2014/main" id="{7C562FE4-DF21-C63D-4174-0AD5A53AFCF6}"/>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69">
              <a:extLst>
                <a:ext uri="{FF2B5EF4-FFF2-40B4-BE49-F238E27FC236}">
                  <a16:creationId xmlns:a16="http://schemas.microsoft.com/office/drawing/2014/main" id="{3BCA295E-9DA8-A14F-CB7D-7D7BDF200DF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70">
              <a:extLst>
                <a:ext uri="{FF2B5EF4-FFF2-40B4-BE49-F238E27FC236}">
                  <a16:creationId xmlns:a16="http://schemas.microsoft.com/office/drawing/2014/main" id="{9EF4F1DC-9BEC-4D0D-0835-3EC4C7B1992F}"/>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71">
              <a:extLst>
                <a:ext uri="{FF2B5EF4-FFF2-40B4-BE49-F238E27FC236}">
                  <a16:creationId xmlns:a16="http://schemas.microsoft.com/office/drawing/2014/main" id="{7E1E0BAB-066B-D5F8-E005-732898163E77}"/>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2">
              <a:extLst>
                <a:ext uri="{FF2B5EF4-FFF2-40B4-BE49-F238E27FC236}">
                  <a16:creationId xmlns:a16="http://schemas.microsoft.com/office/drawing/2014/main" id="{DFE2538D-BD7A-4DA8-52DA-3227AF08AED2}"/>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3">
              <a:extLst>
                <a:ext uri="{FF2B5EF4-FFF2-40B4-BE49-F238E27FC236}">
                  <a16:creationId xmlns:a16="http://schemas.microsoft.com/office/drawing/2014/main" id="{5FCEEE38-59CB-F4CB-3B81-9C4576CD1647}"/>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74">
              <a:extLst>
                <a:ext uri="{FF2B5EF4-FFF2-40B4-BE49-F238E27FC236}">
                  <a16:creationId xmlns:a16="http://schemas.microsoft.com/office/drawing/2014/main" id="{0EAA6B0C-CF6A-D566-089E-C18485B299A6}"/>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5">
              <a:extLst>
                <a:ext uri="{FF2B5EF4-FFF2-40B4-BE49-F238E27FC236}">
                  <a16:creationId xmlns:a16="http://schemas.microsoft.com/office/drawing/2014/main" id="{1945A657-FC0B-74D9-B67D-D01A53191C8E}"/>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6">
              <a:extLst>
                <a:ext uri="{FF2B5EF4-FFF2-40B4-BE49-F238E27FC236}">
                  <a16:creationId xmlns:a16="http://schemas.microsoft.com/office/drawing/2014/main" id="{EDE7484E-71BE-E655-F90F-2B1F52E92380}"/>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7">
              <a:extLst>
                <a:ext uri="{FF2B5EF4-FFF2-40B4-BE49-F238E27FC236}">
                  <a16:creationId xmlns:a16="http://schemas.microsoft.com/office/drawing/2014/main" id="{FCED45F0-FDC5-A6C4-5FD2-657716281286}"/>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78">
              <a:extLst>
                <a:ext uri="{FF2B5EF4-FFF2-40B4-BE49-F238E27FC236}">
                  <a16:creationId xmlns:a16="http://schemas.microsoft.com/office/drawing/2014/main" id="{2AD5E657-13E5-6B32-C8C5-9B215715B511}"/>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79">
              <a:extLst>
                <a:ext uri="{FF2B5EF4-FFF2-40B4-BE49-F238E27FC236}">
                  <a16:creationId xmlns:a16="http://schemas.microsoft.com/office/drawing/2014/main" id="{3CF1D5E4-86E3-3C0E-A979-6B09D41DE2D7}"/>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0">
              <a:extLst>
                <a:ext uri="{FF2B5EF4-FFF2-40B4-BE49-F238E27FC236}">
                  <a16:creationId xmlns:a16="http://schemas.microsoft.com/office/drawing/2014/main" id="{35EFE97E-59A5-FA8C-EC6C-D65789F0287B}"/>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81">
              <a:extLst>
                <a:ext uri="{FF2B5EF4-FFF2-40B4-BE49-F238E27FC236}">
                  <a16:creationId xmlns:a16="http://schemas.microsoft.com/office/drawing/2014/main" id="{9E7D04DE-C537-5965-49DF-1112A79BF9C6}"/>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82">
              <a:extLst>
                <a:ext uri="{FF2B5EF4-FFF2-40B4-BE49-F238E27FC236}">
                  <a16:creationId xmlns:a16="http://schemas.microsoft.com/office/drawing/2014/main" id="{7BB262A2-3403-C599-AB3C-0F440E8C64ED}"/>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3">
              <a:extLst>
                <a:ext uri="{FF2B5EF4-FFF2-40B4-BE49-F238E27FC236}">
                  <a16:creationId xmlns:a16="http://schemas.microsoft.com/office/drawing/2014/main" id="{C7C3E5C4-EBDF-157A-2CFA-A19BA31FC31D}"/>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4">
              <a:extLst>
                <a:ext uri="{FF2B5EF4-FFF2-40B4-BE49-F238E27FC236}">
                  <a16:creationId xmlns:a16="http://schemas.microsoft.com/office/drawing/2014/main" id="{7679AA70-A0BF-AD0D-A122-ED91581E0C74}"/>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5">
              <a:extLst>
                <a:ext uri="{FF2B5EF4-FFF2-40B4-BE49-F238E27FC236}">
                  <a16:creationId xmlns:a16="http://schemas.microsoft.com/office/drawing/2014/main" id="{12C24FCF-EC52-6551-B833-1EA774434CE6}"/>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6">
              <a:extLst>
                <a:ext uri="{FF2B5EF4-FFF2-40B4-BE49-F238E27FC236}">
                  <a16:creationId xmlns:a16="http://schemas.microsoft.com/office/drawing/2014/main" id="{A1C7FE80-CFC6-009C-0F32-970B9596B200}"/>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7">
              <a:extLst>
                <a:ext uri="{FF2B5EF4-FFF2-40B4-BE49-F238E27FC236}">
                  <a16:creationId xmlns:a16="http://schemas.microsoft.com/office/drawing/2014/main" id="{0FA24964-C7EB-0E0B-35A7-66DEC09955CB}"/>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88">
              <a:extLst>
                <a:ext uri="{FF2B5EF4-FFF2-40B4-BE49-F238E27FC236}">
                  <a16:creationId xmlns:a16="http://schemas.microsoft.com/office/drawing/2014/main" id="{06CA6BFE-D590-FDD6-39BB-C26E1AA97156}"/>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89">
              <a:extLst>
                <a:ext uri="{FF2B5EF4-FFF2-40B4-BE49-F238E27FC236}">
                  <a16:creationId xmlns:a16="http://schemas.microsoft.com/office/drawing/2014/main" id="{D1A8C691-C534-01A6-26FD-C4DB1F03CA58}"/>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0">
              <a:extLst>
                <a:ext uri="{FF2B5EF4-FFF2-40B4-BE49-F238E27FC236}">
                  <a16:creationId xmlns:a16="http://schemas.microsoft.com/office/drawing/2014/main" id="{7A332DAD-AF39-F174-6B58-532B439E8D6E}"/>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91">
              <a:extLst>
                <a:ext uri="{FF2B5EF4-FFF2-40B4-BE49-F238E27FC236}">
                  <a16:creationId xmlns:a16="http://schemas.microsoft.com/office/drawing/2014/main" id="{3912BA62-28CA-3F20-6CC9-3AD4B77863AD}"/>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92">
              <a:extLst>
                <a:ext uri="{FF2B5EF4-FFF2-40B4-BE49-F238E27FC236}">
                  <a16:creationId xmlns:a16="http://schemas.microsoft.com/office/drawing/2014/main" id="{35F12E26-4CBD-4B97-3745-9F5C852A6472}"/>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3">
              <a:extLst>
                <a:ext uri="{FF2B5EF4-FFF2-40B4-BE49-F238E27FC236}">
                  <a16:creationId xmlns:a16="http://schemas.microsoft.com/office/drawing/2014/main" id="{F8C9AE46-3423-C263-385F-8C6441579691}"/>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4">
              <a:extLst>
                <a:ext uri="{FF2B5EF4-FFF2-40B4-BE49-F238E27FC236}">
                  <a16:creationId xmlns:a16="http://schemas.microsoft.com/office/drawing/2014/main" id="{39106C66-155B-2038-600E-EFA8AEB8564C}"/>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5">
              <a:extLst>
                <a:ext uri="{FF2B5EF4-FFF2-40B4-BE49-F238E27FC236}">
                  <a16:creationId xmlns:a16="http://schemas.microsoft.com/office/drawing/2014/main" id="{45870F6D-23F2-DE5C-F315-6D048B6472E4}"/>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6">
              <a:extLst>
                <a:ext uri="{FF2B5EF4-FFF2-40B4-BE49-F238E27FC236}">
                  <a16:creationId xmlns:a16="http://schemas.microsoft.com/office/drawing/2014/main" id="{861B7163-27E5-E009-4235-49C01452C255}"/>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7">
              <a:extLst>
                <a:ext uri="{FF2B5EF4-FFF2-40B4-BE49-F238E27FC236}">
                  <a16:creationId xmlns:a16="http://schemas.microsoft.com/office/drawing/2014/main" id="{B188F07E-7C17-078B-945C-2E5BE1D4FF63}"/>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98">
              <a:extLst>
                <a:ext uri="{FF2B5EF4-FFF2-40B4-BE49-F238E27FC236}">
                  <a16:creationId xmlns:a16="http://schemas.microsoft.com/office/drawing/2014/main" id="{6BA68BBF-BAEB-3B5A-8F25-A4DD051C3FE3}"/>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99">
              <a:extLst>
                <a:ext uri="{FF2B5EF4-FFF2-40B4-BE49-F238E27FC236}">
                  <a16:creationId xmlns:a16="http://schemas.microsoft.com/office/drawing/2014/main" id="{73E6A79C-709B-6DD5-AFEC-1945B3D9CC89}"/>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0">
              <a:extLst>
                <a:ext uri="{FF2B5EF4-FFF2-40B4-BE49-F238E27FC236}">
                  <a16:creationId xmlns:a16="http://schemas.microsoft.com/office/drawing/2014/main" id="{5566F6C1-16C7-ABAB-1A89-5E6C4BBAA407}"/>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01">
              <a:extLst>
                <a:ext uri="{FF2B5EF4-FFF2-40B4-BE49-F238E27FC236}">
                  <a16:creationId xmlns:a16="http://schemas.microsoft.com/office/drawing/2014/main" id="{E03DFF76-6327-8F51-7218-D935421BE6C6}"/>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02">
              <a:extLst>
                <a:ext uri="{FF2B5EF4-FFF2-40B4-BE49-F238E27FC236}">
                  <a16:creationId xmlns:a16="http://schemas.microsoft.com/office/drawing/2014/main" id="{2AEE1B12-4B92-8F55-D1F7-670402922229}"/>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3">
              <a:extLst>
                <a:ext uri="{FF2B5EF4-FFF2-40B4-BE49-F238E27FC236}">
                  <a16:creationId xmlns:a16="http://schemas.microsoft.com/office/drawing/2014/main" id="{FE28EF05-0792-A351-8C34-9A0C0A788EA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4">
              <a:extLst>
                <a:ext uri="{FF2B5EF4-FFF2-40B4-BE49-F238E27FC236}">
                  <a16:creationId xmlns:a16="http://schemas.microsoft.com/office/drawing/2014/main" id="{A3B7176A-891F-F07D-762C-97A5C6866A4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5">
              <a:extLst>
                <a:ext uri="{FF2B5EF4-FFF2-40B4-BE49-F238E27FC236}">
                  <a16:creationId xmlns:a16="http://schemas.microsoft.com/office/drawing/2014/main" id="{056B32E8-C539-D952-9F39-C27FB99C207D}"/>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6">
              <a:extLst>
                <a:ext uri="{FF2B5EF4-FFF2-40B4-BE49-F238E27FC236}">
                  <a16:creationId xmlns:a16="http://schemas.microsoft.com/office/drawing/2014/main" id="{FFE6DF95-E464-2E9D-EB89-787B7F767F91}"/>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7">
              <a:extLst>
                <a:ext uri="{FF2B5EF4-FFF2-40B4-BE49-F238E27FC236}">
                  <a16:creationId xmlns:a16="http://schemas.microsoft.com/office/drawing/2014/main" id="{0B6877F5-F9F4-3FCA-4B95-A5D75A788197}"/>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08">
              <a:extLst>
                <a:ext uri="{FF2B5EF4-FFF2-40B4-BE49-F238E27FC236}">
                  <a16:creationId xmlns:a16="http://schemas.microsoft.com/office/drawing/2014/main" id="{855631CB-10EB-B73C-BBDA-5B721666DCF6}"/>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09">
              <a:extLst>
                <a:ext uri="{FF2B5EF4-FFF2-40B4-BE49-F238E27FC236}">
                  <a16:creationId xmlns:a16="http://schemas.microsoft.com/office/drawing/2014/main" id="{A65A1E8D-BE3A-251F-DFCB-EFAAD7A04F06}"/>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10">
              <a:extLst>
                <a:ext uri="{FF2B5EF4-FFF2-40B4-BE49-F238E27FC236}">
                  <a16:creationId xmlns:a16="http://schemas.microsoft.com/office/drawing/2014/main" id="{1F48AC10-A92D-691D-46CC-BC5D01EFC2C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11">
              <a:extLst>
                <a:ext uri="{FF2B5EF4-FFF2-40B4-BE49-F238E27FC236}">
                  <a16:creationId xmlns:a16="http://schemas.microsoft.com/office/drawing/2014/main" id="{BE9F292C-9F44-8F7B-9189-6F9D83B701A3}"/>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12">
              <a:extLst>
                <a:ext uri="{FF2B5EF4-FFF2-40B4-BE49-F238E27FC236}">
                  <a16:creationId xmlns:a16="http://schemas.microsoft.com/office/drawing/2014/main" id="{E3CEF48E-2551-5901-450B-41911CFE83E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813">
              <a:extLst>
                <a:ext uri="{FF2B5EF4-FFF2-40B4-BE49-F238E27FC236}">
                  <a16:creationId xmlns:a16="http://schemas.microsoft.com/office/drawing/2014/main" id="{AF069C31-B780-934D-6AF2-35D7D11442E2}"/>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814">
              <a:extLst>
                <a:ext uri="{FF2B5EF4-FFF2-40B4-BE49-F238E27FC236}">
                  <a16:creationId xmlns:a16="http://schemas.microsoft.com/office/drawing/2014/main" id="{CDA38299-69CB-22CB-F64F-E0D6C52DA05E}"/>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82" name="Red text">
            <a:extLst>
              <a:ext uri="{FF2B5EF4-FFF2-40B4-BE49-F238E27FC236}">
                <a16:creationId xmlns:a16="http://schemas.microsoft.com/office/drawing/2014/main" id="{48F8C629-5198-99E0-8A7F-F31816F4E53E}"/>
              </a:ext>
            </a:extLst>
          </p:cNvPr>
          <p:cNvSpPr txBox="1"/>
          <p:nvPr/>
        </p:nvSpPr>
        <p:spPr>
          <a:xfrm>
            <a:off x="7840249" y="2281091"/>
            <a:ext cx="3664868"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The brain</a:t>
            </a:r>
          </a:p>
        </p:txBody>
      </p:sp>
      <p:grpSp>
        <p:nvGrpSpPr>
          <p:cNvPr id="183" name="Arrow">
            <a:extLst>
              <a:ext uri="{FF2B5EF4-FFF2-40B4-BE49-F238E27FC236}">
                <a16:creationId xmlns:a16="http://schemas.microsoft.com/office/drawing/2014/main" id="{65BC76C5-74D0-3DDA-67BE-DC74B94D1EE3}"/>
              </a:ext>
            </a:extLst>
          </p:cNvPr>
          <p:cNvGrpSpPr>
            <a:grpSpLocks noChangeAspect="1"/>
          </p:cNvGrpSpPr>
          <p:nvPr/>
        </p:nvGrpSpPr>
        <p:grpSpPr bwMode="auto">
          <a:xfrm rot="17054587" flipV="1">
            <a:off x="6816856" y="2865172"/>
            <a:ext cx="904172" cy="943180"/>
            <a:chOff x="1328" y="0"/>
            <a:chExt cx="3106" cy="3240"/>
          </a:xfrm>
          <a:solidFill>
            <a:srgbClr val="C00000"/>
          </a:solidFill>
        </p:grpSpPr>
        <p:sp>
          <p:nvSpPr>
            <p:cNvPr id="184" name="Freeform 716">
              <a:extLst>
                <a:ext uri="{FF2B5EF4-FFF2-40B4-BE49-F238E27FC236}">
                  <a16:creationId xmlns:a16="http://schemas.microsoft.com/office/drawing/2014/main" id="{4369C7DC-EA23-2892-E2F7-C90978E52B86}"/>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17">
              <a:extLst>
                <a:ext uri="{FF2B5EF4-FFF2-40B4-BE49-F238E27FC236}">
                  <a16:creationId xmlns:a16="http://schemas.microsoft.com/office/drawing/2014/main" id="{59FBA502-9554-57BA-F65F-3F072AA8BC5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18">
              <a:extLst>
                <a:ext uri="{FF2B5EF4-FFF2-40B4-BE49-F238E27FC236}">
                  <a16:creationId xmlns:a16="http://schemas.microsoft.com/office/drawing/2014/main" id="{FDE5C7E2-E206-2121-146B-AB03E4786B96}"/>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19">
              <a:extLst>
                <a:ext uri="{FF2B5EF4-FFF2-40B4-BE49-F238E27FC236}">
                  <a16:creationId xmlns:a16="http://schemas.microsoft.com/office/drawing/2014/main" id="{CF647F33-5A7A-406A-4D1E-9D9E1EF09C8A}"/>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20">
              <a:extLst>
                <a:ext uri="{FF2B5EF4-FFF2-40B4-BE49-F238E27FC236}">
                  <a16:creationId xmlns:a16="http://schemas.microsoft.com/office/drawing/2014/main" id="{16468D67-CEAA-7297-527E-8F9ADCF0CB15}"/>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21">
              <a:extLst>
                <a:ext uri="{FF2B5EF4-FFF2-40B4-BE49-F238E27FC236}">
                  <a16:creationId xmlns:a16="http://schemas.microsoft.com/office/drawing/2014/main" id="{D2D08468-C039-BEED-63A4-44ED6701A761}"/>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22">
              <a:extLst>
                <a:ext uri="{FF2B5EF4-FFF2-40B4-BE49-F238E27FC236}">
                  <a16:creationId xmlns:a16="http://schemas.microsoft.com/office/drawing/2014/main" id="{C8E1FA22-86CB-0FDE-CBA5-0FDDD4D9F4ED}"/>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23">
              <a:extLst>
                <a:ext uri="{FF2B5EF4-FFF2-40B4-BE49-F238E27FC236}">
                  <a16:creationId xmlns:a16="http://schemas.microsoft.com/office/drawing/2014/main" id="{A473DA85-8454-A996-B3E6-E85A5DC40DD0}"/>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6" name="Freeform 724">
              <a:extLst>
                <a:ext uri="{FF2B5EF4-FFF2-40B4-BE49-F238E27FC236}">
                  <a16:creationId xmlns:a16="http://schemas.microsoft.com/office/drawing/2014/main" id="{B926C9A0-22ED-FF54-CC34-928D261C8F5F}"/>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7" name="Freeform 725">
              <a:extLst>
                <a:ext uri="{FF2B5EF4-FFF2-40B4-BE49-F238E27FC236}">
                  <a16:creationId xmlns:a16="http://schemas.microsoft.com/office/drawing/2014/main" id="{FCED635C-270C-404A-DD3D-100E49510E25}"/>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8" name="Freeform 726">
              <a:extLst>
                <a:ext uri="{FF2B5EF4-FFF2-40B4-BE49-F238E27FC236}">
                  <a16:creationId xmlns:a16="http://schemas.microsoft.com/office/drawing/2014/main" id="{CF759AB8-36F2-AC23-3C79-BBA94D3C67F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9" name="Freeform 727">
              <a:extLst>
                <a:ext uri="{FF2B5EF4-FFF2-40B4-BE49-F238E27FC236}">
                  <a16:creationId xmlns:a16="http://schemas.microsoft.com/office/drawing/2014/main" id="{DABD641E-76A8-D0AD-C0A2-A4088356CF5C}"/>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0" name="Freeform 728">
              <a:extLst>
                <a:ext uri="{FF2B5EF4-FFF2-40B4-BE49-F238E27FC236}">
                  <a16:creationId xmlns:a16="http://schemas.microsoft.com/office/drawing/2014/main" id="{98DDD53D-99AA-949B-B352-2C0E84819C00}"/>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1" name="Freeform 729">
              <a:extLst>
                <a:ext uri="{FF2B5EF4-FFF2-40B4-BE49-F238E27FC236}">
                  <a16:creationId xmlns:a16="http://schemas.microsoft.com/office/drawing/2014/main" id="{C748E473-BBC0-147F-DAA3-C1C217321639}"/>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2" name="Freeform 730">
              <a:extLst>
                <a:ext uri="{FF2B5EF4-FFF2-40B4-BE49-F238E27FC236}">
                  <a16:creationId xmlns:a16="http://schemas.microsoft.com/office/drawing/2014/main" id="{6802FF6D-017A-6F4C-4597-C724C88DF5F5}"/>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3" name="Freeform 731">
              <a:extLst>
                <a:ext uri="{FF2B5EF4-FFF2-40B4-BE49-F238E27FC236}">
                  <a16:creationId xmlns:a16="http://schemas.microsoft.com/office/drawing/2014/main" id="{2092FF7F-6BFB-5CB1-892E-45C39620868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4" name="Freeform 732">
              <a:extLst>
                <a:ext uri="{FF2B5EF4-FFF2-40B4-BE49-F238E27FC236}">
                  <a16:creationId xmlns:a16="http://schemas.microsoft.com/office/drawing/2014/main" id="{6618F910-119A-61E2-C906-13E65A3BD49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5" name="Freeform 733">
              <a:extLst>
                <a:ext uri="{FF2B5EF4-FFF2-40B4-BE49-F238E27FC236}">
                  <a16:creationId xmlns:a16="http://schemas.microsoft.com/office/drawing/2014/main" id="{C7E9E079-595B-0937-D5A7-07578C74586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6" name="Freeform 734">
              <a:extLst>
                <a:ext uri="{FF2B5EF4-FFF2-40B4-BE49-F238E27FC236}">
                  <a16:creationId xmlns:a16="http://schemas.microsoft.com/office/drawing/2014/main" id="{0EF5C48A-88C6-0C49-B44A-205ED479FB9F}"/>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7" name="Freeform 735">
              <a:extLst>
                <a:ext uri="{FF2B5EF4-FFF2-40B4-BE49-F238E27FC236}">
                  <a16:creationId xmlns:a16="http://schemas.microsoft.com/office/drawing/2014/main" id="{6CE74EF1-BF78-FBA8-7631-1D883DAB5E4F}"/>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8" name="Freeform 736">
              <a:extLst>
                <a:ext uri="{FF2B5EF4-FFF2-40B4-BE49-F238E27FC236}">
                  <a16:creationId xmlns:a16="http://schemas.microsoft.com/office/drawing/2014/main" id="{DEC0CA80-F3B3-1F79-8418-BB5B14BE7543}"/>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9" name="Freeform 737">
              <a:extLst>
                <a:ext uri="{FF2B5EF4-FFF2-40B4-BE49-F238E27FC236}">
                  <a16:creationId xmlns:a16="http://schemas.microsoft.com/office/drawing/2014/main" id="{800C6C8F-55CD-2BDC-81AA-62AB98AC19B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0" name="Freeform 738">
              <a:extLst>
                <a:ext uri="{FF2B5EF4-FFF2-40B4-BE49-F238E27FC236}">
                  <a16:creationId xmlns:a16="http://schemas.microsoft.com/office/drawing/2014/main" id="{36428AFE-3376-E0D4-D281-466457DBEB49}"/>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1" name="Freeform 739">
              <a:extLst>
                <a:ext uri="{FF2B5EF4-FFF2-40B4-BE49-F238E27FC236}">
                  <a16:creationId xmlns:a16="http://schemas.microsoft.com/office/drawing/2014/main" id="{AEE705BD-5DE3-161D-860D-2EC56AE1C4B5}"/>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2" name="Freeform 740">
              <a:extLst>
                <a:ext uri="{FF2B5EF4-FFF2-40B4-BE49-F238E27FC236}">
                  <a16:creationId xmlns:a16="http://schemas.microsoft.com/office/drawing/2014/main" id="{03ECE2DD-26EC-CD94-DF2B-0FA5F63DF2F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3" name="Freeform 741">
              <a:extLst>
                <a:ext uri="{FF2B5EF4-FFF2-40B4-BE49-F238E27FC236}">
                  <a16:creationId xmlns:a16="http://schemas.microsoft.com/office/drawing/2014/main" id="{14FFC821-8746-7241-A896-D5B2E7FCBDF8}"/>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4" name="Freeform 742">
              <a:extLst>
                <a:ext uri="{FF2B5EF4-FFF2-40B4-BE49-F238E27FC236}">
                  <a16:creationId xmlns:a16="http://schemas.microsoft.com/office/drawing/2014/main" id="{4C833E3D-6703-7AA5-CCC7-83EAB7666264}"/>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5" name="Freeform 743">
              <a:extLst>
                <a:ext uri="{FF2B5EF4-FFF2-40B4-BE49-F238E27FC236}">
                  <a16:creationId xmlns:a16="http://schemas.microsoft.com/office/drawing/2014/main" id="{3F4B4069-9E47-4188-00A7-5422D8986FFC}"/>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6" name="Freeform 744">
              <a:extLst>
                <a:ext uri="{FF2B5EF4-FFF2-40B4-BE49-F238E27FC236}">
                  <a16:creationId xmlns:a16="http://schemas.microsoft.com/office/drawing/2014/main" id="{BEFA4F94-F03F-ADE1-8F99-722E5E786A80}"/>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7" name="Freeform 745">
              <a:extLst>
                <a:ext uri="{FF2B5EF4-FFF2-40B4-BE49-F238E27FC236}">
                  <a16:creationId xmlns:a16="http://schemas.microsoft.com/office/drawing/2014/main" id="{847C11C4-5171-94B9-D385-2FD1993645E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8" name="Freeform 746">
              <a:extLst>
                <a:ext uri="{FF2B5EF4-FFF2-40B4-BE49-F238E27FC236}">
                  <a16:creationId xmlns:a16="http://schemas.microsoft.com/office/drawing/2014/main" id="{3B044DC2-0738-A571-7C42-DB525DA59A2A}"/>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9" name="Freeform 747">
              <a:extLst>
                <a:ext uri="{FF2B5EF4-FFF2-40B4-BE49-F238E27FC236}">
                  <a16:creationId xmlns:a16="http://schemas.microsoft.com/office/drawing/2014/main" id="{2AD92D05-52EB-4F19-58DF-68DDD3CE473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0" name="Freeform 748">
              <a:extLst>
                <a:ext uri="{FF2B5EF4-FFF2-40B4-BE49-F238E27FC236}">
                  <a16:creationId xmlns:a16="http://schemas.microsoft.com/office/drawing/2014/main" id="{B4F5C9EE-3C59-183F-901E-9BE80D84AA52}"/>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1" name="Freeform 749">
              <a:extLst>
                <a:ext uri="{FF2B5EF4-FFF2-40B4-BE49-F238E27FC236}">
                  <a16:creationId xmlns:a16="http://schemas.microsoft.com/office/drawing/2014/main" id="{E9A50E49-BFC9-9196-6814-FAEABF4416A4}"/>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2" name="Freeform 750">
              <a:extLst>
                <a:ext uri="{FF2B5EF4-FFF2-40B4-BE49-F238E27FC236}">
                  <a16:creationId xmlns:a16="http://schemas.microsoft.com/office/drawing/2014/main" id="{21FB021D-7ADA-C307-B532-1664755B5025}"/>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3" name="Freeform 751">
              <a:extLst>
                <a:ext uri="{FF2B5EF4-FFF2-40B4-BE49-F238E27FC236}">
                  <a16:creationId xmlns:a16="http://schemas.microsoft.com/office/drawing/2014/main" id="{49B161AC-BC54-D200-D259-86B8FFAD022B}"/>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4" name="Freeform 752">
              <a:extLst>
                <a:ext uri="{FF2B5EF4-FFF2-40B4-BE49-F238E27FC236}">
                  <a16:creationId xmlns:a16="http://schemas.microsoft.com/office/drawing/2014/main" id="{172B4A6C-2F6B-8863-4CFF-774B7FA4071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5" name="Freeform 753">
              <a:extLst>
                <a:ext uri="{FF2B5EF4-FFF2-40B4-BE49-F238E27FC236}">
                  <a16:creationId xmlns:a16="http://schemas.microsoft.com/office/drawing/2014/main" id="{3DD34082-0923-E1CF-C436-F51A2CAE1399}"/>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6" name="Freeform 754">
              <a:extLst>
                <a:ext uri="{FF2B5EF4-FFF2-40B4-BE49-F238E27FC236}">
                  <a16:creationId xmlns:a16="http://schemas.microsoft.com/office/drawing/2014/main" id="{C71143CA-FF79-E5B2-ED3D-5EC5BE9CD7AF}"/>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7" name="Freeform 755">
              <a:extLst>
                <a:ext uri="{FF2B5EF4-FFF2-40B4-BE49-F238E27FC236}">
                  <a16:creationId xmlns:a16="http://schemas.microsoft.com/office/drawing/2014/main" id="{DE34D6F5-AFC3-CB37-3A40-C5D8D955B070}"/>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8" name="Freeform 756">
              <a:extLst>
                <a:ext uri="{FF2B5EF4-FFF2-40B4-BE49-F238E27FC236}">
                  <a16:creationId xmlns:a16="http://schemas.microsoft.com/office/drawing/2014/main" id="{0614B26A-B012-8F60-5B85-75EBA3B45579}"/>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9" name="Freeform 757">
              <a:extLst>
                <a:ext uri="{FF2B5EF4-FFF2-40B4-BE49-F238E27FC236}">
                  <a16:creationId xmlns:a16="http://schemas.microsoft.com/office/drawing/2014/main" id="{EFBC5000-3838-4188-098A-B6E18395AF0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0" name="Freeform 758">
              <a:extLst>
                <a:ext uri="{FF2B5EF4-FFF2-40B4-BE49-F238E27FC236}">
                  <a16:creationId xmlns:a16="http://schemas.microsoft.com/office/drawing/2014/main" id="{27216596-E23D-E67B-7A42-6E76DD7051B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1" name="Freeform 759">
              <a:extLst>
                <a:ext uri="{FF2B5EF4-FFF2-40B4-BE49-F238E27FC236}">
                  <a16:creationId xmlns:a16="http://schemas.microsoft.com/office/drawing/2014/main" id="{4586D72D-5CC7-5DDB-0B6F-C8FA4976212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2" name="Freeform 760">
              <a:extLst>
                <a:ext uri="{FF2B5EF4-FFF2-40B4-BE49-F238E27FC236}">
                  <a16:creationId xmlns:a16="http://schemas.microsoft.com/office/drawing/2014/main" id="{A9A43BFA-5681-200F-B803-7EBB996F263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4" name="Freeform 761">
              <a:extLst>
                <a:ext uri="{FF2B5EF4-FFF2-40B4-BE49-F238E27FC236}">
                  <a16:creationId xmlns:a16="http://schemas.microsoft.com/office/drawing/2014/main" id="{35ED49ED-26CF-5D86-7F0F-F64B43E16851}"/>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5" name="Freeform 762">
              <a:extLst>
                <a:ext uri="{FF2B5EF4-FFF2-40B4-BE49-F238E27FC236}">
                  <a16:creationId xmlns:a16="http://schemas.microsoft.com/office/drawing/2014/main" id="{FD3F3FAC-DC8F-442A-5DAA-D86BEC3C5D61}"/>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6" name="Freeform 763">
              <a:extLst>
                <a:ext uri="{FF2B5EF4-FFF2-40B4-BE49-F238E27FC236}">
                  <a16:creationId xmlns:a16="http://schemas.microsoft.com/office/drawing/2014/main" id="{801FEF65-8BAD-817A-5789-163B43F10180}"/>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7" name="Freeform 764">
              <a:extLst>
                <a:ext uri="{FF2B5EF4-FFF2-40B4-BE49-F238E27FC236}">
                  <a16:creationId xmlns:a16="http://schemas.microsoft.com/office/drawing/2014/main" id="{54FC42B4-8B7E-01DD-E795-99F809782730}"/>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8" name="Freeform 765">
              <a:extLst>
                <a:ext uri="{FF2B5EF4-FFF2-40B4-BE49-F238E27FC236}">
                  <a16:creationId xmlns:a16="http://schemas.microsoft.com/office/drawing/2014/main" id="{BC084798-EDF8-D0C0-3F0D-F87BC3962A0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9" name="Freeform 766">
              <a:extLst>
                <a:ext uri="{FF2B5EF4-FFF2-40B4-BE49-F238E27FC236}">
                  <a16:creationId xmlns:a16="http://schemas.microsoft.com/office/drawing/2014/main" id="{597322A2-4556-1D79-7A51-9C7212852661}"/>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0" name="Freeform 767">
              <a:extLst>
                <a:ext uri="{FF2B5EF4-FFF2-40B4-BE49-F238E27FC236}">
                  <a16:creationId xmlns:a16="http://schemas.microsoft.com/office/drawing/2014/main" id="{CD209328-E80E-5DE5-DE89-C635CB87B509}"/>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1" name="Freeform 768">
              <a:extLst>
                <a:ext uri="{FF2B5EF4-FFF2-40B4-BE49-F238E27FC236}">
                  <a16:creationId xmlns:a16="http://schemas.microsoft.com/office/drawing/2014/main" id="{C4441586-818E-6597-8256-275F4BD0206D}"/>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2" name="Freeform 769">
              <a:extLst>
                <a:ext uri="{FF2B5EF4-FFF2-40B4-BE49-F238E27FC236}">
                  <a16:creationId xmlns:a16="http://schemas.microsoft.com/office/drawing/2014/main" id="{FC208804-7C63-B110-CDB3-55A3CFC42A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3" name="Freeform 770">
              <a:extLst>
                <a:ext uri="{FF2B5EF4-FFF2-40B4-BE49-F238E27FC236}">
                  <a16:creationId xmlns:a16="http://schemas.microsoft.com/office/drawing/2014/main" id="{9BDA168E-D867-8BC3-E7E0-20C1B3605B75}"/>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4" name="Freeform 771">
              <a:extLst>
                <a:ext uri="{FF2B5EF4-FFF2-40B4-BE49-F238E27FC236}">
                  <a16:creationId xmlns:a16="http://schemas.microsoft.com/office/drawing/2014/main" id="{D9DB4279-AD18-1B2A-E1B1-4ECA98FF0DA4}"/>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5" name="Freeform 772">
              <a:extLst>
                <a:ext uri="{FF2B5EF4-FFF2-40B4-BE49-F238E27FC236}">
                  <a16:creationId xmlns:a16="http://schemas.microsoft.com/office/drawing/2014/main" id="{6C58C651-38F2-F7B7-A221-4C46F632440C}"/>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6" name="Freeform 773">
              <a:extLst>
                <a:ext uri="{FF2B5EF4-FFF2-40B4-BE49-F238E27FC236}">
                  <a16:creationId xmlns:a16="http://schemas.microsoft.com/office/drawing/2014/main" id="{B8D47476-F251-3173-81D2-1C05FF186EF0}"/>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7" name="Freeform 774">
              <a:extLst>
                <a:ext uri="{FF2B5EF4-FFF2-40B4-BE49-F238E27FC236}">
                  <a16:creationId xmlns:a16="http://schemas.microsoft.com/office/drawing/2014/main" id="{145A7A87-CDE3-BA80-CB83-AB45B90A1FEA}"/>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8" name="Freeform 775">
              <a:extLst>
                <a:ext uri="{FF2B5EF4-FFF2-40B4-BE49-F238E27FC236}">
                  <a16:creationId xmlns:a16="http://schemas.microsoft.com/office/drawing/2014/main" id="{2D43108A-CBD4-229F-57F9-DCC1EB7959BF}"/>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9" name="Freeform 776">
              <a:extLst>
                <a:ext uri="{FF2B5EF4-FFF2-40B4-BE49-F238E27FC236}">
                  <a16:creationId xmlns:a16="http://schemas.microsoft.com/office/drawing/2014/main" id="{D378E3B6-C147-E93A-F3A2-25E93FB388A0}"/>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0" name="Freeform 777">
              <a:extLst>
                <a:ext uri="{FF2B5EF4-FFF2-40B4-BE49-F238E27FC236}">
                  <a16:creationId xmlns:a16="http://schemas.microsoft.com/office/drawing/2014/main" id="{D1F3A568-2688-C941-A5B5-A4B72BFD3E6F}"/>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1" name="Freeform 778">
              <a:extLst>
                <a:ext uri="{FF2B5EF4-FFF2-40B4-BE49-F238E27FC236}">
                  <a16:creationId xmlns:a16="http://schemas.microsoft.com/office/drawing/2014/main" id="{D96D45F9-6CF0-0FF9-877B-43BADF893F8B}"/>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2" name="Freeform 779">
              <a:extLst>
                <a:ext uri="{FF2B5EF4-FFF2-40B4-BE49-F238E27FC236}">
                  <a16:creationId xmlns:a16="http://schemas.microsoft.com/office/drawing/2014/main" id="{BC6744B4-665A-BE98-26A3-BC0A033D61E2}"/>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3" name="Freeform 780">
              <a:extLst>
                <a:ext uri="{FF2B5EF4-FFF2-40B4-BE49-F238E27FC236}">
                  <a16:creationId xmlns:a16="http://schemas.microsoft.com/office/drawing/2014/main" id="{BFD03265-2421-B47D-333A-62C3C531F9F2}"/>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4" name="Freeform 781">
              <a:extLst>
                <a:ext uri="{FF2B5EF4-FFF2-40B4-BE49-F238E27FC236}">
                  <a16:creationId xmlns:a16="http://schemas.microsoft.com/office/drawing/2014/main" id="{7069EAFE-79DF-AA93-316E-193D593F19B5}"/>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5" name="Freeform 782">
              <a:extLst>
                <a:ext uri="{FF2B5EF4-FFF2-40B4-BE49-F238E27FC236}">
                  <a16:creationId xmlns:a16="http://schemas.microsoft.com/office/drawing/2014/main" id="{5A8AE779-3BB2-91D7-AA6B-B229BC02904B}"/>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6" name="Freeform 783">
              <a:extLst>
                <a:ext uri="{FF2B5EF4-FFF2-40B4-BE49-F238E27FC236}">
                  <a16:creationId xmlns:a16="http://schemas.microsoft.com/office/drawing/2014/main" id="{8B681A1B-C195-761C-DECD-3289776F5B59}"/>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7" name="Freeform 784">
              <a:extLst>
                <a:ext uri="{FF2B5EF4-FFF2-40B4-BE49-F238E27FC236}">
                  <a16:creationId xmlns:a16="http://schemas.microsoft.com/office/drawing/2014/main" id="{7F58AB61-EBFE-B61E-C1C5-D0C4542EB26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8" name="Freeform 785">
              <a:extLst>
                <a:ext uri="{FF2B5EF4-FFF2-40B4-BE49-F238E27FC236}">
                  <a16:creationId xmlns:a16="http://schemas.microsoft.com/office/drawing/2014/main" id="{4D61BC09-E656-67CC-1BCF-EA82B22054B1}"/>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9" name="Freeform 786">
              <a:extLst>
                <a:ext uri="{FF2B5EF4-FFF2-40B4-BE49-F238E27FC236}">
                  <a16:creationId xmlns:a16="http://schemas.microsoft.com/office/drawing/2014/main" id="{86B93A0B-71CC-BDDB-F9D0-BDB9FA733CC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0" name="Freeform 787">
              <a:extLst>
                <a:ext uri="{FF2B5EF4-FFF2-40B4-BE49-F238E27FC236}">
                  <a16:creationId xmlns:a16="http://schemas.microsoft.com/office/drawing/2014/main" id="{13EC05C1-EE02-4AAC-8C4D-47B8A283B787}"/>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1" name="Freeform 788">
              <a:extLst>
                <a:ext uri="{FF2B5EF4-FFF2-40B4-BE49-F238E27FC236}">
                  <a16:creationId xmlns:a16="http://schemas.microsoft.com/office/drawing/2014/main" id="{9A26819B-7EBD-5164-847E-D949D86C4681}"/>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2" name="Freeform 789">
              <a:extLst>
                <a:ext uri="{FF2B5EF4-FFF2-40B4-BE49-F238E27FC236}">
                  <a16:creationId xmlns:a16="http://schemas.microsoft.com/office/drawing/2014/main" id="{9B609D4D-A5C2-A61E-E1D8-9F2EE5B49DCF}"/>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3" name="Freeform 790">
              <a:extLst>
                <a:ext uri="{FF2B5EF4-FFF2-40B4-BE49-F238E27FC236}">
                  <a16:creationId xmlns:a16="http://schemas.microsoft.com/office/drawing/2014/main" id="{3EB90BCD-A8E0-AE6E-ACBD-2186A06B9FAC}"/>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4" name="Freeform 791">
              <a:extLst>
                <a:ext uri="{FF2B5EF4-FFF2-40B4-BE49-F238E27FC236}">
                  <a16:creationId xmlns:a16="http://schemas.microsoft.com/office/drawing/2014/main" id="{EF3342AE-5D2D-1F23-7F0A-9A943D375D77}"/>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5" name="Freeform 792">
              <a:extLst>
                <a:ext uri="{FF2B5EF4-FFF2-40B4-BE49-F238E27FC236}">
                  <a16:creationId xmlns:a16="http://schemas.microsoft.com/office/drawing/2014/main" id="{BCC2538A-41A7-7BCA-BF22-ACA5145E7C2A}"/>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6" name="Freeform 793">
              <a:extLst>
                <a:ext uri="{FF2B5EF4-FFF2-40B4-BE49-F238E27FC236}">
                  <a16:creationId xmlns:a16="http://schemas.microsoft.com/office/drawing/2014/main" id="{3A1F27F5-891A-C407-EF52-6139FBD4A6EB}"/>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7" name="Freeform 794">
              <a:extLst>
                <a:ext uri="{FF2B5EF4-FFF2-40B4-BE49-F238E27FC236}">
                  <a16:creationId xmlns:a16="http://schemas.microsoft.com/office/drawing/2014/main" id="{971E14E6-AABE-905C-EBE4-93FD4D5F778F}"/>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8" name="Freeform 795">
              <a:extLst>
                <a:ext uri="{FF2B5EF4-FFF2-40B4-BE49-F238E27FC236}">
                  <a16:creationId xmlns:a16="http://schemas.microsoft.com/office/drawing/2014/main" id="{53483C88-8A34-117E-E664-C9460D408311}"/>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9" name="Freeform 796">
              <a:extLst>
                <a:ext uri="{FF2B5EF4-FFF2-40B4-BE49-F238E27FC236}">
                  <a16:creationId xmlns:a16="http://schemas.microsoft.com/office/drawing/2014/main" id="{87EF0141-A057-100E-A017-E4787B440E5B}"/>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0" name="Freeform 797">
              <a:extLst>
                <a:ext uri="{FF2B5EF4-FFF2-40B4-BE49-F238E27FC236}">
                  <a16:creationId xmlns:a16="http://schemas.microsoft.com/office/drawing/2014/main" id="{15DBFD53-BD50-F91E-312D-5CEA6B11BC1E}"/>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1" name="Freeform 798">
              <a:extLst>
                <a:ext uri="{FF2B5EF4-FFF2-40B4-BE49-F238E27FC236}">
                  <a16:creationId xmlns:a16="http://schemas.microsoft.com/office/drawing/2014/main" id="{64975B1A-6FB3-D97F-74A8-83BF837FAF53}"/>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2" name="Freeform 799">
              <a:extLst>
                <a:ext uri="{FF2B5EF4-FFF2-40B4-BE49-F238E27FC236}">
                  <a16:creationId xmlns:a16="http://schemas.microsoft.com/office/drawing/2014/main" id="{76EF6540-4625-CC37-8BF5-ECB904D53349}"/>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3" name="Freeform 800">
              <a:extLst>
                <a:ext uri="{FF2B5EF4-FFF2-40B4-BE49-F238E27FC236}">
                  <a16:creationId xmlns:a16="http://schemas.microsoft.com/office/drawing/2014/main" id="{0B72CF66-C20B-4D14-1E41-70B5725EDC87}"/>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4" name="Freeform 801">
              <a:extLst>
                <a:ext uri="{FF2B5EF4-FFF2-40B4-BE49-F238E27FC236}">
                  <a16:creationId xmlns:a16="http://schemas.microsoft.com/office/drawing/2014/main" id="{92946769-AB1F-B7B6-FD2F-1C6F6A076A98}"/>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5" name="Freeform 802">
              <a:extLst>
                <a:ext uri="{FF2B5EF4-FFF2-40B4-BE49-F238E27FC236}">
                  <a16:creationId xmlns:a16="http://schemas.microsoft.com/office/drawing/2014/main" id="{E34B73C6-F51C-DF4B-690B-B1BA157DC1AF}"/>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6" name="Freeform 803">
              <a:extLst>
                <a:ext uri="{FF2B5EF4-FFF2-40B4-BE49-F238E27FC236}">
                  <a16:creationId xmlns:a16="http://schemas.microsoft.com/office/drawing/2014/main" id="{8DD33F1D-C22E-4D36-F966-28C7D70CB295}"/>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7" name="Freeform 804">
              <a:extLst>
                <a:ext uri="{FF2B5EF4-FFF2-40B4-BE49-F238E27FC236}">
                  <a16:creationId xmlns:a16="http://schemas.microsoft.com/office/drawing/2014/main" id="{901021D2-2A0F-1A9F-2430-3E12E7F3757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8" name="Freeform 805">
              <a:extLst>
                <a:ext uri="{FF2B5EF4-FFF2-40B4-BE49-F238E27FC236}">
                  <a16:creationId xmlns:a16="http://schemas.microsoft.com/office/drawing/2014/main" id="{9170E783-10A2-3DD3-EF61-03E4F813FE75}"/>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9" name="Freeform 806">
              <a:extLst>
                <a:ext uri="{FF2B5EF4-FFF2-40B4-BE49-F238E27FC236}">
                  <a16:creationId xmlns:a16="http://schemas.microsoft.com/office/drawing/2014/main" id="{D7765101-7615-49A3-B0CE-8880998A7745}"/>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0" name="Freeform 807">
              <a:extLst>
                <a:ext uri="{FF2B5EF4-FFF2-40B4-BE49-F238E27FC236}">
                  <a16:creationId xmlns:a16="http://schemas.microsoft.com/office/drawing/2014/main" id="{CC4547E3-8CE1-AE1F-8BB7-6F87DD8CDC25}"/>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1" name="Freeform 808">
              <a:extLst>
                <a:ext uri="{FF2B5EF4-FFF2-40B4-BE49-F238E27FC236}">
                  <a16:creationId xmlns:a16="http://schemas.microsoft.com/office/drawing/2014/main" id="{8C720A35-2B70-27DC-2AF6-D8B86419C21C}"/>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2" name="Freeform 809">
              <a:extLst>
                <a:ext uri="{FF2B5EF4-FFF2-40B4-BE49-F238E27FC236}">
                  <a16:creationId xmlns:a16="http://schemas.microsoft.com/office/drawing/2014/main" id="{E62986FD-E59A-94ED-2DC1-1616EBBB5D8F}"/>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3" name="Freeform 810">
              <a:extLst>
                <a:ext uri="{FF2B5EF4-FFF2-40B4-BE49-F238E27FC236}">
                  <a16:creationId xmlns:a16="http://schemas.microsoft.com/office/drawing/2014/main" id="{C6592A26-169A-36A0-DCB8-CC0AC85B688E}"/>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4" name="Freeform 811">
              <a:extLst>
                <a:ext uri="{FF2B5EF4-FFF2-40B4-BE49-F238E27FC236}">
                  <a16:creationId xmlns:a16="http://schemas.microsoft.com/office/drawing/2014/main" id="{0BD9BE84-8DDF-2B23-F3D7-0CA5F4D891E9}"/>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5" name="Freeform 812">
              <a:extLst>
                <a:ext uri="{FF2B5EF4-FFF2-40B4-BE49-F238E27FC236}">
                  <a16:creationId xmlns:a16="http://schemas.microsoft.com/office/drawing/2014/main" id="{6E61140C-7799-AED0-B050-7D82CBB2BFAB}"/>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6" name="Freeform 813">
              <a:extLst>
                <a:ext uri="{FF2B5EF4-FFF2-40B4-BE49-F238E27FC236}">
                  <a16:creationId xmlns:a16="http://schemas.microsoft.com/office/drawing/2014/main" id="{D0D2CD18-E2EC-066B-8E86-47A9F14B76F2}"/>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7" name="Freeform 814">
              <a:extLst>
                <a:ext uri="{FF2B5EF4-FFF2-40B4-BE49-F238E27FC236}">
                  <a16:creationId xmlns:a16="http://schemas.microsoft.com/office/drawing/2014/main" id="{2E80A7AA-F964-96DC-0DB0-B4A019AF7432}"/>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268" name="Red text">
            <a:extLst>
              <a:ext uri="{FF2B5EF4-FFF2-40B4-BE49-F238E27FC236}">
                <a16:creationId xmlns:a16="http://schemas.microsoft.com/office/drawing/2014/main" id="{AABB16E8-162F-B135-D505-0BB7BCC9E05A}"/>
              </a:ext>
            </a:extLst>
          </p:cNvPr>
          <p:cNvSpPr txBox="1"/>
          <p:nvPr/>
        </p:nvSpPr>
        <p:spPr>
          <a:xfrm>
            <a:off x="7836065" y="2890641"/>
            <a:ext cx="4440590"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How the brain talks to stuff</a:t>
            </a:r>
          </a:p>
        </p:txBody>
      </p:sp>
      <p:sp>
        <p:nvSpPr>
          <p:cNvPr id="21" name="!!Header whiteout">
            <a:extLst>
              <a:ext uri="{FF2B5EF4-FFF2-40B4-BE49-F238E27FC236}">
                <a16:creationId xmlns:a16="http://schemas.microsoft.com/office/drawing/2014/main" id="{6D9756E5-DD0E-8164-AAE0-6947D9D4BB3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Header Text 1">
            <a:extLst>
              <a:ext uri="{FF2B5EF4-FFF2-40B4-BE49-F238E27FC236}">
                <a16:creationId xmlns:a16="http://schemas.microsoft.com/office/drawing/2014/main" id="{DF1BC42A-8AA3-F260-6933-DE7F7EC5979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7464968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213"/>
                                        </p:tgtEl>
                                        <p:attrNameLst>
                                          <p:attrName>style.visibility</p:attrName>
                                        </p:attrNameLst>
                                      </p:cBhvr>
                                      <p:to>
                                        <p:strVal val="visible"/>
                                      </p:to>
                                    </p:set>
                                    <p:animEffect transition="in" filter="fade">
                                      <p:cBhvr>
                                        <p:cTn id="10" dur="500"/>
                                        <p:tgtEl>
                                          <p:spTgt spid="2213"/>
                                        </p:tgtEl>
                                      </p:cBhvr>
                                    </p:animEffect>
                                  </p:childTnLst>
                                </p:cTn>
                              </p:par>
                              <p:par>
                                <p:cTn id="11" presetID="10"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fade">
                                      <p:cBhvr>
                                        <p:cTn id="13" dur="500"/>
                                        <p:tgtEl>
                                          <p:spTgt spid="2"/>
                                        </p:tgtEl>
                                      </p:cBhvr>
                                    </p:animEffect>
                                  </p:childTnLst>
                                </p:cTn>
                              </p:par>
                              <p:par>
                                <p:cTn id="14" presetID="10" presetClass="entr" presetSubtype="0" fill="hold" nodeType="withEffect">
                                  <p:stCondLst>
                                    <p:cond delay="0"/>
                                  </p:stCondLst>
                                  <p:childTnLst>
                                    <p:set>
                                      <p:cBhvr>
                                        <p:cTn id="15" dur="1" fill="hold">
                                          <p:stCondLst>
                                            <p:cond delay="0"/>
                                          </p:stCondLst>
                                        </p:cTn>
                                        <p:tgtEl>
                                          <p:spTgt spid="43"/>
                                        </p:tgtEl>
                                        <p:attrNameLst>
                                          <p:attrName>style.visibility</p:attrName>
                                        </p:attrNameLst>
                                      </p:cBhvr>
                                      <p:to>
                                        <p:strVal val="visible"/>
                                      </p:to>
                                    </p:set>
                                    <p:animEffect transition="in" filter="fade">
                                      <p:cBhvr>
                                        <p:cTn id="16" dur="500"/>
                                        <p:tgtEl>
                                          <p:spTgt spid="43"/>
                                        </p:tgtEl>
                                      </p:cBhvr>
                                    </p:animEffect>
                                  </p:childTnLst>
                                </p:cTn>
                              </p:par>
                              <p:par>
                                <p:cTn id="17" presetID="10" presetClass="entr" presetSubtype="0" fill="hold"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500"/>
                                        <p:tgtEl>
                                          <p:spTgt spid="45"/>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fade">
                                      <p:cBhvr>
                                        <p:cTn id="23" dur="500"/>
                                        <p:tgtEl>
                                          <p:spTgt spid="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82"/>
                                        </p:tgtEl>
                                        <p:attrNameLst>
                                          <p:attrName>style.visibility</p:attrName>
                                        </p:attrNameLst>
                                      </p:cBhvr>
                                      <p:to>
                                        <p:strVal val="visible"/>
                                      </p:to>
                                    </p:set>
                                    <p:animEffect transition="in" filter="fade">
                                      <p:cBhvr>
                                        <p:cTn id="26" dur="500"/>
                                        <p:tgtEl>
                                          <p:spTgt spid="182"/>
                                        </p:tgtEl>
                                      </p:cBhvr>
                                    </p:animEffect>
                                  </p:childTnLst>
                                </p:cTn>
                              </p:par>
                              <p:par>
                                <p:cTn id="27" presetID="10" presetClass="entr" presetSubtype="0" fill="hold" nodeType="withEffect">
                                  <p:stCondLst>
                                    <p:cond delay="0"/>
                                  </p:stCondLst>
                                  <p:childTnLst>
                                    <p:set>
                                      <p:cBhvr>
                                        <p:cTn id="28" dur="1" fill="hold">
                                          <p:stCondLst>
                                            <p:cond delay="0"/>
                                          </p:stCondLst>
                                        </p:cTn>
                                        <p:tgtEl>
                                          <p:spTgt spid="183"/>
                                        </p:tgtEl>
                                        <p:attrNameLst>
                                          <p:attrName>style.visibility</p:attrName>
                                        </p:attrNameLst>
                                      </p:cBhvr>
                                      <p:to>
                                        <p:strVal val="visible"/>
                                      </p:to>
                                    </p:set>
                                    <p:animEffect transition="in" filter="fade">
                                      <p:cBhvr>
                                        <p:cTn id="29" dur="500"/>
                                        <p:tgtEl>
                                          <p:spTgt spid="18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268"/>
                                        </p:tgtEl>
                                        <p:attrNameLst>
                                          <p:attrName>style.visibility</p:attrName>
                                        </p:attrNameLst>
                                      </p:cBhvr>
                                      <p:to>
                                        <p:strVal val="visible"/>
                                      </p:to>
                                    </p:set>
                                    <p:animEffect transition="in" filter="fade">
                                      <p:cBhvr>
                                        <p:cTn id="32" dur="500"/>
                                        <p:tgtEl>
                                          <p:spTgt spid="22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182" grpId="0"/>
      <p:bldP spid="2268"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Red text1">
            <a:extLst>
              <a:ext uri="{FF2B5EF4-FFF2-40B4-BE49-F238E27FC236}">
                <a16:creationId xmlns:a16="http://schemas.microsoft.com/office/drawing/2014/main" id="{62DFEEDA-6C51-478D-A9F6-33E29B4E16E8}"/>
              </a:ext>
            </a:extLst>
          </p:cNvPr>
          <p:cNvSpPr txBox="1"/>
          <p:nvPr/>
        </p:nvSpPr>
        <p:spPr>
          <a:xfrm>
            <a:off x="8607392" y="-3079917"/>
            <a:ext cx="2253938" cy="707886"/>
          </a:xfrm>
          <a:prstGeom prst="rect">
            <a:avLst/>
          </a:prstGeom>
          <a:noFill/>
        </p:spPr>
        <p:txBody>
          <a:bodyPr wrap="square" rtlCol="0">
            <a:spAutoFit/>
          </a:bodyPr>
          <a:lstStyle/>
          <a:p>
            <a:r>
              <a:rPr lang="en-US" sz="2000" dirty="0">
                <a:solidFill>
                  <a:schemeClr val="bg1"/>
                </a:solidFill>
                <a:latin typeface="Segoe Print" panose="02000600000000000000" pitchFamily="2" charset="0"/>
              </a:rPr>
              <a:t>Brains of the smart home</a:t>
            </a:r>
          </a:p>
        </p:txBody>
      </p:sp>
      <p:sp>
        <p:nvSpPr>
          <p:cNvPr id="132" name="!!Title">
            <a:extLst>
              <a:ext uri="{FF2B5EF4-FFF2-40B4-BE49-F238E27FC236}">
                <a16:creationId xmlns:a16="http://schemas.microsoft.com/office/drawing/2014/main" id="{09479CF1-6C8F-44F0-A771-352F7B7841C9}"/>
              </a:ext>
            </a:extLst>
          </p:cNvPr>
          <p:cNvSpPr txBox="1"/>
          <p:nvPr/>
        </p:nvSpPr>
        <p:spPr>
          <a:xfrm>
            <a:off x="4066102" y="-1777284"/>
            <a:ext cx="4060727"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Hubs</a:t>
            </a:r>
            <a:endParaRPr lang="en-US" sz="2800" dirty="0">
              <a:solidFill>
                <a:srgbClr val="2D3E50"/>
              </a:solidFill>
              <a:latin typeface="Roboto" panose="02000000000000000000" pitchFamily="2" charset="0"/>
              <a:ea typeface="Roboto" panose="02000000000000000000" pitchFamily="2" charset="0"/>
            </a:endParaRPr>
          </a:p>
        </p:txBody>
      </p:sp>
      <p:pic>
        <p:nvPicPr>
          <p:cNvPr id="125" name="Wifi pic" descr="See the source image">
            <a:extLst>
              <a:ext uri="{FF2B5EF4-FFF2-40B4-BE49-F238E27FC236}">
                <a16:creationId xmlns:a16="http://schemas.microsoft.com/office/drawing/2014/main" id="{0A0B62E4-8B93-4E7B-9064-8E0FAED51C7C}"/>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0184921" y="1475901"/>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1468068"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4614383"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7035378" y="1567219"/>
            <a:ext cx="2169328" cy="751385"/>
          </a:xfrm>
          <a:prstGeom prst="rect">
            <a:avLst/>
          </a:prstGeom>
        </p:spPr>
      </p:pic>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pic>
        <p:nvPicPr>
          <p:cNvPr id="119" name="!!Empty house">
            <a:extLst>
              <a:ext uri="{FF2B5EF4-FFF2-40B4-BE49-F238E27FC236}">
                <a16:creationId xmlns:a16="http://schemas.microsoft.com/office/drawing/2014/main" id="{29FB722C-4AAA-FB29-A88C-405D323B22AB}"/>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5561386" y="-1368801"/>
            <a:ext cx="1090874" cy="1356459"/>
          </a:xfrm>
          <a:prstGeom prst="rect">
            <a:avLst/>
          </a:prstGeom>
        </p:spPr>
      </p:pic>
      <p:pic>
        <p:nvPicPr>
          <p:cNvPr id="120" name="Picture 119">
            <a:extLst>
              <a:ext uri="{FF2B5EF4-FFF2-40B4-BE49-F238E27FC236}">
                <a16:creationId xmlns:a16="http://schemas.microsoft.com/office/drawing/2014/main" id="{09A2B273-A3D9-ED6A-01BF-151B6CD90DF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5788116" y="-849124"/>
            <a:ext cx="637414" cy="544964"/>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5554840" flipV="1">
            <a:off x="9665176" y="2363733"/>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6279453" y="2800545"/>
            <a:ext cx="3626806"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Not ideal for local control and automation</a:t>
            </a:r>
          </a:p>
        </p:txBody>
      </p:sp>
      <p:grpSp>
        <p:nvGrpSpPr>
          <p:cNvPr id="2" name="Arrow">
            <a:extLst>
              <a:ext uri="{FF2B5EF4-FFF2-40B4-BE49-F238E27FC236}">
                <a16:creationId xmlns:a16="http://schemas.microsoft.com/office/drawing/2014/main" id="{FE55867E-213D-876C-5D91-025E82ED8847}"/>
              </a:ext>
            </a:extLst>
          </p:cNvPr>
          <p:cNvGrpSpPr>
            <a:grpSpLocks noChangeAspect="1"/>
          </p:cNvGrpSpPr>
          <p:nvPr/>
        </p:nvGrpSpPr>
        <p:grpSpPr bwMode="auto">
          <a:xfrm rot="4545413">
            <a:off x="12539151" y="-1150096"/>
            <a:ext cx="904172" cy="943180"/>
            <a:chOff x="1328" y="0"/>
            <a:chExt cx="3106" cy="3240"/>
          </a:xfrm>
          <a:solidFill>
            <a:srgbClr val="C00000"/>
          </a:solidFill>
        </p:grpSpPr>
        <p:sp>
          <p:nvSpPr>
            <p:cNvPr id="3" name="Freeform 716">
              <a:extLst>
                <a:ext uri="{FF2B5EF4-FFF2-40B4-BE49-F238E27FC236}">
                  <a16:creationId xmlns:a16="http://schemas.microsoft.com/office/drawing/2014/main" id="{FD098DC9-2D4C-B200-30E3-91397347E8AF}"/>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 name="Freeform 717">
              <a:extLst>
                <a:ext uri="{FF2B5EF4-FFF2-40B4-BE49-F238E27FC236}">
                  <a16:creationId xmlns:a16="http://schemas.microsoft.com/office/drawing/2014/main" id="{89817342-05EA-5C02-5096-5072854B604E}"/>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 name="Freeform 718">
              <a:extLst>
                <a:ext uri="{FF2B5EF4-FFF2-40B4-BE49-F238E27FC236}">
                  <a16:creationId xmlns:a16="http://schemas.microsoft.com/office/drawing/2014/main" id="{F0AD5B77-1B0A-BB7F-84C0-4FBAD556981C}"/>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 name="Freeform 719">
              <a:extLst>
                <a:ext uri="{FF2B5EF4-FFF2-40B4-BE49-F238E27FC236}">
                  <a16:creationId xmlns:a16="http://schemas.microsoft.com/office/drawing/2014/main" id="{184A5ECE-D343-DDD3-6307-F89DFFC23CF6}"/>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 name="Freeform 720">
              <a:extLst>
                <a:ext uri="{FF2B5EF4-FFF2-40B4-BE49-F238E27FC236}">
                  <a16:creationId xmlns:a16="http://schemas.microsoft.com/office/drawing/2014/main" id="{BA48573D-7AEB-CDDD-DA56-C1E752B32663}"/>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 name="Freeform 721">
              <a:extLst>
                <a:ext uri="{FF2B5EF4-FFF2-40B4-BE49-F238E27FC236}">
                  <a16:creationId xmlns:a16="http://schemas.microsoft.com/office/drawing/2014/main" id="{67F5BFEF-33AF-953D-C033-3C664F97269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 name="Freeform 722">
              <a:extLst>
                <a:ext uri="{FF2B5EF4-FFF2-40B4-BE49-F238E27FC236}">
                  <a16:creationId xmlns:a16="http://schemas.microsoft.com/office/drawing/2014/main" id="{BAC98319-C3D4-0827-D598-3844CBA0B2BF}"/>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 name="Freeform 723">
              <a:extLst>
                <a:ext uri="{FF2B5EF4-FFF2-40B4-BE49-F238E27FC236}">
                  <a16:creationId xmlns:a16="http://schemas.microsoft.com/office/drawing/2014/main" id="{32516524-D152-9F48-AC4D-6DF7B1FA14E3}"/>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 name="Freeform 724">
              <a:extLst>
                <a:ext uri="{FF2B5EF4-FFF2-40B4-BE49-F238E27FC236}">
                  <a16:creationId xmlns:a16="http://schemas.microsoft.com/office/drawing/2014/main" id="{1A6C99B6-1E0A-4BA5-03F3-F603886D4C09}"/>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 name="Freeform 725">
              <a:extLst>
                <a:ext uri="{FF2B5EF4-FFF2-40B4-BE49-F238E27FC236}">
                  <a16:creationId xmlns:a16="http://schemas.microsoft.com/office/drawing/2014/main" id="{513DDC0B-4B97-9947-209B-EE9A82A41909}"/>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 name="Freeform 726">
              <a:extLst>
                <a:ext uri="{FF2B5EF4-FFF2-40B4-BE49-F238E27FC236}">
                  <a16:creationId xmlns:a16="http://schemas.microsoft.com/office/drawing/2014/main" id="{34451ACD-D581-347E-2F9C-E165E31278A6}"/>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 name="Freeform 727">
              <a:extLst>
                <a:ext uri="{FF2B5EF4-FFF2-40B4-BE49-F238E27FC236}">
                  <a16:creationId xmlns:a16="http://schemas.microsoft.com/office/drawing/2014/main" id="{B980F710-0419-B1F6-877A-915915AE18C8}"/>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28">
              <a:extLst>
                <a:ext uri="{FF2B5EF4-FFF2-40B4-BE49-F238E27FC236}">
                  <a16:creationId xmlns:a16="http://schemas.microsoft.com/office/drawing/2014/main" id="{13B7D175-E6AC-7AE0-64CE-B8CE39F3FA2B}"/>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 name="Freeform 729">
              <a:extLst>
                <a:ext uri="{FF2B5EF4-FFF2-40B4-BE49-F238E27FC236}">
                  <a16:creationId xmlns:a16="http://schemas.microsoft.com/office/drawing/2014/main" id="{775CD49C-A294-34B9-A3DA-A719493487A1}"/>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30">
              <a:extLst>
                <a:ext uri="{FF2B5EF4-FFF2-40B4-BE49-F238E27FC236}">
                  <a16:creationId xmlns:a16="http://schemas.microsoft.com/office/drawing/2014/main" id="{55FA49B2-3852-D625-7BA5-F5804F749A81}"/>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31">
              <a:extLst>
                <a:ext uri="{FF2B5EF4-FFF2-40B4-BE49-F238E27FC236}">
                  <a16:creationId xmlns:a16="http://schemas.microsoft.com/office/drawing/2014/main" id="{F4ABDBA2-372F-A5B6-F79F-7861DD2C838D}"/>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32">
              <a:extLst>
                <a:ext uri="{FF2B5EF4-FFF2-40B4-BE49-F238E27FC236}">
                  <a16:creationId xmlns:a16="http://schemas.microsoft.com/office/drawing/2014/main" id="{90CA13BE-9440-5179-222C-0C67A985CCE3}"/>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33">
              <a:extLst>
                <a:ext uri="{FF2B5EF4-FFF2-40B4-BE49-F238E27FC236}">
                  <a16:creationId xmlns:a16="http://schemas.microsoft.com/office/drawing/2014/main" id="{4F2F3F4B-5F01-36ED-336B-9ADF16BAA23A}"/>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34">
              <a:extLst>
                <a:ext uri="{FF2B5EF4-FFF2-40B4-BE49-F238E27FC236}">
                  <a16:creationId xmlns:a16="http://schemas.microsoft.com/office/drawing/2014/main" id="{85E0B18F-95BF-5A79-EEC6-B0D7D1B266DF}"/>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35">
              <a:extLst>
                <a:ext uri="{FF2B5EF4-FFF2-40B4-BE49-F238E27FC236}">
                  <a16:creationId xmlns:a16="http://schemas.microsoft.com/office/drawing/2014/main" id="{D0EF53D1-FA18-9749-1B00-94DF69482D13}"/>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36">
              <a:extLst>
                <a:ext uri="{FF2B5EF4-FFF2-40B4-BE49-F238E27FC236}">
                  <a16:creationId xmlns:a16="http://schemas.microsoft.com/office/drawing/2014/main" id="{6A28EF58-9CE2-9FA0-6CD9-532952241526}"/>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37">
              <a:extLst>
                <a:ext uri="{FF2B5EF4-FFF2-40B4-BE49-F238E27FC236}">
                  <a16:creationId xmlns:a16="http://schemas.microsoft.com/office/drawing/2014/main" id="{5B25B96A-C44D-0EE8-39C8-0009BE434240}"/>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8">
              <a:extLst>
                <a:ext uri="{FF2B5EF4-FFF2-40B4-BE49-F238E27FC236}">
                  <a16:creationId xmlns:a16="http://schemas.microsoft.com/office/drawing/2014/main" id="{B5981E73-6AA0-0E09-CE1E-8B4A14C99074}"/>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9">
              <a:extLst>
                <a:ext uri="{FF2B5EF4-FFF2-40B4-BE49-F238E27FC236}">
                  <a16:creationId xmlns:a16="http://schemas.microsoft.com/office/drawing/2014/main" id="{212D7535-1AD8-A11C-CBBC-88695C119E6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40">
              <a:extLst>
                <a:ext uri="{FF2B5EF4-FFF2-40B4-BE49-F238E27FC236}">
                  <a16:creationId xmlns:a16="http://schemas.microsoft.com/office/drawing/2014/main" id="{BF1BF824-DB05-6072-12AD-24E7248880FC}"/>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41">
              <a:extLst>
                <a:ext uri="{FF2B5EF4-FFF2-40B4-BE49-F238E27FC236}">
                  <a16:creationId xmlns:a16="http://schemas.microsoft.com/office/drawing/2014/main" id="{82B9422D-C49B-27AB-257D-697DF5FF2F85}"/>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42">
              <a:extLst>
                <a:ext uri="{FF2B5EF4-FFF2-40B4-BE49-F238E27FC236}">
                  <a16:creationId xmlns:a16="http://schemas.microsoft.com/office/drawing/2014/main" id="{67DF1170-0879-76F5-5DCE-AD972FAF0E4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43">
              <a:extLst>
                <a:ext uri="{FF2B5EF4-FFF2-40B4-BE49-F238E27FC236}">
                  <a16:creationId xmlns:a16="http://schemas.microsoft.com/office/drawing/2014/main" id="{2620E7A4-635E-F85C-56AC-416CBE6CBF17}"/>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44">
              <a:extLst>
                <a:ext uri="{FF2B5EF4-FFF2-40B4-BE49-F238E27FC236}">
                  <a16:creationId xmlns:a16="http://schemas.microsoft.com/office/drawing/2014/main" id="{42F1B009-043F-D8EB-EA1A-F09AF37A9ACE}"/>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45">
              <a:extLst>
                <a:ext uri="{FF2B5EF4-FFF2-40B4-BE49-F238E27FC236}">
                  <a16:creationId xmlns:a16="http://schemas.microsoft.com/office/drawing/2014/main" id="{5E9DD56C-5B83-4D7C-8506-A6CC978DE099}"/>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46">
              <a:extLst>
                <a:ext uri="{FF2B5EF4-FFF2-40B4-BE49-F238E27FC236}">
                  <a16:creationId xmlns:a16="http://schemas.microsoft.com/office/drawing/2014/main" id="{00E11950-5FBB-93F8-A98A-1E4A5D628D1F}"/>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47">
              <a:extLst>
                <a:ext uri="{FF2B5EF4-FFF2-40B4-BE49-F238E27FC236}">
                  <a16:creationId xmlns:a16="http://schemas.microsoft.com/office/drawing/2014/main" id="{DD2AC539-2358-B621-6B2D-7D93017EDF20}"/>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8">
              <a:extLst>
                <a:ext uri="{FF2B5EF4-FFF2-40B4-BE49-F238E27FC236}">
                  <a16:creationId xmlns:a16="http://schemas.microsoft.com/office/drawing/2014/main" id="{5ED97CD2-F7B3-CBE9-292D-6C756B900A1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9">
              <a:extLst>
                <a:ext uri="{FF2B5EF4-FFF2-40B4-BE49-F238E27FC236}">
                  <a16:creationId xmlns:a16="http://schemas.microsoft.com/office/drawing/2014/main" id="{B5442E36-40B1-8A01-4F47-1B647F0335CB}"/>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50">
              <a:extLst>
                <a:ext uri="{FF2B5EF4-FFF2-40B4-BE49-F238E27FC236}">
                  <a16:creationId xmlns:a16="http://schemas.microsoft.com/office/drawing/2014/main" id="{E1CAB07C-292D-4DCD-19F6-4579F1C8A160}"/>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51">
              <a:extLst>
                <a:ext uri="{FF2B5EF4-FFF2-40B4-BE49-F238E27FC236}">
                  <a16:creationId xmlns:a16="http://schemas.microsoft.com/office/drawing/2014/main" id="{5CE0B577-C28D-27D9-D3D2-390B8B6B97C9}"/>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52">
              <a:extLst>
                <a:ext uri="{FF2B5EF4-FFF2-40B4-BE49-F238E27FC236}">
                  <a16:creationId xmlns:a16="http://schemas.microsoft.com/office/drawing/2014/main" id="{4BBA0EB7-5E0D-9D2F-04A8-5B53EA20514A}"/>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53">
              <a:extLst>
                <a:ext uri="{FF2B5EF4-FFF2-40B4-BE49-F238E27FC236}">
                  <a16:creationId xmlns:a16="http://schemas.microsoft.com/office/drawing/2014/main" id="{5742CA42-0041-9F69-E746-667060A85D5A}"/>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54">
              <a:extLst>
                <a:ext uri="{FF2B5EF4-FFF2-40B4-BE49-F238E27FC236}">
                  <a16:creationId xmlns:a16="http://schemas.microsoft.com/office/drawing/2014/main" id="{68B550B1-9FF2-816D-7DE6-7B88BB86BD58}"/>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55">
              <a:extLst>
                <a:ext uri="{FF2B5EF4-FFF2-40B4-BE49-F238E27FC236}">
                  <a16:creationId xmlns:a16="http://schemas.microsoft.com/office/drawing/2014/main" id="{718FB111-F124-F6B6-A889-F87B1AB94EA7}"/>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56">
              <a:extLst>
                <a:ext uri="{FF2B5EF4-FFF2-40B4-BE49-F238E27FC236}">
                  <a16:creationId xmlns:a16="http://schemas.microsoft.com/office/drawing/2014/main" id="{E69202D0-46FC-1343-9978-960E5692F568}"/>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57">
              <a:extLst>
                <a:ext uri="{FF2B5EF4-FFF2-40B4-BE49-F238E27FC236}">
                  <a16:creationId xmlns:a16="http://schemas.microsoft.com/office/drawing/2014/main" id="{7F59BED9-60A6-3CBF-F6F1-88E3A50FD55D}"/>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58">
              <a:extLst>
                <a:ext uri="{FF2B5EF4-FFF2-40B4-BE49-F238E27FC236}">
                  <a16:creationId xmlns:a16="http://schemas.microsoft.com/office/drawing/2014/main" id="{E1758625-0109-F965-9147-6810B15D5417}"/>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59">
              <a:extLst>
                <a:ext uri="{FF2B5EF4-FFF2-40B4-BE49-F238E27FC236}">
                  <a16:creationId xmlns:a16="http://schemas.microsoft.com/office/drawing/2014/main" id="{450F544E-3EB2-9B2C-429F-47C7A2F21636}"/>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60">
              <a:extLst>
                <a:ext uri="{FF2B5EF4-FFF2-40B4-BE49-F238E27FC236}">
                  <a16:creationId xmlns:a16="http://schemas.microsoft.com/office/drawing/2014/main" id="{B97FEEA7-7FF5-8098-F62A-5F98365A60FC}"/>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61">
              <a:extLst>
                <a:ext uri="{FF2B5EF4-FFF2-40B4-BE49-F238E27FC236}">
                  <a16:creationId xmlns:a16="http://schemas.microsoft.com/office/drawing/2014/main" id="{0B18C18E-BE48-4049-AC1A-6DEE4D6FC632}"/>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62">
              <a:extLst>
                <a:ext uri="{FF2B5EF4-FFF2-40B4-BE49-F238E27FC236}">
                  <a16:creationId xmlns:a16="http://schemas.microsoft.com/office/drawing/2014/main" id="{051FCFE5-9C6B-FAE3-45EA-CA25F6D06798}"/>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63">
              <a:extLst>
                <a:ext uri="{FF2B5EF4-FFF2-40B4-BE49-F238E27FC236}">
                  <a16:creationId xmlns:a16="http://schemas.microsoft.com/office/drawing/2014/main" id="{A99A7DE2-7BAB-7A65-0900-DFBBE3E4BC57}"/>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64">
              <a:extLst>
                <a:ext uri="{FF2B5EF4-FFF2-40B4-BE49-F238E27FC236}">
                  <a16:creationId xmlns:a16="http://schemas.microsoft.com/office/drawing/2014/main" id="{96280C3A-9989-2172-FBDB-4DC50139EE55}"/>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65">
              <a:extLst>
                <a:ext uri="{FF2B5EF4-FFF2-40B4-BE49-F238E27FC236}">
                  <a16:creationId xmlns:a16="http://schemas.microsoft.com/office/drawing/2014/main" id="{DF778955-2583-5471-B90E-8E919899641B}"/>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66">
              <a:extLst>
                <a:ext uri="{FF2B5EF4-FFF2-40B4-BE49-F238E27FC236}">
                  <a16:creationId xmlns:a16="http://schemas.microsoft.com/office/drawing/2014/main" id="{CD64727E-7747-57ED-30F7-F0F25FC19FA2}"/>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67">
              <a:extLst>
                <a:ext uri="{FF2B5EF4-FFF2-40B4-BE49-F238E27FC236}">
                  <a16:creationId xmlns:a16="http://schemas.microsoft.com/office/drawing/2014/main" id="{0FFA3E59-30F5-0439-03E2-0EDDDA79A6B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68">
              <a:extLst>
                <a:ext uri="{FF2B5EF4-FFF2-40B4-BE49-F238E27FC236}">
                  <a16:creationId xmlns:a16="http://schemas.microsoft.com/office/drawing/2014/main" id="{B7BC7CC5-A82F-D303-05DB-F6FCF5B52C0A}"/>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69">
              <a:extLst>
                <a:ext uri="{FF2B5EF4-FFF2-40B4-BE49-F238E27FC236}">
                  <a16:creationId xmlns:a16="http://schemas.microsoft.com/office/drawing/2014/main" id="{D24E8D12-301A-8DF2-1BAA-92DF3E47FDD7}"/>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70">
              <a:extLst>
                <a:ext uri="{FF2B5EF4-FFF2-40B4-BE49-F238E27FC236}">
                  <a16:creationId xmlns:a16="http://schemas.microsoft.com/office/drawing/2014/main" id="{4B4C33AF-7CAC-0503-3B3F-4F50060B356A}"/>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71">
              <a:extLst>
                <a:ext uri="{FF2B5EF4-FFF2-40B4-BE49-F238E27FC236}">
                  <a16:creationId xmlns:a16="http://schemas.microsoft.com/office/drawing/2014/main" id="{E4D8D792-F624-1FF3-457F-934ED1733F01}"/>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72">
              <a:extLst>
                <a:ext uri="{FF2B5EF4-FFF2-40B4-BE49-F238E27FC236}">
                  <a16:creationId xmlns:a16="http://schemas.microsoft.com/office/drawing/2014/main" id="{A48482D0-ED3A-42CF-FAEE-DB064D1A219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73">
              <a:extLst>
                <a:ext uri="{FF2B5EF4-FFF2-40B4-BE49-F238E27FC236}">
                  <a16:creationId xmlns:a16="http://schemas.microsoft.com/office/drawing/2014/main" id="{99E548D7-1D81-83AE-1DDB-4C39AEBEE007}"/>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74">
              <a:extLst>
                <a:ext uri="{FF2B5EF4-FFF2-40B4-BE49-F238E27FC236}">
                  <a16:creationId xmlns:a16="http://schemas.microsoft.com/office/drawing/2014/main" id="{5DF87B9B-1421-0D3B-35E9-CFA654349CC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75">
              <a:extLst>
                <a:ext uri="{FF2B5EF4-FFF2-40B4-BE49-F238E27FC236}">
                  <a16:creationId xmlns:a16="http://schemas.microsoft.com/office/drawing/2014/main" id="{738F3A76-065F-34F7-7845-AB777AF829FC}"/>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76">
              <a:extLst>
                <a:ext uri="{FF2B5EF4-FFF2-40B4-BE49-F238E27FC236}">
                  <a16:creationId xmlns:a16="http://schemas.microsoft.com/office/drawing/2014/main" id="{208D1EC9-5EFF-8DAD-2ECD-36345765000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77">
              <a:extLst>
                <a:ext uri="{FF2B5EF4-FFF2-40B4-BE49-F238E27FC236}">
                  <a16:creationId xmlns:a16="http://schemas.microsoft.com/office/drawing/2014/main" id="{0ED57D99-9C34-8DDF-4081-F99D7CAD94D6}"/>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78">
              <a:extLst>
                <a:ext uri="{FF2B5EF4-FFF2-40B4-BE49-F238E27FC236}">
                  <a16:creationId xmlns:a16="http://schemas.microsoft.com/office/drawing/2014/main" id="{D8A372E9-3ADE-8724-9A21-2B70BF01AA7B}"/>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79">
              <a:extLst>
                <a:ext uri="{FF2B5EF4-FFF2-40B4-BE49-F238E27FC236}">
                  <a16:creationId xmlns:a16="http://schemas.microsoft.com/office/drawing/2014/main" id="{A138CB4E-E623-9577-5128-A587B56B9858}"/>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80">
              <a:extLst>
                <a:ext uri="{FF2B5EF4-FFF2-40B4-BE49-F238E27FC236}">
                  <a16:creationId xmlns:a16="http://schemas.microsoft.com/office/drawing/2014/main" id="{31F2D9F0-0C42-9042-F319-AB73C0D2EEE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81">
              <a:extLst>
                <a:ext uri="{FF2B5EF4-FFF2-40B4-BE49-F238E27FC236}">
                  <a16:creationId xmlns:a16="http://schemas.microsoft.com/office/drawing/2014/main" id="{C5E7DC8C-A56D-A139-5474-AC9AF6221586}"/>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82">
              <a:extLst>
                <a:ext uri="{FF2B5EF4-FFF2-40B4-BE49-F238E27FC236}">
                  <a16:creationId xmlns:a16="http://schemas.microsoft.com/office/drawing/2014/main" id="{BBD88BB8-D69C-61AB-AD0C-C1541D6F15D5}"/>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83">
              <a:extLst>
                <a:ext uri="{FF2B5EF4-FFF2-40B4-BE49-F238E27FC236}">
                  <a16:creationId xmlns:a16="http://schemas.microsoft.com/office/drawing/2014/main" id="{44D1189E-DC14-EECB-9BEF-6C09388694EE}"/>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84">
              <a:extLst>
                <a:ext uri="{FF2B5EF4-FFF2-40B4-BE49-F238E27FC236}">
                  <a16:creationId xmlns:a16="http://schemas.microsoft.com/office/drawing/2014/main" id="{92075A84-2C05-576A-8D61-24C86B6360E9}"/>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85">
              <a:extLst>
                <a:ext uri="{FF2B5EF4-FFF2-40B4-BE49-F238E27FC236}">
                  <a16:creationId xmlns:a16="http://schemas.microsoft.com/office/drawing/2014/main" id="{D82F65B9-591F-59FF-92AD-C941F0FBB08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86">
              <a:extLst>
                <a:ext uri="{FF2B5EF4-FFF2-40B4-BE49-F238E27FC236}">
                  <a16:creationId xmlns:a16="http://schemas.microsoft.com/office/drawing/2014/main" id="{D38942FF-2E2F-0128-A61C-7612E22E56D4}"/>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87">
              <a:extLst>
                <a:ext uri="{FF2B5EF4-FFF2-40B4-BE49-F238E27FC236}">
                  <a16:creationId xmlns:a16="http://schemas.microsoft.com/office/drawing/2014/main" id="{3EAB5C8F-48A3-B253-5D5B-89322320D741}"/>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88">
              <a:extLst>
                <a:ext uri="{FF2B5EF4-FFF2-40B4-BE49-F238E27FC236}">
                  <a16:creationId xmlns:a16="http://schemas.microsoft.com/office/drawing/2014/main" id="{24EEFD25-B7BD-EE6F-9ABC-C6FD2BE527A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89">
              <a:extLst>
                <a:ext uri="{FF2B5EF4-FFF2-40B4-BE49-F238E27FC236}">
                  <a16:creationId xmlns:a16="http://schemas.microsoft.com/office/drawing/2014/main" id="{567A0CEC-A7DA-9ECA-2F61-8E3263A5198F}"/>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90">
              <a:extLst>
                <a:ext uri="{FF2B5EF4-FFF2-40B4-BE49-F238E27FC236}">
                  <a16:creationId xmlns:a16="http://schemas.microsoft.com/office/drawing/2014/main" id="{21A53344-3489-C42B-86CB-FFE73B24ACAA}"/>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91">
              <a:extLst>
                <a:ext uri="{FF2B5EF4-FFF2-40B4-BE49-F238E27FC236}">
                  <a16:creationId xmlns:a16="http://schemas.microsoft.com/office/drawing/2014/main" id="{53497322-41C8-B96C-F6ED-170CB24A461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92">
              <a:extLst>
                <a:ext uri="{FF2B5EF4-FFF2-40B4-BE49-F238E27FC236}">
                  <a16:creationId xmlns:a16="http://schemas.microsoft.com/office/drawing/2014/main" id="{CE86AB2C-1AB9-0BB4-18AE-91BD57B0CC43}"/>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93">
              <a:extLst>
                <a:ext uri="{FF2B5EF4-FFF2-40B4-BE49-F238E27FC236}">
                  <a16:creationId xmlns:a16="http://schemas.microsoft.com/office/drawing/2014/main" id="{ADCE4AE5-8466-7147-4D49-BFC0514C66C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94">
              <a:extLst>
                <a:ext uri="{FF2B5EF4-FFF2-40B4-BE49-F238E27FC236}">
                  <a16:creationId xmlns:a16="http://schemas.microsoft.com/office/drawing/2014/main" id="{35336193-3930-3E72-8AFE-B260AE0629F6}"/>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95">
              <a:extLst>
                <a:ext uri="{FF2B5EF4-FFF2-40B4-BE49-F238E27FC236}">
                  <a16:creationId xmlns:a16="http://schemas.microsoft.com/office/drawing/2014/main" id="{FBBDDFEB-FE40-9CF2-E1AA-D18F01AF5709}"/>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96">
              <a:extLst>
                <a:ext uri="{FF2B5EF4-FFF2-40B4-BE49-F238E27FC236}">
                  <a16:creationId xmlns:a16="http://schemas.microsoft.com/office/drawing/2014/main" id="{8A6A5405-F6A4-CC89-7A35-AF725704AE3A}"/>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97">
              <a:extLst>
                <a:ext uri="{FF2B5EF4-FFF2-40B4-BE49-F238E27FC236}">
                  <a16:creationId xmlns:a16="http://schemas.microsoft.com/office/drawing/2014/main" id="{E5AFFB9E-3B9D-46D3-E9FA-0AF73B0FB55D}"/>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98">
              <a:extLst>
                <a:ext uri="{FF2B5EF4-FFF2-40B4-BE49-F238E27FC236}">
                  <a16:creationId xmlns:a16="http://schemas.microsoft.com/office/drawing/2014/main" id="{EAA3AFA9-42CE-426F-C1C0-A29F7A74B78C}"/>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99">
              <a:extLst>
                <a:ext uri="{FF2B5EF4-FFF2-40B4-BE49-F238E27FC236}">
                  <a16:creationId xmlns:a16="http://schemas.microsoft.com/office/drawing/2014/main" id="{B62E442A-AF82-ED30-0835-0EE90A3B1978}"/>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800">
              <a:extLst>
                <a:ext uri="{FF2B5EF4-FFF2-40B4-BE49-F238E27FC236}">
                  <a16:creationId xmlns:a16="http://schemas.microsoft.com/office/drawing/2014/main" id="{B12D3EEF-16FB-CB4B-F893-936922E38928}"/>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801">
              <a:extLst>
                <a:ext uri="{FF2B5EF4-FFF2-40B4-BE49-F238E27FC236}">
                  <a16:creationId xmlns:a16="http://schemas.microsoft.com/office/drawing/2014/main" id="{BF3D7F0C-91D3-0F45-DA31-FEE39976BA84}"/>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802">
              <a:extLst>
                <a:ext uri="{FF2B5EF4-FFF2-40B4-BE49-F238E27FC236}">
                  <a16:creationId xmlns:a16="http://schemas.microsoft.com/office/drawing/2014/main" id="{7CAD2D3B-51C6-319C-7C16-46CC184F5ED9}"/>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803">
              <a:extLst>
                <a:ext uri="{FF2B5EF4-FFF2-40B4-BE49-F238E27FC236}">
                  <a16:creationId xmlns:a16="http://schemas.microsoft.com/office/drawing/2014/main" id="{000D053E-986C-CA62-9B8C-ABA86A3ED82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804">
              <a:extLst>
                <a:ext uri="{FF2B5EF4-FFF2-40B4-BE49-F238E27FC236}">
                  <a16:creationId xmlns:a16="http://schemas.microsoft.com/office/drawing/2014/main" id="{A796A8FB-E73B-5932-9BD2-89C8D83D3775}"/>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805">
              <a:extLst>
                <a:ext uri="{FF2B5EF4-FFF2-40B4-BE49-F238E27FC236}">
                  <a16:creationId xmlns:a16="http://schemas.microsoft.com/office/drawing/2014/main" id="{B300840A-B053-B9BF-DD17-71976E65F2DE}"/>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806">
              <a:extLst>
                <a:ext uri="{FF2B5EF4-FFF2-40B4-BE49-F238E27FC236}">
                  <a16:creationId xmlns:a16="http://schemas.microsoft.com/office/drawing/2014/main" id="{A1C2FF1A-2E47-B897-804C-49E5AB7B0BE2}"/>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807">
              <a:extLst>
                <a:ext uri="{FF2B5EF4-FFF2-40B4-BE49-F238E27FC236}">
                  <a16:creationId xmlns:a16="http://schemas.microsoft.com/office/drawing/2014/main" id="{FD86ED5D-382C-7E4B-9723-18ECD8A2E234}"/>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808">
              <a:extLst>
                <a:ext uri="{FF2B5EF4-FFF2-40B4-BE49-F238E27FC236}">
                  <a16:creationId xmlns:a16="http://schemas.microsoft.com/office/drawing/2014/main" id="{A45F10C3-1270-91B4-8E49-8C4BE3006290}"/>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809">
              <a:extLst>
                <a:ext uri="{FF2B5EF4-FFF2-40B4-BE49-F238E27FC236}">
                  <a16:creationId xmlns:a16="http://schemas.microsoft.com/office/drawing/2014/main" id="{648B4E97-2428-BAED-DBDB-49591CAFE86C}"/>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810">
              <a:extLst>
                <a:ext uri="{FF2B5EF4-FFF2-40B4-BE49-F238E27FC236}">
                  <a16:creationId xmlns:a16="http://schemas.microsoft.com/office/drawing/2014/main" id="{6401F7DE-C07D-2B2C-2165-4168F42F9BA3}"/>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811">
              <a:extLst>
                <a:ext uri="{FF2B5EF4-FFF2-40B4-BE49-F238E27FC236}">
                  <a16:creationId xmlns:a16="http://schemas.microsoft.com/office/drawing/2014/main" id="{BC3C563F-0384-EBF5-8629-46ABB92357E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812">
              <a:extLst>
                <a:ext uri="{FF2B5EF4-FFF2-40B4-BE49-F238E27FC236}">
                  <a16:creationId xmlns:a16="http://schemas.microsoft.com/office/drawing/2014/main" id="{9961E0D2-3839-29E6-67A7-9A7D330B7DF1}"/>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813">
              <a:extLst>
                <a:ext uri="{FF2B5EF4-FFF2-40B4-BE49-F238E27FC236}">
                  <a16:creationId xmlns:a16="http://schemas.microsoft.com/office/drawing/2014/main" id="{DA5F01DC-1425-B678-1F87-BC15F4CA8015}"/>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814">
              <a:extLst>
                <a:ext uri="{FF2B5EF4-FFF2-40B4-BE49-F238E27FC236}">
                  <a16:creationId xmlns:a16="http://schemas.microsoft.com/office/drawing/2014/main" id="{7CB9F6D8-ED7B-4530-7D9A-08CECA1A8BD8}"/>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07" name="Red text">
            <a:extLst>
              <a:ext uri="{FF2B5EF4-FFF2-40B4-BE49-F238E27FC236}">
                <a16:creationId xmlns:a16="http://schemas.microsoft.com/office/drawing/2014/main" id="{C23CB986-27FC-3575-B268-18AD4B2B5E2A}"/>
              </a:ext>
            </a:extLst>
          </p:cNvPr>
          <p:cNvSpPr txBox="1"/>
          <p:nvPr/>
        </p:nvSpPr>
        <p:spPr>
          <a:xfrm>
            <a:off x="13558360" y="-576571"/>
            <a:ext cx="3664868"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The brain</a:t>
            </a:r>
          </a:p>
        </p:txBody>
      </p:sp>
      <p:grpSp>
        <p:nvGrpSpPr>
          <p:cNvPr id="108" name="Arrow">
            <a:extLst>
              <a:ext uri="{FF2B5EF4-FFF2-40B4-BE49-F238E27FC236}">
                <a16:creationId xmlns:a16="http://schemas.microsoft.com/office/drawing/2014/main" id="{258FFCB7-737B-B948-74D0-993D5CBC5539}"/>
              </a:ext>
            </a:extLst>
          </p:cNvPr>
          <p:cNvGrpSpPr>
            <a:grpSpLocks noChangeAspect="1"/>
          </p:cNvGrpSpPr>
          <p:nvPr/>
        </p:nvGrpSpPr>
        <p:grpSpPr bwMode="auto">
          <a:xfrm rot="17054587" flipV="1">
            <a:off x="12534967" y="7510"/>
            <a:ext cx="904172" cy="943180"/>
            <a:chOff x="1328" y="0"/>
            <a:chExt cx="3106" cy="3240"/>
          </a:xfrm>
          <a:solidFill>
            <a:srgbClr val="C00000"/>
          </a:solidFill>
        </p:grpSpPr>
        <p:sp>
          <p:nvSpPr>
            <p:cNvPr id="109" name="Freeform 716">
              <a:extLst>
                <a:ext uri="{FF2B5EF4-FFF2-40B4-BE49-F238E27FC236}">
                  <a16:creationId xmlns:a16="http://schemas.microsoft.com/office/drawing/2014/main" id="{C92E0BD7-C3F3-F6C5-3305-F2E3ECBACE82}"/>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717">
              <a:extLst>
                <a:ext uri="{FF2B5EF4-FFF2-40B4-BE49-F238E27FC236}">
                  <a16:creationId xmlns:a16="http://schemas.microsoft.com/office/drawing/2014/main" id="{247136BB-E52E-5227-12ED-52064307034B}"/>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718">
              <a:extLst>
                <a:ext uri="{FF2B5EF4-FFF2-40B4-BE49-F238E27FC236}">
                  <a16:creationId xmlns:a16="http://schemas.microsoft.com/office/drawing/2014/main" id="{A12DBE9A-FAB9-462E-B773-7944C2A08F49}"/>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719">
              <a:extLst>
                <a:ext uri="{FF2B5EF4-FFF2-40B4-BE49-F238E27FC236}">
                  <a16:creationId xmlns:a16="http://schemas.microsoft.com/office/drawing/2014/main" id="{B628600A-E4AB-7167-9C76-139D4AEE28BD}"/>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720">
              <a:extLst>
                <a:ext uri="{FF2B5EF4-FFF2-40B4-BE49-F238E27FC236}">
                  <a16:creationId xmlns:a16="http://schemas.microsoft.com/office/drawing/2014/main" id="{47D4CE98-C5F3-FB00-B4C6-524BA586DA51}"/>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721">
              <a:extLst>
                <a:ext uri="{FF2B5EF4-FFF2-40B4-BE49-F238E27FC236}">
                  <a16:creationId xmlns:a16="http://schemas.microsoft.com/office/drawing/2014/main" id="{3C613FD6-3ED2-2424-BEDA-CD7C09E3172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722">
              <a:extLst>
                <a:ext uri="{FF2B5EF4-FFF2-40B4-BE49-F238E27FC236}">
                  <a16:creationId xmlns:a16="http://schemas.microsoft.com/office/drawing/2014/main" id="{53D411A5-DECF-D2CD-55BC-58AF481EC1FD}"/>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723">
              <a:extLst>
                <a:ext uri="{FF2B5EF4-FFF2-40B4-BE49-F238E27FC236}">
                  <a16:creationId xmlns:a16="http://schemas.microsoft.com/office/drawing/2014/main" id="{C8A7D80F-ABE8-6DA5-01EB-909F739057B0}"/>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724">
              <a:extLst>
                <a:ext uri="{FF2B5EF4-FFF2-40B4-BE49-F238E27FC236}">
                  <a16:creationId xmlns:a16="http://schemas.microsoft.com/office/drawing/2014/main" id="{67857D0F-3251-5D1B-FDC5-1DFC4422E821}"/>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725">
              <a:extLst>
                <a:ext uri="{FF2B5EF4-FFF2-40B4-BE49-F238E27FC236}">
                  <a16:creationId xmlns:a16="http://schemas.microsoft.com/office/drawing/2014/main" id="{ED42AC2A-F5AE-F250-58A6-CFAF3230313F}"/>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1" name="Freeform 726">
              <a:extLst>
                <a:ext uri="{FF2B5EF4-FFF2-40B4-BE49-F238E27FC236}">
                  <a16:creationId xmlns:a16="http://schemas.microsoft.com/office/drawing/2014/main" id="{B6489F39-F6C2-C5D0-8E40-F6B72F09D00E}"/>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727">
              <a:extLst>
                <a:ext uri="{FF2B5EF4-FFF2-40B4-BE49-F238E27FC236}">
                  <a16:creationId xmlns:a16="http://schemas.microsoft.com/office/drawing/2014/main" id="{12D164E6-51E2-3459-D879-FCD217217E5A}"/>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728">
              <a:extLst>
                <a:ext uri="{FF2B5EF4-FFF2-40B4-BE49-F238E27FC236}">
                  <a16:creationId xmlns:a16="http://schemas.microsoft.com/office/drawing/2014/main" id="{8C3A90E8-2D18-8F8A-3041-79005E1A4127}"/>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729">
              <a:extLst>
                <a:ext uri="{FF2B5EF4-FFF2-40B4-BE49-F238E27FC236}">
                  <a16:creationId xmlns:a16="http://schemas.microsoft.com/office/drawing/2014/main" id="{92F45A9D-0C2F-805D-9918-CE90436FD188}"/>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30">
              <a:extLst>
                <a:ext uri="{FF2B5EF4-FFF2-40B4-BE49-F238E27FC236}">
                  <a16:creationId xmlns:a16="http://schemas.microsoft.com/office/drawing/2014/main" id="{E92CCD0F-F745-ECD6-564A-42FE6346373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31">
              <a:extLst>
                <a:ext uri="{FF2B5EF4-FFF2-40B4-BE49-F238E27FC236}">
                  <a16:creationId xmlns:a16="http://schemas.microsoft.com/office/drawing/2014/main" id="{A25948A1-BF0A-E3B9-33E8-47763A98879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32">
              <a:extLst>
                <a:ext uri="{FF2B5EF4-FFF2-40B4-BE49-F238E27FC236}">
                  <a16:creationId xmlns:a16="http://schemas.microsoft.com/office/drawing/2014/main" id="{3B18F403-649E-091D-D320-E68363513623}"/>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33">
              <a:extLst>
                <a:ext uri="{FF2B5EF4-FFF2-40B4-BE49-F238E27FC236}">
                  <a16:creationId xmlns:a16="http://schemas.microsoft.com/office/drawing/2014/main" id="{DA0F0789-DC1D-BF2B-EF5B-6B5AC7125BB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34">
              <a:extLst>
                <a:ext uri="{FF2B5EF4-FFF2-40B4-BE49-F238E27FC236}">
                  <a16:creationId xmlns:a16="http://schemas.microsoft.com/office/drawing/2014/main" id="{40E46AA7-FFD0-DAD6-D008-3B6E3DBE23D0}"/>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35">
              <a:extLst>
                <a:ext uri="{FF2B5EF4-FFF2-40B4-BE49-F238E27FC236}">
                  <a16:creationId xmlns:a16="http://schemas.microsoft.com/office/drawing/2014/main" id="{FA3B676A-84F6-4989-6BF3-CE72DDA9C85D}"/>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36">
              <a:extLst>
                <a:ext uri="{FF2B5EF4-FFF2-40B4-BE49-F238E27FC236}">
                  <a16:creationId xmlns:a16="http://schemas.microsoft.com/office/drawing/2014/main" id="{AB9E66E7-F91A-7C62-4704-53E9B118DC81}"/>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37">
              <a:extLst>
                <a:ext uri="{FF2B5EF4-FFF2-40B4-BE49-F238E27FC236}">
                  <a16:creationId xmlns:a16="http://schemas.microsoft.com/office/drawing/2014/main" id="{7C774144-BDE4-8925-48FC-5959962DE2E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38">
              <a:extLst>
                <a:ext uri="{FF2B5EF4-FFF2-40B4-BE49-F238E27FC236}">
                  <a16:creationId xmlns:a16="http://schemas.microsoft.com/office/drawing/2014/main" id="{AE35C69A-E9F7-CEC6-83DC-B0CA59CBD1C5}"/>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39">
              <a:extLst>
                <a:ext uri="{FF2B5EF4-FFF2-40B4-BE49-F238E27FC236}">
                  <a16:creationId xmlns:a16="http://schemas.microsoft.com/office/drawing/2014/main" id="{9BC53185-DF68-A6F1-AB8B-C703D4C86F6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40">
              <a:extLst>
                <a:ext uri="{FF2B5EF4-FFF2-40B4-BE49-F238E27FC236}">
                  <a16:creationId xmlns:a16="http://schemas.microsoft.com/office/drawing/2014/main" id="{D6FC22C6-8D96-30DB-B2A2-CA67AF43A936}"/>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41">
              <a:extLst>
                <a:ext uri="{FF2B5EF4-FFF2-40B4-BE49-F238E27FC236}">
                  <a16:creationId xmlns:a16="http://schemas.microsoft.com/office/drawing/2014/main" id="{58CCA375-B831-93B3-D0EC-9942FE55713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42">
              <a:extLst>
                <a:ext uri="{FF2B5EF4-FFF2-40B4-BE49-F238E27FC236}">
                  <a16:creationId xmlns:a16="http://schemas.microsoft.com/office/drawing/2014/main" id="{2D34A150-F489-E7E3-E03D-4FAB1B88E32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43">
              <a:extLst>
                <a:ext uri="{FF2B5EF4-FFF2-40B4-BE49-F238E27FC236}">
                  <a16:creationId xmlns:a16="http://schemas.microsoft.com/office/drawing/2014/main" id="{88E4C8EF-52AD-F661-EC5F-53A59F905721}"/>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44">
              <a:extLst>
                <a:ext uri="{FF2B5EF4-FFF2-40B4-BE49-F238E27FC236}">
                  <a16:creationId xmlns:a16="http://schemas.microsoft.com/office/drawing/2014/main" id="{9D122275-279F-93AC-FDE8-073B43CCC01F}"/>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45">
              <a:extLst>
                <a:ext uri="{FF2B5EF4-FFF2-40B4-BE49-F238E27FC236}">
                  <a16:creationId xmlns:a16="http://schemas.microsoft.com/office/drawing/2014/main" id="{B53CAB41-4887-583D-2EF1-3E9BDCAB3D12}"/>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46">
              <a:extLst>
                <a:ext uri="{FF2B5EF4-FFF2-40B4-BE49-F238E27FC236}">
                  <a16:creationId xmlns:a16="http://schemas.microsoft.com/office/drawing/2014/main" id="{0D0A03FF-E787-2524-C2EF-644CB2723840}"/>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47">
              <a:extLst>
                <a:ext uri="{FF2B5EF4-FFF2-40B4-BE49-F238E27FC236}">
                  <a16:creationId xmlns:a16="http://schemas.microsoft.com/office/drawing/2014/main" id="{B0FC4C70-9183-02B8-ED1C-018C068DD046}"/>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48">
              <a:extLst>
                <a:ext uri="{FF2B5EF4-FFF2-40B4-BE49-F238E27FC236}">
                  <a16:creationId xmlns:a16="http://schemas.microsoft.com/office/drawing/2014/main" id="{D13653E2-99DF-5EEA-FDE0-45BC478135FB}"/>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49">
              <a:extLst>
                <a:ext uri="{FF2B5EF4-FFF2-40B4-BE49-F238E27FC236}">
                  <a16:creationId xmlns:a16="http://schemas.microsoft.com/office/drawing/2014/main" id="{DFBDFEB9-2856-FF5E-1FD8-B072C6AC3CAD}"/>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50">
              <a:extLst>
                <a:ext uri="{FF2B5EF4-FFF2-40B4-BE49-F238E27FC236}">
                  <a16:creationId xmlns:a16="http://schemas.microsoft.com/office/drawing/2014/main" id="{C7520C6E-B383-ACC5-051C-D6BDB478916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51">
              <a:extLst>
                <a:ext uri="{FF2B5EF4-FFF2-40B4-BE49-F238E27FC236}">
                  <a16:creationId xmlns:a16="http://schemas.microsoft.com/office/drawing/2014/main" id="{6ED3F935-8CB4-B7A8-1987-4AC2538EC62F}"/>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52">
              <a:extLst>
                <a:ext uri="{FF2B5EF4-FFF2-40B4-BE49-F238E27FC236}">
                  <a16:creationId xmlns:a16="http://schemas.microsoft.com/office/drawing/2014/main" id="{5FBE8BF2-E2E1-D69F-40D8-6AD9292E02DB}"/>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53">
              <a:extLst>
                <a:ext uri="{FF2B5EF4-FFF2-40B4-BE49-F238E27FC236}">
                  <a16:creationId xmlns:a16="http://schemas.microsoft.com/office/drawing/2014/main" id="{E7AF5D6E-F0EB-505A-CE02-A91EC35A4AC1}"/>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54">
              <a:extLst>
                <a:ext uri="{FF2B5EF4-FFF2-40B4-BE49-F238E27FC236}">
                  <a16:creationId xmlns:a16="http://schemas.microsoft.com/office/drawing/2014/main" id="{9CAFFAE4-33D8-50A4-AC1B-73BB85622444}"/>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55">
              <a:extLst>
                <a:ext uri="{FF2B5EF4-FFF2-40B4-BE49-F238E27FC236}">
                  <a16:creationId xmlns:a16="http://schemas.microsoft.com/office/drawing/2014/main" id="{91946F2C-15ED-A370-6DD3-00CD49435F20}"/>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56">
              <a:extLst>
                <a:ext uri="{FF2B5EF4-FFF2-40B4-BE49-F238E27FC236}">
                  <a16:creationId xmlns:a16="http://schemas.microsoft.com/office/drawing/2014/main" id="{8AA7DD5E-F6E9-9B36-ACDC-D77C238054B7}"/>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757">
              <a:extLst>
                <a:ext uri="{FF2B5EF4-FFF2-40B4-BE49-F238E27FC236}">
                  <a16:creationId xmlns:a16="http://schemas.microsoft.com/office/drawing/2014/main" id="{62DD6A79-7799-6E20-5CBC-6C6CE7B4653A}"/>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758">
              <a:extLst>
                <a:ext uri="{FF2B5EF4-FFF2-40B4-BE49-F238E27FC236}">
                  <a16:creationId xmlns:a16="http://schemas.microsoft.com/office/drawing/2014/main" id="{7E598F9E-EBA9-FD23-9AF3-4DE752E1FF7A}"/>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759">
              <a:extLst>
                <a:ext uri="{FF2B5EF4-FFF2-40B4-BE49-F238E27FC236}">
                  <a16:creationId xmlns:a16="http://schemas.microsoft.com/office/drawing/2014/main" id="{F8CFC873-897F-F442-B973-B95065C458E0}"/>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760">
              <a:extLst>
                <a:ext uri="{FF2B5EF4-FFF2-40B4-BE49-F238E27FC236}">
                  <a16:creationId xmlns:a16="http://schemas.microsoft.com/office/drawing/2014/main" id="{4C0A0E11-DBFD-1566-262B-A47C1F568040}"/>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761">
              <a:extLst>
                <a:ext uri="{FF2B5EF4-FFF2-40B4-BE49-F238E27FC236}">
                  <a16:creationId xmlns:a16="http://schemas.microsoft.com/office/drawing/2014/main" id="{E80B7A77-660B-93AF-EF61-B5F6581D1960}"/>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762">
              <a:extLst>
                <a:ext uri="{FF2B5EF4-FFF2-40B4-BE49-F238E27FC236}">
                  <a16:creationId xmlns:a16="http://schemas.microsoft.com/office/drawing/2014/main" id="{D8B3AD6B-DDC0-3256-3D4E-2B4F25CE6320}"/>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763">
              <a:extLst>
                <a:ext uri="{FF2B5EF4-FFF2-40B4-BE49-F238E27FC236}">
                  <a16:creationId xmlns:a16="http://schemas.microsoft.com/office/drawing/2014/main" id="{68DC4A70-CAF9-913E-2FE8-1FCC3555E118}"/>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764">
              <a:extLst>
                <a:ext uri="{FF2B5EF4-FFF2-40B4-BE49-F238E27FC236}">
                  <a16:creationId xmlns:a16="http://schemas.microsoft.com/office/drawing/2014/main" id="{D687A2BA-0447-C88A-29A9-3A2433BB6396}"/>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765">
              <a:extLst>
                <a:ext uri="{FF2B5EF4-FFF2-40B4-BE49-F238E27FC236}">
                  <a16:creationId xmlns:a16="http://schemas.microsoft.com/office/drawing/2014/main" id="{23D67F11-6B0B-C695-B819-8AAD54904748}"/>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766">
              <a:extLst>
                <a:ext uri="{FF2B5EF4-FFF2-40B4-BE49-F238E27FC236}">
                  <a16:creationId xmlns:a16="http://schemas.microsoft.com/office/drawing/2014/main" id="{4BA8A298-0CCC-7B28-D047-45D8AB17B3B2}"/>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767">
              <a:extLst>
                <a:ext uri="{FF2B5EF4-FFF2-40B4-BE49-F238E27FC236}">
                  <a16:creationId xmlns:a16="http://schemas.microsoft.com/office/drawing/2014/main" id="{08B43029-8F49-571E-CA3D-D9D50F5E58B5}"/>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768">
              <a:extLst>
                <a:ext uri="{FF2B5EF4-FFF2-40B4-BE49-F238E27FC236}">
                  <a16:creationId xmlns:a16="http://schemas.microsoft.com/office/drawing/2014/main" id="{AE85035A-8F1D-D892-3AEA-9E90D1B877DC}"/>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769">
              <a:extLst>
                <a:ext uri="{FF2B5EF4-FFF2-40B4-BE49-F238E27FC236}">
                  <a16:creationId xmlns:a16="http://schemas.microsoft.com/office/drawing/2014/main" id="{FFF6C802-EF7D-754C-4775-2416846C8571}"/>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770">
              <a:extLst>
                <a:ext uri="{FF2B5EF4-FFF2-40B4-BE49-F238E27FC236}">
                  <a16:creationId xmlns:a16="http://schemas.microsoft.com/office/drawing/2014/main" id="{9C954625-03BF-E485-2FF2-D66BA3F798F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771">
              <a:extLst>
                <a:ext uri="{FF2B5EF4-FFF2-40B4-BE49-F238E27FC236}">
                  <a16:creationId xmlns:a16="http://schemas.microsoft.com/office/drawing/2014/main" id="{8F87F709-CF5A-BE7F-264D-FC0249925D9B}"/>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4" name="Freeform 772">
              <a:extLst>
                <a:ext uri="{FF2B5EF4-FFF2-40B4-BE49-F238E27FC236}">
                  <a16:creationId xmlns:a16="http://schemas.microsoft.com/office/drawing/2014/main" id="{8383993A-BC60-4C71-5F54-1FDCEA53A363}"/>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5" name="Freeform 773">
              <a:extLst>
                <a:ext uri="{FF2B5EF4-FFF2-40B4-BE49-F238E27FC236}">
                  <a16:creationId xmlns:a16="http://schemas.microsoft.com/office/drawing/2014/main" id="{6EF7FC4A-2103-78AF-907F-75045FEFCD05}"/>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6" name="Freeform 774">
              <a:extLst>
                <a:ext uri="{FF2B5EF4-FFF2-40B4-BE49-F238E27FC236}">
                  <a16:creationId xmlns:a16="http://schemas.microsoft.com/office/drawing/2014/main" id="{23F544D0-7BEE-D78C-8104-880094D4B087}"/>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7" name="Freeform 775">
              <a:extLst>
                <a:ext uri="{FF2B5EF4-FFF2-40B4-BE49-F238E27FC236}">
                  <a16:creationId xmlns:a16="http://schemas.microsoft.com/office/drawing/2014/main" id="{5BE80914-4CAF-0059-6DE9-3608319F005B}"/>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8" name="Freeform 776">
              <a:extLst>
                <a:ext uri="{FF2B5EF4-FFF2-40B4-BE49-F238E27FC236}">
                  <a16:creationId xmlns:a16="http://schemas.microsoft.com/office/drawing/2014/main" id="{7278A0D8-C7BE-DE97-3941-2C0468E689F8}"/>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9" name="Freeform 777">
              <a:extLst>
                <a:ext uri="{FF2B5EF4-FFF2-40B4-BE49-F238E27FC236}">
                  <a16:creationId xmlns:a16="http://schemas.microsoft.com/office/drawing/2014/main" id="{EE1A8336-9DA0-19AA-6F27-F24B27C214F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0" name="Freeform 778">
              <a:extLst>
                <a:ext uri="{FF2B5EF4-FFF2-40B4-BE49-F238E27FC236}">
                  <a16:creationId xmlns:a16="http://schemas.microsoft.com/office/drawing/2014/main" id="{0DE063B1-EEB9-21E9-70B6-5AD1602A4B01}"/>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1" name="Freeform 779">
              <a:extLst>
                <a:ext uri="{FF2B5EF4-FFF2-40B4-BE49-F238E27FC236}">
                  <a16:creationId xmlns:a16="http://schemas.microsoft.com/office/drawing/2014/main" id="{BE71A1AD-ADB6-8678-4C04-3A1CF9021B5B}"/>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2" name="Freeform 780">
              <a:extLst>
                <a:ext uri="{FF2B5EF4-FFF2-40B4-BE49-F238E27FC236}">
                  <a16:creationId xmlns:a16="http://schemas.microsoft.com/office/drawing/2014/main" id="{A4068783-6AD3-0AD7-32C2-45EB551EB701}"/>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3" name="Freeform 781">
              <a:extLst>
                <a:ext uri="{FF2B5EF4-FFF2-40B4-BE49-F238E27FC236}">
                  <a16:creationId xmlns:a16="http://schemas.microsoft.com/office/drawing/2014/main" id="{AF7FF683-0B53-FB36-7628-CDE611E5847C}"/>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4" name="Freeform 782">
              <a:extLst>
                <a:ext uri="{FF2B5EF4-FFF2-40B4-BE49-F238E27FC236}">
                  <a16:creationId xmlns:a16="http://schemas.microsoft.com/office/drawing/2014/main" id="{FC9CECD3-58A8-E927-EDDF-026C1320BD7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5" name="Freeform 783">
              <a:extLst>
                <a:ext uri="{FF2B5EF4-FFF2-40B4-BE49-F238E27FC236}">
                  <a16:creationId xmlns:a16="http://schemas.microsoft.com/office/drawing/2014/main" id="{DA00B673-C2D8-5F72-C99C-B7C0BE18AA5B}"/>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6" name="Freeform 784">
              <a:extLst>
                <a:ext uri="{FF2B5EF4-FFF2-40B4-BE49-F238E27FC236}">
                  <a16:creationId xmlns:a16="http://schemas.microsoft.com/office/drawing/2014/main" id="{78A4FEFE-B254-DA5C-1B9A-BB1663089C9C}"/>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7" name="Freeform 785">
              <a:extLst>
                <a:ext uri="{FF2B5EF4-FFF2-40B4-BE49-F238E27FC236}">
                  <a16:creationId xmlns:a16="http://schemas.microsoft.com/office/drawing/2014/main" id="{104F3B5F-63D5-E122-DA52-57004A7C1729}"/>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8" name="Freeform 786">
              <a:extLst>
                <a:ext uri="{FF2B5EF4-FFF2-40B4-BE49-F238E27FC236}">
                  <a16:creationId xmlns:a16="http://schemas.microsoft.com/office/drawing/2014/main" id="{0D7B3570-A989-B8E8-3243-BD7AD29B9F72}"/>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9" name="Freeform 787">
              <a:extLst>
                <a:ext uri="{FF2B5EF4-FFF2-40B4-BE49-F238E27FC236}">
                  <a16:creationId xmlns:a16="http://schemas.microsoft.com/office/drawing/2014/main" id="{9912E1E2-5D8F-545A-6E44-3D08B2349565}"/>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0" name="Freeform 788">
              <a:extLst>
                <a:ext uri="{FF2B5EF4-FFF2-40B4-BE49-F238E27FC236}">
                  <a16:creationId xmlns:a16="http://schemas.microsoft.com/office/drawing/2014/main" id="{7765D882-049F-2749-1CCF-B77B84497F89}"/>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1" name="Freeform 789">
              <a:extLst>
                <a:ext uri="{FF2B5EF4-FFF2-40B4-BE49-F238E27FC236}">
                  <a16:creationId xmlns:a16="http://schemas.microsoft.com/office/drawing/2014/main" id="{13467D9D-2D64-E4A3-7505-0E4918BBEEAE}"/>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2" name="Freeform 790">
              <a:extLst>
                <a:ext uri="{FF2B5EF4-FFF2-40B4-BE49-F238E27FC236}">
                  <a16:creationId xmlns:a16="http://schemas.microsoft.com/office/drawing/2014/main" id="{B0F22B16-77C5-4F0D-A909-BA1BC48F64A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3" name="Freeform 791">
              <a:extLst>
                <a:ext uri="{FF2B5EF4-FFF2-40B4-BE49-F238E27FC236}">
                  <a16:creationId xmlns:a16="http://schemas.microsoft.com/office/drawing/2014/main" id="{A4BFAC08-8879-87B6-F8AB-CE70BBA088FB}"/>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4" name="Freeform 792">
              <a:extLst>
                <a:ext uri="{FF2B5EF4-FFF2-40B4-BE49-F238E27FC236}">
                  <a16:creationId xmlns:a16="http://schemas.microsoft.com/office/drawing/2014/main" id="{3D85ED13-2299-BC39-C4C4-9806B3C98B2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5" name="Freeform 793">
              <a:extLst>
                <a:ext uri="{FF2B5EF4-FFF2-40B4-BE49-F238E27FC236}">
                  <a16:creationId xmlns:a16="http://schemas.microsoft.com/office/drawing/2014/main" id="{22832B3B-4B23-D28E-AEA8-16EBB642C259}"/>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6" name="Freeform 794">
              <a:extLst>
                <a:ext uri="{FF2B5EF4-FFF2-40B4-BE49-F238E27FC236}">
                  <a16:creationId xmlns:a16="http://schemas.microsoft.com/office/drawing/2014/main" id="{F86C43A5-DF76-E4B2-E091-F391FD9B3892}"/>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7" name="Freeform 795">
              <a:extLst>
                <a:ext uri="{FF2B5EF4-FFF2-40B4-BE49-F238E27FC236}">
                  <a16:creationId xmlns:a16="http://schemas.microsoft.com/office/drawing/2014/main" id="{CFF45AF7-7961-5E5F-EDAC-42E376574D0B}"/>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8" name="Freeform 796">
              <a:extLst>
                <a:ext uri="{FF2B5EF4-FFF2-40B4-BE49-F238E27FC236}">
                  <a16:creationId xmlns:a16="http://schemas.microsoft.com/office/drawing/2014/main" id="{DFCF2FAD-48AD-D274-3C00-290E1774B39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9" name="Freeform 797">
              <a:extLst>
                <a:ext uri="{FF2B5EF4-FFF2-40B4-BE49-F238E27FC236}">
                  <a16:creationId xmlns:a16="http://schemas.microsoft.com/office/drawing/2014/main" id="{80F86AF1-F495-8524-3D4D-15DDE953C78D}"/>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0" name="Freeform 798">
              <a:extLst>
                <a:ext uri="{FF2B5EF4-FFF2-40B4-BE49-F238E27FC236}">
                  <a16:creationId xmlns:a16="http://schemas.microsoft.com/office/drawing/2014/main" id="{4183D467-8607-D424-D4E9-BDE1F59F9E69}"/>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1" name="Freeform 799">
              <a:extLst>
                <a:ext uri="{FF2B5EF4-FFF2-40B4-BE49-F238E27FC236}">
                  <a16:creationId xmlns:a16="http://schemas.microsoft.com/office/drawing/2014/main" id="{9A2775AC-680E-71F4-D839-F11EACAB3853}"/>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2" name="Freeform 800">
              <a:extLst>
                <a:ext uri="{FF2B5EF4-FFF2-40B4-BE49-F238E27FC236}">
                  <a16:creationId xmlns:a16="http://schemas.microsoft.com/office/drawing/2014/main" id="{CBFF35DB-5F43-FC83-3CC4-5640D2EBE33C}"/>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3" name="Freeform 801">
              <a:extLst>
                <a:ext uri="{FF2B5EF4-FFF2-40B4-BE49-F238E27FC236}">
                  <a16:creationId xmlns:a16="http://schemas.microsoft.com/office/drawing/2014/main" id="{3417DDD6-B1B1-AC9A-DE00-F67C3348DF8E}"/>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4" name="Freeform 802">
              <a:extLst>
                <a:ext uri="{FF2B5EF4-FFF2-40B4-BE49-F238E27FC236}">
                  <a16:creationId xmlns:a16="http://schemas.microsoft.com/office/drawing/2014/main" id="{7974250F-C53F-64A6-128F-3D96760749FA}"/>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5" name="Freeform 803">
              <a:extLst>
                <a:ext uri="{FF2B5EF4-FFF2-40B4-BE49-F238E27FC236}">
                  <a16:creationId xmlns:a16="http://schemas.microsoft.com/office/drawing/2014/main" id="{FC64331F-5339-7536-9A8C-E8108F51AF2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6" name="Freeform 804">
              <a:extLst>
                <a:ext uri="{FF2B5EF4-FFF2-40B4-BE49-F238E27FC236}">
                  <a16:creationId xmlns:a16="http://schemas.microsoft.com/office/drawing/2014/main" id="{F80C8DEA-6F2B-3A71-A20F-D5EEABF760F0}"/>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 name="Freeform 805">
              <a:extLst>
                <a:ext uri="{FF2B5EF4-FFF2-40B4-BE49-F238E27FC236}">
                  <a16:creationId xmlns:a16="http://schemas.microsoft.com/office/drawing/2014/main" id="{C2F3945C-1B4D-0CBB-7F94-2308D3297E23}"/>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 name="Freeform 806">
              <a:extLst>
                <a:ext uri="{FF2B5EF4-FFF2-40B4-BE49-F238E27FC236}">
                  <a16:creationId xmlns:a16="http://schemas.microsoft.com/office/drawing/2014/main" id="{E77EBC81-37DA-8DB6-9571-FEEB93F685B5}"/>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 name="Freeform 807">
              <a:extLst>
                <a:ext uri="{FF2B5EF4-FFF2-40B4-BE49-F238E27FC236}">
                  <a16:creationId xmlns:a16="http://schemas.microsoft.com/office/drawing/2014/main" id="{317B2F3A-A52B-A76D-880D-DB659E1F68E2}"/>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 name="Freeform 808">
              <a:extLst>
                <a:ext uri="{FF2B5EF4-FFF2-40B4-BE49-F238E27FC236}">
                  <a16:creationId xmlns:a16="http://schemas.microsoft.com/office/drawing/2014/main" id="{27B8DFC2-8F90-0A2C-CA50-8F453EF5B9F6}"/>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 name="Freeform 809">
              <a:extLst>
                <a:ext uri="{FF2B5EF4-FFF2-40B4-BE49-F238E27FC236}">
                  <a16:creationId xmlns:a16="http://schemas.microsoft.com/office/drawing/2014/main" id="{F8BEFEFF-DD0F-E9A0-26BE-3772742E2891}"/>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 name="Freeform 810">
              <a:extLst>
                <a:ext uri="{FF2B5EF4-FFF2-40B4-BE49-F238E27FC236}">
                  <a16:creationId xmlns:a16="http://schemas.microsoft.com/office/drawing/2014/main" id="{B2A53BEE-E57C-C071-5F5D-ECCBE227036B}"/>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 name="Freeform 811">
              <a:extLst>
                <a:ext uri="{FF2B5EF4-FFF2-40B4-BE49-F238E27FC236}">
                  <a16:creationId xmlns:a16="http://schemas.microsoft.com/office/drawing/2014/main" id="{E05BFDEE-F338-29AB-B153-D82D4F1DABC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 name="Freeform 812">
              <a:extLst>
                <a:ext uri="{FF2B5EF4-FFF2-40B4-BE49-F238E27FC236}">
                  <a16:creationId xmlns:a16="http://schemas.microsoft.com/office/drawing/2014/main" id="{C8EF36B6-5090-5B38-C12D-AD68E37E7E67}"/>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 name="Freeform 813">
              <a:extLst>
                <a:ext uri="{FF2B5EF4-FFF2-40B4-BE49-F238E27FC236}">
                  <a16:creationId xmlns:a16="http://schemas.microsoft.com/office/drawing/2014/main" id="{F500B415-5BF5-E59C-B244-7F7F65ED9F14}"/>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 name="Freeform 814">
              <a:extLst>
                <a:ext uri="{FF2B5EF4-FFF2-40B4-BE49-F238E27FC236}">
                  <a16:creationId xmlns:a16="http://schemas.microsoft.com/office/drawing/2014/main" id="{D71D85B7-64D5-B78A-CE63-B1E58EC2CCBA}"/>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317" name="Red text">
            <a:extLst>
              <a:ext uri="{FF2B5EF4-FFF2-40B4-BE49-F238E27FC236}">
                <a16:creationId xmlns:a16="http://schemas.microsoft.com/office/drawing/2014/main" id="{AB2E8237-5AF6-A139-4359-88695188441E}"/>
              </a:ext>
            </a:extLst>
          </p:cNvPr>
          <p:cNvSpPr txBox="1"/>
          <p:nvPr/>
        </p:nvSpPr>
        <p:spPr>
          <a:xfrm>
            <a:off x="13554176" y="32979"/>
            <a:ext cx="4440590"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How the brain talks to stuff</a:t>
            </a:r>
          </a:p>
        </p:txBody>
      </p:sp>
      <p:sp>
        <p:nvSpPr>
          <p:cNvPr id="318" name="!!Header whiteout">
            <a:extLst>
              <a:ext uri="{FF2B5EF4-FFF2-40B4-BE49-F238E27FC236}">
                <a16:creationId xmlns:a16="http://schemas.microsoft.com/office/drawing/2014/main" id="{6DA7D3C1-0FE6-28E3-33D1-92CD683489EB}"/>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Header Text 1">
            <a:extLst>
              <a:ext uri="{FF2B5EF4-FFF2-40B4-BE49-F238E27FC236}">
                <a16:creationId xmlns:a16="http://schemas.microsoft.com/office/drawing/2014/main" id="{CFFC1170-8211-A059-3D52-B1B1AFBD3B2D}"/>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14672072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30"/>
                                        </p:tgtEl>
                                        <p:attrNameLst>
                                          <p:attrName>style.visibility</p:attrName>
                                        </p:attrNameLst>
                                      </p:cBhvr>
                                      <p:to>
                                        <p:strVal val="visible"/>
                                      </p:to>
                                    </p:set>
                                    <p:animEffect transition="in" filter="fade">
                                      <p:cBhvr>
                                        <p:cTn id="7" dur="500"/>
                                        <p:tgtEl>
                                          <p:spTgt spid="230"/>
                                        </p:tgtEl>
                                      </p:cBhvr>
                                    </p:animEffect>
                                  </p:childTnLst>
                                </p:cTn>
                              </p:par>
                              <p:par>
                                <p:cTn id="8" presetID="10" presetClass="entr" presetSubtype="0" fill="hold" nodeType="withEffect">
                                  <p:stCondLst>
                                    <p:cond delay="0"/>
                                  </p:stCondLst>
                                  <p:childTnLst>
                                    <p:set>
                                      <p:cBhvr>
                                        <p:cTn id="9" dur="1" fill="hold">
                                          <p:stCondLst>
                                            <p:cond delay="0"/>
                                          </p:stCondLst>
                                        </p:cTn>
                                        <p:tgtEl>
                                          <p:spTgt spid="129"/>
                                        </p:tgtEl>
                                        <p:attrNameLst>
                                          <p:attrName>style.visibility</p:attrName>
                                        </p:attrNameLst>
                                      </p:cBhvr>
                                      <p:to>
                                        <p:strVal val="visible"/>
                                      </p:to>
                                    </p:set>
                                    <p:animEffect transition="in" filter="fade">
                                      <p:cBhvr>
                                        <p:cTn id="10"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0"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Wifi pic" descr="See the source image">
            <a:extLst>
              <a:ext uri="{FF2B5EF4-FFF2-40B4-BE49-F238E27FC236}">
                <a16:creationId xmlns:a16="http://schemas.microsoft.com/office/drawing/2014/main" id="{0A0B62E4-8B93-4E7B-9064-8E0FAED51C7C}"/>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0184921" y="1475901"/>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1468068"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4614383"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7035378" y="1567219"/>
            <a:ext cx="2169328" cy="751385"/>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21445160">
            <a:off x="9597708" y="2516743"/>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4368800" y="2956427"/>
            <a:ext cx="5267476" cy="707886"/>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No standard for local control; some devices have local APIs, but are rarely documented.</a:t>
            </a:r>
          </a:p>
        </p:txBody>
      </p:sp>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sp>
        <p:nvSpPr>
          <p:cNvPr id="2" name="!!Header whiteout">
            <a:extLst>
              <a:ext uri="{FF2B5EF4-FFF2-40B4-BE49-F238E27FC236}">
                <a16:creationId xmlns:a16="http://schemas.microsoft.com/office/drawing/2014/main" id="{245A97C2-279D-9F3A-3A18-6D91F1F195F4}"/>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B55C9559-D13B-C5BA-ABF2-A35F00200576}"/>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47233186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Wifi pic" descr="See the source image">
            <a:extLst>
              <a:ext uri="{FF2B5EF4-FFF2-40B4-BE49-F238E27FC236}">
                <a16:creationId xmlns:a16="http://schemas.microsoft.com/office/drawing/2014/main" id="{0A0B62E4-8B93-4E7B-9064-8E0FAED51C7C}"/>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0184921" y="2627368"/>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1468068"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4614383"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7035378" y="1567219"/>
            <a:ext cx="2169328" cy="751385"/>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21445160">
            <a:off x="9597708" y="3668210"/>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4368800" y="2956427"/>
            <a:ext cx="5267476" cy="707886"/>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No standard for local control; some devices have local APIs, but are rarely documented.</a:t>
            </a:r>
          </a:p>
        </p:txBody>
      </p:sp>
      <p:sp>
        <p:nvSpPr>
          <p:cNvPr id="115" name="Red text">
            <a:extLst>
              <a:ext uri="{FF2B5EF4-FFF2-40B4-BE49-F238E27FC236}">
                <a16:creationId xmlns:a16="http://schemas.microsoft.com/office/drawing/2014/main" id="{8C0B3A0A-4EFF-42CE-9CD7-6C113E81E5AB}"/>
              </a:ext>
            </a:extLst>
          </p:cNvPr>
          <p:cNvSpPr txBox="1"/>
          <p:nvPr/>
        </p:nvSpPr>
        <p:spPr>
          <a:xfrm>
            <a:off x="4368800" y="4090564"/>
            <a:ext cx="5267476" cy="1015663"/>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Every device needs its own separate app. Good luck getting different brands of devices to interoperate.</a:t>
            </a:r>
          </a:p>
        </p:txBody>
      </p:sp>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sp>
        <p:nvSpPr>
          <p:cNvPr id="2" name="!!Header whiteout">
            <a:extLst>
              <a:ext uri="{FF2B5EF4-FFF2-40B4-BE49-F238E27FC236}">
                <a16:creationId xmlns:a16="http://schemas.microsoft.com/office/drawing/2014/main" id="{46570F32-A5F8-9B66-12DA-FA643FFE6EE4}"/>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A3F5D23F-5683-5650-B277-BF1E64EAB9A8}"/>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1194749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Wifi pic" descr="See the source image">
            <a:extLst>
              <a:ext uri="{FF2B5EF4-FFF2-40B4-BE49-F238E27FC236}">
                <a16:creationId xmlns:a16="http://schemas.microsoft.com/office/drawing/2014/main" id="{0A0B62E4-8B93-4E7B-9064-8E0FAED51C7C}"/>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0184921" y="4003206"/>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1468068"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4614383"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7035378" y="1567219"/>
            <a:ext cx="2169328" cy="751385"/>
          </a:xfrm>
          <a:prstGeom prst="rect">
            <a:avLst/>
          </a:prstGeom>
        </p:spPr>
      </p:pic>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21445160">
            <a:off x="9597708" y="5137178"/>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4368800" y="2956427"/>
            <a:ext cx="5267476" cy="707886"/>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No standard for local control; some devices have local APIs, but are rarely documented.</a:t>
            </a:r>
          </a:p>
        </p:txBody>
      </p:sp>
      <p:sp>
        <p:nvSpPr>
          <p:cNvPr id="115" name="Red text">
            <a:extLst>
              <a:ext uri="{FF2B5EF4-FFF2-40B4-BE49-F238E27FC236}">
                <a16:creationId xmlns:a16="http://schemas.microsoft.com/office/drawing/2014/main" id="{8C0B3A0A-4EFF-42CE-9CD7-6C113E81E5AB}"/>
              </a:ext>
            </a:extLst>
          </p:cNvPr>
          <p:cNvSpPr txBox="1"/>
          <p:nvPr/>
        </p:nvSpPr>
        <p:spPr>
          <a:xfrm>
            <a:off x="4368800" y="4090564"/>
            <a:ext cx="5267476" cy="1015663"/>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Every device needs its own separate app. Good luck getting different brands of devices to interoperate.</a:t>
            </a:r>
          </a:p>
        </p:txBody>
      </p:sp>
      <p:sp>
        <p:nvSpPr>
          <p:cNvPr id="116" name="Red text">
            <a:extLst>
              <a:ext uri="{FF2B5EF4-FFF2-40B4-BE49-F238E27FC236}">
                <a16:creationId xmlns:a16="http://schemas.microsoft.com/office/drawing/2014/main" id="{C0122BAE-2E29-41CD-8BAD-47159A361071}"/>
              </a:ext>
            </a:extLst>
          </p:cNvPr>
          <p:cNvSpPr txBox="1"/>
          <p:nvPr/>
        </p:nvSpPr>
        <p:spPr>
          <a:xfrm>
            <a:off x="4368800" y="5596040"/>
            <a:ext cx="5267476" cy="707886"/>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Those apps depend on the cloud and are often insecure.</a:t>
            </a:r>
          </a:p>
        </p:txBody>
      </p:sp>
      <p:sp>
        <p:nvSpPr>
          <p:cNvPr id="2" name="!!Header whiteout">
            <a:extLst>
              <a:ext uri="{FF2B5EF4-FFF2-40B4-BE49-F238E27FC236}">
                <a16:creationId xmlns:a16="http://schemas.microsoft.com/office/drawing/2014/main" id="{F3643E4B-C67A-8E81-93B3-B8F3F0DB7EE2}"/>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AC3A05D5-AA03-5ACF-375F-0026D1F451C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88486212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Wifi pic" descr="See the source image">
            <a:extLst>
              <a:ext uri="{FF2B5EF4-FFF2-40B4-BE49-F238E27FC236}">
                <a16:creationId xmlns:a16="http://schemas.microsoft.com/office/drawing/2014/main" id="{0A0B62E4-8B93-4E7B-9064-8E0FAED51C7C}"/>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0184921" y="1475901"/>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1468068"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4614383"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7035378" y="1567219"/>
            <a:ext cx="2169328" cy="751385"/>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16866151" flipH="1">
            <a:off x="9614947" y="2458232"/>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5236874" y="2956427"/>
            <a:ext cx="4399401"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ea typeface="Roboto" panose="02000000000000000000" pitchFamily="2" charset="0"/>
              </a:rPr>
              <a:t>Use Wi-Fi devices only when a better protocol isn’t available</a:t>
            </a:r>
          </a:p>
        </p:txBody>
      </p:sp>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sp>
        <p:nvSpPr>
          <p:cNvPr id="2" name="!!Header whiteout">
            <a:extLst>
              <a:ext uri="{FF2B5EF4-FFF2-40B4-BE49-F238E27FC236}">
                <a16:creationId xmlns:a16="http://schemas.microsoft.com/office/drawing/2014/main" id="{0034FFE8-7887-8E00-E44A-B8E38DD63C1F}"/>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05C36BD3-C32F-6234-7ABC-FCBFE877537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47709870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Wifi pic" descr="See the source image">
            <a:extLst>
              <a:ext uri="{FF2B5EF4-FFF2-40B4-BE49-F238E27FC236}">
                <a16:creationId xmlns:a16="http://schemas.microsoft.com/office/drawing/2014/main" id="{0A0B62E4-8B93-4E7B-9064-8E0FAED51C7C}"/>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2208458" y="1475901"/>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2162336"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5308651"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7729646" y="1567219"/>
            <a:ext cx="2169328" cy="751385"/>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11775445" flipH="1">
            <a:off x="4366662" y="2126959"/>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2184822" y="3008849"/>
            <a:ext cx="3074748"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Established protocols; widely supported</a:t>
            </a:r>
          </a:p>
        </p:txBody>
      </p:sp>
      <p:grpSp>
        <p:nvGrpSpPr>
          <p:cNvPr id="120" name="Arrow">
            <a:extLst>
              <a:ext uri="{FF2B5EF4-FFF2-40B4-BE49-F238E27FC236}">
                <a16:creationId xmlns:a16="http://schemas.microsoft.com/office/drawing/2014/main" id="{10932469-87EB-4817-BE90-C1A943C24653}"/>
              </a:ext>
            </a:extLst>
          </p:cNvPr>
          <p:cNvGrpSpPr>
            <a:grpSpLocks noChangeAspect="1"/>
          </p:cNvGrpSpPr>
          <p:nvPr/>
        </p:nvGrpSpPr>
        <p:grpSpPr bwMode="auto">
          <a:xfrm rot="16200000" flipH="1">
            <a:off x="5116830" y="2286482"/>
            <a:ext cx="904172" cy="943180"/>
            <a:chOff x="1328" y="0"/>
            <a:chExt cx="3106" cy="3240"/>
          </a:xfrm>
          <a:solidFill>
            <a:srgbClr val="C00000"/>
          </a:solidFill>
        </p:grpSpPr>
        <p:sp>
          <p:nvSpPr>
            <p:cNvPr id="121" name="Freeform 716">
              <a:extLst>
                <a:ext uri="{FF2B5EF4-FFF2-40B4-BE49-F238E27FC236}">
                  <a16:creationId xmlns:a16="http://schemas.microsoft.com/office/drawing/2014/main" id="{23ADAAD5-DC0F-4069-B4FC-2A7D1744A85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717">
              <a:extLst>
                <a:ext uri="{FF2B5EF4-FFF2-40B4-BE49-F238E27FC236}">
                  <a16:creationId xmlns:a16="http://schemas.microsoft.com/office/drawing/2014/main" id="{63A8F335-A714-43BF-BA90-64AC56CB0D28}"/>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718">
              <a:extLst>
                <a:ext uri="{FF2B5EF4-FFF2-40B4-BE49-F238E27FC236}">
                  <a16:creationId xmlns:a16="http://schemas.microsoft.com/office/drawing/2014/main" id="{67A04F15-CEB4-4D6E-88D2-9DFA4AF38F76}"/>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719">
              <a:extLst>
                <a:ext uri="{FF2B5EF4-FFF2-40B4-BE49-F238E27FC236}">
                  <a16:creationId xmlns:a16="http://schemas.microsoft.com/office/drawing/2014/main" id="{E94A90C9-3CE0-40B1-9795-CF4876BE7384}"/>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20">
              <a:extLst>
                <a:ext uri="{FF2B5EF4-FFF2-40B4-BE49-F238E27FC236}">
                  <a16:creationId xmlns:a16="http://schemas.microsoft.com/office/drawing/2014/main" id="{68D9BF64-660A-4983-BC89-25DD743BAD1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721">
              <a:extLst>
                <a:ext uri="{FF2B5EF4-FFF2-40B4-BE49-F238E27FC236}">
                  <a16:creationId xmlns:a16="http://schemas.microsoft.com/office/drawing/2014/main" id="{65EDABFE-C2AF-41B7-B8ED-05C294B97AB1}"/>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22">
              <a:extLst>
                <a:ext uri="{FF2B5EF4-FFF2-40B4-BE49-F238E27FC236}">
                  <a16:creationId xmlns:a16="http://schemas.microsoft.com/office/drawing/2014/main" id="{74B6C3E8-97F9-4594-84FF-859361399AEF}"/>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23">
              <a:extLst>
                <a:ext uri="{FF2B5EF4-FFF2-40B4-BE49-F238E27FC236}">
                  <a16:creationId xmlns:a16="http://schemas.microsoft.com/office/drawing/2014/main" id="{4240B772-EBE3-43C1-ABEE-6B37937DF90A}"/>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24">
              <a:extLst>
                <a:ext uri="{FF2B5EF4-FFF2-40B4-BE49-F238E27FC236}">
                  <a16:creationId xmlns:a16="http://schemas.microsoft.com/office/drawing/2014/main" id="{EBB4AB8E-E2D4-4315-A88F-85303DBFEA45}"/>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25">
              <a:extLst>
                <a:ext uri="{FF2B5EF4-FFF2-40B4-BE49-F238E27FC236}">
                  <a16:creationId xmlns:a16="http://schemas.microsoft.com/office/drawing/2014/main" id="{1B5A90F7-EA1F-4A24-B0BC-27BE46C731D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26">
              <a:extLst>
                <a:ext uri="{FF2B5EF4-FFF2-40B4-BE49-F238E27FC236}">
                  <a16:creationId xmlns:a16="http://schemas.microsoft.com/office/drawing/2014/main" id="{BB9BDF38-5E83-4413-8118-D12B5A08A981}"/>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27">
              <a:extLst>
                <a:ext uri="{FF2B5EF4-FFF2-40B4-BE49-F238E27FC236}">
                  <a16:creationId xmlns:a16="http://schemas.microsoft.com/office/drawing/2014/main" id="{1E3BF51A-7CBA-43D4-9103-DF182FB1E19E}"/>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28">
              <a:extLst>
                <a:ext uri="{FF2B5EF4-FFF2-40B4-BE49-F238E27FC236}">
                  <a16:creationId xmlns:a16="http://schemas.microsoft.com/office/drawing/2014/main" id="{7AFA05C3-E2B1-43D5-8D62-06761B673DEF}"/>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29">
              <a:extLst>
                <a:ext uri="{FF2B5EF4-FFF2-40B4-BE49-F238E27FC236}">
                  <a16:creationId xmlns:a16="http://schemas.microsoft.com/office/drawing/2014/main" id="{EFE5A3C5-3FF6-4E08-B473-E45C0F7512FD}"/>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30">
              <a:extLst>
                <a:ext uri="{FF2B5EF4-FFF2-40B4-BE49-F238E27FC236}">
                  <a16:creationId xmlns:a16="http://schemas.microsoft.com/office/drawing/2014/main" id="{26B46A0C-72E3-4E1B-B98B-B3A382C0983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31">
              <a:extLst>
                <a:ext uri="{FF2B5EF4-FFF2-40B4-BE49-F238E27FC236}">
                  <a16:creationId xmlns:a16="http://schemas.microsoft.com/office/drawing/2014/main" id="{3DEB44A6-75C4-4A4F-BB7A-4000B231EB6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32">
              <a:extLst>
                <a:ext uri="{FF2B5EF4-FFF2-40B4-BE49-F238E27FC236}">
                  <a16:creationId xmlns:a16="http://schemas.microsoft.com/office/drawing/2014/main" id="{64A3238F-7B45-4226-93F1-25EC856D96B2}"/>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33">
              <a:extLst>
                <a:ext uri="{FF2B5EF4-FFF2-40B4-BE49-F238E27FC236}">
                  <a16:creationId xmlns:a16="http://schemas.microsoft.com/office/drawing/2014/main" id="{67398EF4-B45B-4293-91F0-C25776954EE3}"/>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34">
              <a:extLst>
                <a:ext uri="{FF2B5EF4-FFF2-40B4-BE49-F238E27FC236}">
                  <a16:creationId xmlns:a16="http://schemas.microsoft.com/office/drawing/2014/main" id="{5DF2D6CA-1F6A-4F9A-8A20-692CF3EE3F5D}"/>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35">
              <a:extLst>
                <a:ext uri="{FF2B5EF4-FFF2-40B4-BE49-F238E27FC236}">
                  <a16:creationId xmlns:a16="http://schemas.microsoft.com/office/drawing/2014/main" id="{D2522C74-C2BC-4A3C-8B61-E20547FA6F9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36">
              <a:extLst>
                <a:ext uri="{FF2B5EF4-FFF2-40B4-BE49-F238E27FC236}">
                  <a16:creationId xmlns:a16="http://schemas.microsoft.com/office/drawing/2014/main" id="{3ABCB9A4-A083-48DA-A8C1-7417CDC9A02A}"/>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37">
              <a:extLst>
                <a:ext uri="{FF2B5EF4-FFF2-40B4-BE49-F238E27FC236}">
                  <a16:creationId xmlns:a16="http://schemas.microsoft.com/office/drawing/2014/main" id="{DB2716C7-23A2-411E-924B-D52DD08796E8}"/>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38">
              <a:extLst>
                <a:ext uri="{FF2B5EF4-FFF2-40B4-BE49-F238E27FC236}">
                  <a16:creationId xmlns:a16="http://schemas.microsoft.com/office/drawing/2014/main" id="{228304F1-D81D-4F79-9195-8655A0A02EBC}"/>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39">
              <a:extLst>
                <a:ext uri="{FF2B5EF4-FFF2-40B4-BE49-F238E27FC236}">
                  <a16:creationId xmlns:a16="http://schemas.microsoft.com/office/drawing/2014/main" id="{296F4DAE-838C-49CB-849C-36307ADC077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40">
              <a:extLst>
                <a:ext uri="{FF2B5EF4-FFF2-40B4-BE49-F238E27FC236}">
                  <a16:creationId xmlns:a16="http://schemas.microsoft.com/office/drawing/2014/main" id="{60973832-0AA4-4E20-9973-D46B92F35F5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41">
              <a:extLst>
                <a:ext uri="{FF2B5EF4-FFF2-40B4-BE49-F238E27FC236}">
                  <a16:creationId xmlns:a16="http://schemas.microsoft.com/office/drawing/2014/main" id="{91E33599-B674-4F31-BD94-A8440AA6EE30}"/>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42">
              <a:extLst>
                <a:ext uri="{FF2B5EF4-FFF2-40B4-BE49-F238E27FC236}">
                  <a16:creationId xmlns:a16="http://schemas.microsoft.com/office/drawing/2014/main" id="{6D99C9DA-788B-4DDF-AF10-3989348B1A9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43">
              <a:extLst>
                <a:ext uri="{FF2B5EF4-FFF2-40B4-BE49-F238E27FC236}">
                  <a16:creationId xmlns:a16="http://schemas.microsoft.com/office/drawing/2014/main" id="{81AA9266-AF61-4C5F-826F-9F03E25385B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44">
              <a:extLst>
                <a:ext uri="{FF2B5EF4-FFF2-40B4-BE49-F238E27FC236}">
                  <a16:creationId xmlns:a16="http://schemas.microsoft.com/office/drawing/2014/main" id="{5A4A6C35-F286-4124-ACCC-0C16582A9860}"/>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45">
              <a:extLst>
                <a:ext uri="{FF2B5EF4-FFF2-40B4-BE49-F238E27FC236}">
                  <a16:creationId xmlns:a16="http://schemas.microsoft.com/office/drawing/2014/main" id="{5554E6A0-81DE-45CC-9419-81F50B5892EB}"/>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46">
              <a:extLst>
                <a:ext uri="{FF2B5EF4-FFF2-40B4-BE49-F238E27FC236}">
                  <a16:creationId xmlns:a16="http://schemas.microsoft.com/office/drawing/2014/main" id="{55A1F73D-57E6-4F58-A1CB-8B3F7A186860}"/>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47">
              <a:extLst>
                <a:ext uri="{FF2B5EF4-FFF2-40B4-BE49-F238E27FC236}">
                  <a16:creationId xmlns:a16="http://schemas.microsoft.com/office/drawing/2014/main" id="{DA97FA1E-F10A-4713-97D3-764E7314CC1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48">
              <a:extLst>
                <a:ext uri="{FF2B5EF4-FFF2-40B4-BE49-F238E27FC236}">
                  <a16:creationId xmlns:a16="http://schemas.microsoft.com/office/drawing/2014/main" id="{04B7CAC2-328A-43BC-8B2B-B11B8C939669}"/>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749">
              <a:extLst>
                <a:ext uri="{FF2B5EF4-FFF2-40B4-BE49-F238E27FC236}">
                  <a16:creationId xmlns:a16="http://schemas.microsoft.com/office/drawing/2014/main" id="{E362FC38-9194-4C1B-8E2B-25B9BE12139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750">
              <a:extLst>
                <a:ext uri="{FF2B5EF4-FFF2-40B4-BE49-F238E27FC236}">
                  <a16:creationId xmlns:a16="http://schemas.microsoft.com/office/drawing/2014/main" id="{C1513352-19B2-4F7E-81B1-74B579F87BD8}"/>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751">
              <a:extLst>
                <a:ext uri="{FF2B5EF4-FFF2-40B4-BE49-F238E27FC236}">
                  <a16:creationId xmlns:a16="http://schemas.microsoft.com/office/drawing/2014/main" id="{89C33536-F868-406B-9D86-F773E9963513}"/>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752">
              <a:extLst>
                <a:ext uri="{FF2B5EF4-FFF2-40B4-BE49-F238E27FC236}">
                  <a16:creationId xmlns:a16="http://schemas.microsoft.com/office/drawing/2014/main" id="{F9FE997A-4FA2-41D4-900D-43265C4FE92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753">
              <a:extLst>
                <a:ext uri="{FF2B5EF4-FFF2-40B4-BE49-F238E27FC236}">
                  <a16:creationId xmlns:a16="http://schemas.microsoft.com/office/drawing/2014/main" id="{CE5606A5-6B0F-487E-85BE-78CF6DF6A583}"/>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754">
              <a:extLst>
                <a:ext uri="{FF2B5EF4-FFF2-40B4-BE49-F238E27FC236}">
                  <a16:creationId xmlns:a16="http://schemas.microsoft.com/office/drawing/2014/main" id="{BFFF74CC-CCE4-49A8-94AE-AC921A8E58CB}"/>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755">
              <a:extLst>
                <a:ext uri="{FF2B5EF4-FFF2-40B4-BE49-F238E27FC236}">
                  <a16:creationId xmlns:a16="http://schemas.microsoft.com/office/drawing/2014/main" id="{DCE5D807-5D29-4072-8BCC-07B68AAB65EF}"/>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756">
              <a:extLst>
                <a:ext uri="{FF2B5EF4-FFF2-40B4-BE49-F238E27FC236}">
                  <a16:creationId xmlns:a16="http://schemas.microsoft.com/office/drawing/2014/main" id="{9EFFB4F7-4511-4329-A42F-99B5385A39BC}"/>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757">
              <a:extLst>
                <a:ext uri="{FF2B5EF4-FFF2-40B4-BE49-F238E27FC236}">
                  <a16:creationId xmlns:a16="http://schemas.microsoft.com/office/drawing/2014/main" id="{FB9D82B6-1CB5-4258-97FB-41B9697C0561}"/>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758">
              <a:extLst>
                <a:ext uri="{FF2B5EF4-FFF2-40B4-BE49-F238E27FC236}">
                  <a16:creationId xmlns:a16="http://schemas.microsoft.com/office/drawing/2014/main" id="{608CC61D-1BB0-4FB3-950B-502726FB1B69}"/>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759">
              <a:extLst>
                <a:ext uri="{FF2B5EF4-FFF2-40B4-BE49-F238E27FC236}">
                  <a16:creationId xmlns:a16="http://schemas.microsoft.com/office/drawing/2014/main" id="{B389A7AD-3413-4ED4-9AFA-EDB8123DB164}"/>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760">
              <a:extLst>
                <a:ext uri="{FF2B5EF4-FFF2-40B4-BE49-F238E27FC236}">
                  <a16:creationId xmlns:a16="http://schemas.microsoft.com/office/drawing/2014/main" id="{E0028DC0-0A9C-4B05-AAE9-49DF995070D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761">
              <a:extLst>
                <a:ext uri="{FF2B5EF4-FFF2-40B4-BE49-F238E27FC236}">
                  <a16:creationId xmlns:a16="http://schemas.microsoft.com/office/drawing/2014/main" id="{101DCECF-C3C1-4A9E-AFEA-96764E41FFE7}"/>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762">
              <a:extLst>
                <a:ext uri="{FF2B5EF4-FFF2-40B4-BE49-F238E27FC236}">
                  <a16:creationId xmlns:a16="http://schemas.microsoft.com/office/drawing/2014/main" id="{0A0F3B64-D86C-49C4-91A1-272C8973ECFC}"/>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763">
              <a:extLst>
                <a:ext uri="{FF2B5EF4-FFF2-40B4-BE49-F238E27FC236}">
                  <a16:creationId xmlns:a16="http://schemas.microsoft.com/office/drawing/2014/main" id="{65152A8D-B5E7-4E1A-A1CE-43450A5EC6D5}"/>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4" name="Freeform 764">
              <a:extLst>
                <a:ext uri="{FF2B5EF4-FFF2-40B4-BE49-F238E27FC236}">
                  <a16:creationId xmlns:a16="http://schemas.microsoft.com/office/drawing/2014/main" id="{B0B2C3C9-0BB2-4656-9231-6EE735BE1D72}"/>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5" name="Freeform 765">
              <a:extLst>
                <a:ext uri="{FF2B5EF4-FFF2-40B4-BE49-F238E27FC236}">
                  <a16:creationId xmlns:a16="http://schemas.microsoft.com/office/drawing/2014/main" id="{E75A4444-EFC1-414B-A4B5-C0C556DB540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6" name="Freeform 766">
              <a:extLst>
                <a:ext uri="{FF2B5EF4-FFF2-40B4-BE49-F238E27FC236}">
                  <a16:creationId xmlns:a16="http://schemas.microsoft.com/office/drawing/2014/main" id="{9DCCCEB2-F0B3-4EC3-89DB-68D5661C902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7" name="Freeform 767">
              <a:extLst>
                <a:ext uri="{FF2B5EF4-FFF2-40B4-BE49-F238E27FC236}">
                  <a16:creationId xmlns:a16="http://schemas.microsoft.com/office/drawing/2014/main" id="{A9159C0C-8E30-41BC-A9A0-572A20A214C0}"/>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8" name="Freeform 768">
              <a:extLst>
                <a:ext uri="{FF2B5EF4-FFF2-40B4-BE49-F238E27FC236}">
                  <a16:creationId xmlns:a16="http://schemas.microsoft.com/office/drawing/2014/main" id="{5E73F7CF-CF83-483A-B742-1D29C360E4A0}"/>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9" name="Freeform 769">
              <a:extLst>
                <a:ext uri="{FF2B5EF4-FFF2-40B4-BE49-F238E27FC236}">
                  <a16:creationId xmlns:a16="http://schemas.microsoft.com/office/drawing/2014/main" id="{AA4D63DE-8E9F-49D5-8C1E-3EC73A406C6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0" name="Freeform 770">
              <a:extLst>
                <a:ext uri="{FF2B5EF4-FFF2-40B4-BE49-F238E27FC236}">
                  <a16:creationId xmlns:a16="http://schemas.microsoft.com/office/drawing/2014/main" id="{AB42D457-7762-4E98-BCB1-B2DFCFDCEC33}"/>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1" name="Freeform 771">
              <a:extLst>
                <a:ext uri="{FF2B5EF4-FFF2-40B4-BE49-F238E27FC236}">
                  <a16:creationId xmlns:a16="http://schemas.microsoft.com/office/drawing/2014/main" id="{E2C4A1D7-9602-42BA-A42B-06BDA3FCFC1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2" name="Freeform 772">
              <a:extLst>
                <a:ext uri="{FF2B5EF4-FFF2-40B4-BE49-F238E27FC236}">
                  <a16:creationId xmlns:a16="http://schemas.microsoft.com/office/drawing/2014/main" id="{50EBB689-7EE6-40B6-B1BE-CB8524AB957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3" name="Freeform 773">
              <a:extLst>
                <a:ext uri="{FF2B5EF4-FFF2-40B4-BE49-F238E27FC236}">
                  <a16:creationId xmlns:a16="http://schemas.microsoft.com/office/drawing/2014/main" id="{5DA70B26-E6AB-4364-BF71-7A7267A713B3}"/>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4" name="Freeform 774">
              <a:extLst>
                <a:ext uri="{FF2B5EF4-FFF2-40B4-BE49-F238E27FC236}">
                  <a16:creationId xmlns:a16="http://schemas.microsoft.com/office/drawing/2014/main" id="{5B4C107D-A436-4017-9DD4-5EB30CFD67C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5" name="Freeform 775">
              <a:extLst>
                <a:ext uri="{FF2B5EF4-FFF2-40B4-BE49-F238E27FC236}">
                  <a16:creationId xmlns:a16="http://schemas.microsoft.com/office/drawing/2014/main" id="{F5464365-1A16-4748-A1A4-F8138D9A8EA2}"/>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6" name="Freeform 776">
              <a:extLst>
                <a:ext uri="{FF2B5EF4-FFF2-40B4-BE49-F238E27FC236}">
                  <a16:creationId xmlns:a16="http://schemas.microsoft.com/office/drawing/2014/main" id="{53C8F0DB-03DF-4AEA-B0ED-1A8DDBA0FAF2}"/>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7" name="Freeform 777">
              <a:extLst>
                <a:ext uri="{FF2B5EF4-FFF2-40B4-BE49-F238E27FC236}">
                  <a16:creationId xmlns:a16="http://schemas.microsoft.com/office/drawing/2014/main" id="{8D7A68AF-D1D0-401E-9F42-76ED6C5A30BC}"/>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8" name="Freeform 778">
              <a:extLst>
                <a:ext uri="{FF2B5EF4-FFF2-40B4-BE49-F238E27FC236}">
                  <a16:creationId xmlns:a16="http://schemas.microsoft.com/office/drawing/2014/main" id="{D18A16C8-A969-4FE1-9DDD-C443F036F6F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9" name="Freeform 779">
              <a:extLst>
                <a:ext uri="{FF2B5EF4-FFF2-40B4-BE49-F238E27FC236}">
                  <a16:creationId xmlns:a16="http://schemas.microsoft.com/office/drawing/2014/main" id="{2E0F0BD5-DD83-4055-85FE-6C4E71D0CE5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0" name="Freeform 780">
              <a:extLst>
                <a:ext uri="{FF2B5EF4-FFF2-40B4-BE49-F238E27FC236}">
                  <a16:creationId xmlns:a16="http://schemas.microsoft.com/office/drawing/2014/main" id="{FC032757-79DA-4F63-954E-C5FA3E0C5DD6}"/>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1" name="Freeform 781">
              <a:extLst>
                <a:ext uri="{FF2B5EF4-FFF2-40B4-BE49-F238E27FC236}">
                  <a16:creationId xmlns:a16="http://schemas.microsoft.com/office/drawing/2014/main" id="{88933033-20AA-4CE2-BB86-A0CA00265036}"/>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2" name="Freeform 782">
              <a:extLst>
                <a:ext uri="{FF2B5EF4-FFF2-40B4-BE49-F238E27FC236}">
                  <a16:creationId xmlns:a16="http://schemas.microsoft.com/office/drawing/2014/main" id="{B5DD9CA8-F6CD-4019-A8E7-2960D41BA78B}"/>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3" name="Freeform 783">
              <a:extLst>
                <a:ext uri="{FF2B5EF4-FFF2-40B4-BE49-F238E27FC236}">
                  <a16:creationId xmlns:a16="http://schemas.microsoft.com/office/drawing/2014/main" id="{BB511AD7-6978-4C0D-9795-28752DE7689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4" name="Freeform 784">
              <a:extLst>
                <a:ext uri="{FF2B5EF4-FFF2-40B4-BE49-F238E27FC236}">
                  <a16:creationId xmlns:a16="http://schemas.microsoft.com/office/drawing/2014/main" id="{EEFFB8C9-62B2-4D3E-A0D3-163E958855A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5" name="Freeform 785">
              <a:extLst>
                <a:ext uri="{FF2B5EF4-FFF2-40B4-BE49-F238E27FC236}">
                  <a16:creationId xmlns:a16="http://schemas.microsoft.com/office/drawing/2014/main" id="{3429448E-9A7E-44A4-8B5E-E8C6575913D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6" name="Freeform 786">
              <a:extLst>
                <a:ext uri="{FF2B5EF4-FFF2-40B4-BE49-F238E27FC236}">
                  <a16:creationId xmlns:a16="http://schemas.microsoft.com/office/drawing/2014/main" id="{2D0DF9C2-A77E-4458-9561-401C4FD07287}"/>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7" name="Freeform 787">
              <a:extLst>
                <a:ext uri="{FF2B5EF4-FFF2-40B4-BE49-F238E27FC236}">
                  <a16:creationId xmlns:a16="http://schemas.microsoft.com/office/drawing/2014/main" id="{3B2ECE0C-1F3A-45E5-8C8B-37192973E6E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8" name="Freeform 788">
              <a:extLst>
                <a:ext uri="{FF2B5EF4-FFF2-40B4-BE49-F238E27FC236}">
                  <a16:creationId xmlns:a16="http://schemas.microsoft.com/office/drawing/2014/main" id="{52CCD996-D31D-429C-9426-0A9701C1D111}"/>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9" name="Freeform 789">
              <a:extLst>
                <a:ext uri="{FF2B5EF4-FFF2-40B4-BE49-F238E27FC236}">
                  <a16:creationId xmlns:a16="http://schemas.microsoft.com/office/drawing/2014/main" id="{69D2D661-4346-46F7-B440-616578242B7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0" name="Freeform 790">
              <a:extLst>
                <a:ext uri="{FF2B5EF4-FFF2-40B4-BE49-F238E27FC236}">
                  <a16:creationId xmlns:a16="http://schemas.microsoft.com/office/drawing/2014/main" id="{D3273536-CF16-4203-8CC4-C1E6BDD8954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1" name="Freeform 791">
              <a:extLst>
                <a:ext uri="{FF2B5EF4-FFF2-40B4-BE49-F238E27FC236}">
                  <a16:creationId xmlns:a16="http://schemas.microsoft.com/office/drawing/2014/main" id="{AD482CF2-A25E-4468-AEDA-C243742D65A6}"/>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2" name="Freeform 792">
              <a:extLst>
                <a:ext uri="{FF2B5EF4-FFF2-40B4-BE49-F238E27FC236}">
                  <a16:creationId xmlns:a16="http://schemas.microsoft.com/office/drawing/2014/main" id="{12FD0467-B2E5-472C-8DF8-E29110049A1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3" name="Freeform 793">
              <a:extLst>
                <a:ext uri="{FF2B5EF4-FFF2-40B4-BE49-F238E27FC236}">
                  <a16:creationId xmlns:a16="http://schemas.microsoft.com/office/drawing/2014/main" id="{9DECC6BF-FF89-4825-8642-9E40566FFE45}"/>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4" name="Freeform 794">
              <a:extLst>
                <a:ext uri="{FF2B5EF4-FFF2-40B4-BE49-F238E27FC236}">
                  <a16:creationId xmlns:a16="http://schemas.microsoft.com/office/drawing/2014/main" id="{C62F1476-0E59-4209-B62D-0720457EA1B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5" name="Freeform 795">
              <a:extLst>
                <a:ext uri="{FF2B5EF4-FFF2-40B4-BE49-F238E27FC236}">
                  <a16:creationId xmlns:a16="http://schemas.microsoft.com/office/drawing/2014/main" id="{87BD5297-3146-47E5-A775-40EC82944E5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6" name="Freeform 796">
              <a:extLst>
                <a:ext uri="{FF2B5EF4-FFF2-40B4-BE49-F238E27FC236}">
                  <a16:creationId xmlns:a16="http://schemas.microsoft.com/office/drawing/2014/main" id="{803579F1-5B42-44BD-9FFA-D93F0C48EADA}"/>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 name="Freeform 797">
              <a:extLst>
                <a:ext uri="{FF2B5EF4-FFF2-40B4-BE49-F238E27FC236}">
                  <a16:creationId xmlns:a16="http://schemas.microsoft.com/office/drawing/2014/main" id="{6CF00BB7-6352-470E-8E13-9BB62321F9A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 name="Freeform 798">
              <a:extLst>
                <a:ext uri="{FF2B5EF4-FFF2-40B4-BE49-F238E27FC236}">
                  <a16:creationId xmlns:a16="http://schemas.microsoft.com/office/drawing/2014/main" id="{28EF1C99-8718-4AA9-B795-41CBB632A12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 name="Freeform 799">
              <a:extLst>
                <a:ext uri="{FF2B5EF4-FFF2-40B4-BE49-F238E27FC236}">
                  <a16:creationId xmlns:a16="http://schemas.microsoft.com/office/drawing/2014/main" id="{CB2AEBDD-F617-4337-8215-A5F8501F1ECD}"/>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 name="Freeform 800">
              <a:extLst>
                <a:ext uri="{FF2B5EF4-FFF2-40B4-BE49-F238E27FC236}">
                  <a16:creationId xmlns:a16="http://schemas.microsoft.com/office/drawing/2014/main" id="{BB7B5684-25EC-4A91-AE7D-28A1844AAD6A}"/>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 name="Freeform 801">
              <a:extLst>
                <a:ext uri="{FF2B5EF4-FFF2-40B4-BE49-F238E27FC236}">
                  <a16:creationId xmlns:a16="http://schemas.microsoft.com/office/drawing/2014/main" id="{4A89A7B0-B152-4520-BA54-90416791CEA1}"/>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 name="Freeform 802">
              <a:extLst>
                <a:ext uri="{FF2B5EF4-FFF2-40B4-BE49-F238E27FC236}">
                  <a16:creationId xmlns:a16="http://schemas.microsoft.com/office/drawing/2014/main" id="{9841BE9F-7965-4A78-B72F-E178A5D5656E}"/>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 name="Freeform 803">
              <a:extLst>
                <a:ext uri="{FF2B5EF4-FFF2-40B4-BE49-F238E27FC236}">
                  <a16:creationId xmlns:a16="http://schemas.microsoft.com/office/drawing/2014/main" id="{7853BB01-37B8-4968-9900-4C73F79BADEE}"/>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 name="Freeform 804">
              <a:extLst>
                <a:ext uri="{FF2B5EF4-FFF2-40B4-BE49-F238E27FC236}">
                  <a16:creationId xmlns:a16="http://schemas.microsoft.com/office/drawing/2014/main" id="{3BAE373E-802A-4322-947E-60AD993E50C6}"/>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 name="Freeform 805">
              <a:extLst>
                <a:ext uri="{FF2B5EF4-FFF2-40B4-BE49-F238E27FC236}">
                  <a16:creationId xmlns:a16="http://schemas.microsoft.com/office/drawing/2014/main" id="{F9B78148-E200-4621-89BE-D7481040C8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 name="Freeform 806">
              <a:extLst>
                <a:ext uri="{FF2B5EF4-FFF2-40B4-BE49-F238E27FC236}">
                  <a16:creationId xmlns:a16="http://schemas.microsoft.com/office/drawing/2014/main" id="{065A8EA3-76A2-43AA-81A7-F6FB5837BC1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7" name="Freeform 807">
              <a:extLst>
                <a:ext uri="{FF2B5EF4-FFF2-40B4-BE49-F238E27FC236}">
                  <a16:creationId xmlns:a16="http://schemas.microsoft.com/office/drawing/2014/main" id="{E18D18CB-59C5-4A31-B851-F9CA7F90318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8" name="Freeform 808">
              <a:extLst>
                <a:ext uri="{FF2B5EF4-FFF2-40B4-BE49-F238E27FC236}">
                  <a16:creationId xmlns:a16="http://schemas.microsoft.com/office/drawing/2014/main" id="{D82962F5-20EC-48EC-8552-80817FC96CDE}"/>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9" name="Freeform 809">
              <a:extLst>
                <a:ext uri="{FF2B5EF4-FFF2-40B4-BE49-F238E27FC236}">
                  <a16:creationId xmlns:a16="http://schemas.microsoft.com/office/drawing/2014/main" id="{75670662-5848-4E6E-8650-8DE3CA36E746}"/>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0" name="Freeform 810">
              <a:extLst>
                <a:ext uri="{FF2B5EF4-FFF2-40B4-BE49-F238E27FC236}">
                  <a16:creationId xmlns:a16="http://schemas.microsoft.com/office/drawing/2014/main" id="{41903D8D-2CB2-45A6-9339-1F5B4BEDFF60}"/>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1" name="Freeform 811">
              <a:extLst>
                <a:ext uri="{FF2B5EF4-FFF2-40B4-BE49-F238E27FC236}">
                  <a16:creationId xmlns:a16="http://schemas.microsoft.com/office/drawing/2014/main" id="{7D748681-7BBD-4F83-9309-1DCF947BABD0}"/>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2" name="Freeform 812">
              <a:extLst>
                <a:ext uri="{FF2B5EF4-FFF2-40B4-BE49-F238E27FC236}">
                  <a16:creationId xmlns:a16="http://schemas.microsoft.com/office/drawing/2014/main" id="{309D7ED2-242C-4E4D-BACA-BB6C87001148}"/>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3" name="Freeform 813">
              <a:extLst>
                <a:ext uri="{FF2B5EF4-FFF2-40B4-BE49-F238E27FC236}">
                  <a16:creationId xmlns:a16="http://schemas.microsoft.com/office/drawing/2014/main" id="{F5E97F72-2C04-48BC-A4BF-CC058CC6EADC}"/>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4" name="Freeform 814">
              <a:extLst>
                <a:ext uri="{FF2B5EF4-FFF2-40B4-BE49-F238E27FC236}">
                  <a16:creationId xmlns:a16="http://schemas.microsoft.com/office/drawing/2014/main" id="{8A8514E6-0863-4CE6-9496-0A857744CB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325" name="Red text">
            <a:extLst>
              <a:ext uri="{FF2B5EF4-FFF2-40B4-BE49-F238E27FC236}">
                <a16:creationId xmlns:a16="http://schemas.microsoft.com/office/drawing/2014/main" id="{143714C0-ECC2-4BF0-851B-02E2EA3433C9}"/>
              </a:ext>
            </a:extLst>
          </p:cNvPr>
          <p:cNvSpPr txBox="1"/>
          <p:nvPr/>
        </p:nvSpPr>
        <p:spPr>
          <a:xfrm>
            <a:off x="9235033" y="2976828"/>
            <a:ext cx="3010840"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New kid on the block</a:t>
            </a:r>
          </a:p>
        </p:txBody>
      </p:sp>
      <p:grpSp>
        <p:nvGrpSpPr>
          <p:cNvPr id="326" name="Arrow">
            <a:extLst>
              <a:ext uri="{FF2B5EF4-FFF2-40B4-BE49-F238E27FC236}">
                <a16:creationId xmlns:a16="http://schemas.microsoft.com/office/drawing/2014/main" id="{056C3969-A751-44EE-A02C-0DF5F063382C}"/>
              </a:ext>
            </a:extLst>
          </p:cNvPr>
          <p:cNvGrpSpPr>
            <a:grpSpLocks noChangeAspect="1"/>
          </p:cNvGrpSpPr>
          <p:nvPr/>
        </p:nvGrpSpPr>
        <p:grpSpPr bwMode="auto">
          <a:xfrm rot="5400000">
            <a:off x="8306991" y="2300902"/>
            <a:ext cx="904172" cy="943180"/>
            <a:chOff x="1328" y="0"/>
            <a:chExt cx="3106" cy="3240"/>
          </a:xfrm>
          <a:solidFill>
            <a:srgbClr val="C00000"/>
          </a:solidFill>
        </p:grpSpPr>
        <p:sp>
          <p:nvSpPr>
            <p:cNvPr id="327" name="Freeform 716">
              <a:extLst>
                <a:ext uri="{FF2B5EF4-FFF2-40B4-BE49-F238E27FC236}">
                  <a16:creationId xmlns:a16="http://schemas.microsoft.com/office/drawing/2014/main" id="{2DBB117E-397F-4238-A4E5-420874C4746D}"/>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8" name="Freeform 717">
              <a:extLst>
                <a:ext uri="{FF2B5EF4-FFF2-40B4-BE49-F238E27FC236}">
                  <a16:creationId xmlns:a16="http://schemas.microsoft.com/office/drawing/2014/main" id="{EB1524D4-FE83-4154-ABF4-7799713F2450}"/>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9" name="Freeform 718">
              <a:extLst>
                <a:ext uri="{FF2B5EF4-FFF2-40B4-BE49-F238E27FC236}">
                  <a16:creationId xmlns:a16="http://schemas.microsoft.com/office/drawing/2014/main" id="{B9CE8515-EAE0-459B-8393-04E13ED7F293}"/>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0" name="Freeform 719">
              <a:extLst>
                <a:ext uri="{FF2B5EF4-FFF2-40B4-BE49-F238E27FC236}">
                  <a16:creationId xmlns:a16="http://schemas.microsoft.com/office/drawing/2014/main" id="{7F51FE01-F218-43C3-83EA-B6DDD4A42EB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1" name="Freeform 720">
              <a:extLst>
                <a:ext uri="{FF2B5EF4-FFF2-40B4-BE49-F238E27FC236}">
                  <a16:creationId xmlns:a16="http://schemas.microsoft.com/office/drawing/2014/main" id="{2C324003-DD88-4D89-9BC2-FCBD51B884AE}"/>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2" name="Freeform 721">
              <a:extLst>
                <a:ext uri="{FF2B5EF4-FFF2-40B4-BE49-F238E27FC236}">
                  <a16:creationId xmlns:a16="http://schemas.microsoft.com/office/drawing/2014/main" id="{418FB233-CB11-4C76-9C1A-6DB9B3E8B32F}"/>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3" name="Freeform 722">
              <a:extLst>
                <a:ext uri="{FF2B5EF4-FFF2-40B4-BE49-F238E27FC236}">
                  <a16:creationId xmlns:a16="http://schemas.microsoft.com/office/drawing/2014/main" id="{554A0019-C954-445B-872A-9D83C80F1574}"/>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4" name="Freeform 723">
              <a:extLst>
                <a:ext uri="{FF2B5EF4-FFF2-40B4-BE49-F238E27FC236}">
                  <a16:creationId xmlns:a16="http://schemas.microsoft.com/office/drawing/2014/main" id="{DE0C8A3A-1A70-4BB4-AF7F-25C788C5949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5" name="Freeform 724">
              <a:extLst>
                <a:ext uri="{FF2B5EF4-FFF2-40B4-BE49-F238E27FC236}">
                  <a16:creationId xmlns:a16="http://schemas.microsoft.com/office/drawing/2014/main" id="{D58446F9-2445-4813-8958-1E36543923E6}"/>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6" name="Freeform 725">
              <a:extLst>
                <a:ext uri="{FF2B5EF4-FFF2-40B4-BE49-F238E27FC236}">
                  <a16:creationId xmlns:a16="http://schemas.microsoft.com/office/drawing/2014/main" id="{DC1DFCD9-490A-4662-A95F-A1E7181D4B8A}"/>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7" name="Freeform 726">
              <a:extLst>
                <a:ext uri="{FF2B5EF4-FFF2-40B4-BE49-F238E27FC236}">
                  <a16:creationId xmlns:a16="http://schemas.microsoft.com/office/drawing/2014/main" id="{B3251587-0974-4E6F-8826-A9BCE872F05E}"/>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8" name="Freeform 727">
              <a:extLst>
                <a:ext uri="{FF2B5EF4-FFF2-40B4-BE49-F238E27FC236}">
                  <a16:creationId xmlns:a16="http://schemas.microsoft.com/office/drawing/2014/main" id="{CE574517-3E31-4442-AC10-4E76949B6A71}"/>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9" name="Freeform 728">
              <a:extLst>
                <a:ext uri="{FF2B5EF4-FFF2-40B4-BE49-F238E27FC236}">
                  <a16:creationId xmlns:a16="http://schemas.microsoft.com/office/drawing/2014/main" id="{D7EAB3E0-63DA-413B-BC00-37F478E4D8F0}"/>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0" name="Freeform 729">
              <a:extLst>
                <a:ext uri="{FF2B5EF4-FFF2-40B4-BE49-F238E27FC236}">
                  <a16:creationId xmlns:a16="http://schemas.microsoft.com/office/drawing/2014/main" id="{19AB9A58-A570-4237-AC88-AE8A6F66A0A5}"/>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1" name="Freeform 730">
              <a:extLst>
                <a:ext uri="{FF2B5EF4-FFF2-40B4-BE49-F238E27FC236}">
                  <a16:creationId xmlns:a16="http://schemas.microsoft.com/office/drawing/2014/main" id="{A7065BE1-4E03-446A-B8B8-8B860A08456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2" name="Freeform 731">
              <a:extLst>
                <a:ext uri="{FF2B5EF4-FFF2-40B4-BE49-F238E27FC236}">
                  <a16:creationId xmlns:a16="http://schemas.microsoft.com/office/drawing/2014/main" id="{D84D7FB6-7E69-4BE0-8D93-5A4596252344}"/>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3" name="Freeform 732">
              <a:extLst>
                <a:ext uri="{FF2B5EF4-FFF2-40B4-BE49-F238E27FC236}">
                  <a16:creationId xmlns:a16="http://schemas.microsoft.com/office/drawing/2014/main" id="{45B26F62-72B4-48AC-B893-2968F584CFE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4" name="Freeform 733">
              <a:extLst>
                <a:ext uri="{FF2B5EF4-FFF2-40B4-BE49-F238E27FC236}">
                  <a16:creationId xmlns:a16="http://schemas.microsoft.com/office/drawing/2014/main" id="{DE011B95-E93F-44AB-9F2A-C30938C87EE2}"/>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5" name="Freeform 734">
              <a:extLst>
                <a:ext uri="{FF2B5EF4-FFF2-40B4-BE49-F238E27FC236}">
                  <a16:creationId xmlns:a16="http://schemas.microsoft.com/office/drawing/2014/main" id="{C755E296-2FB5-4C95-94FF-1A1F4678C201}"/>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6" name="Freeform 735">
              <a:extLst>
                <a:ext uri="{FF2B5EF4-FFF2-40B4-BE49-F238E27FC236}">
                  <a16:creationId xmlns:a16="http://schemas.microsoft.com/office/drawing/2014/main" id="{08382E99-9D8D-498D-8748-A42A98742367}"/>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7" name="Freeform 736">
              <a:extLst>
                <a:ext uri="{FF2B5EF4-FFF2-40B4-BE49-F238E27FC236}">
                  <a16:creationId xmlns:a16="http://schemas.microsoft.com/office/drawing/2014/main" id="{FDC1DC66-B31E-40F8-A6A2-3DCC95161788}"/>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8" name="Freeform 737">
              <a:extLst>
                <a:ext uri="{FF2B5EF4-FFF2-40B4-BE49-F238E27FC236}">
                  <a16:creationId xmlns:a16="http://schemas.microsoft.com/office/drawing/2014/main" id="{84C9A41D-1E16-4E89-9CF6-AC78D7D2D193}"/>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9" name="Freeform 738">
              <a:extLst>
                <a:ext uri="{FF2B5EF4-FFF2-40B4-BE49-F238E27FC236}">
                  <a16:creationId xmlns:a16="http://schemas.microsoft.com/office/drawing/2014/main" id="{02741A4E-1C75-4A6F-A341-1D4F81D959F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0" name="Freeform 739">
              <a:extLst>
                <a:ext uri="{FF2B5EF4-FFF2-40B4-BE49-F238E27FC236}">
                  <a16:creationId xmlns:a16="http://schemas.microsoft.com/office/drawing/2014/main" id="{D63AE35D-D8BC-4692-BD50-D1C8305CA929}"/>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1" name="Freeform 740">
              <a:extLst>
                <a:ext uri="{FF2B5EF4-FFF2-40B4-BE49-F238E27FC236}">
                  <a16:creationId xmlns:a16="http://schemas.microsoft.com/office/drawing/2014/main" id="{4F09EF6B-18AD-49EE-8808-19C990659F2C}"/>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2" name="Freeform 741">
              <a:extLst>
                <a:ext uri="{FF2B5EF4-FFF2-40B4-BE49-F238E27FC236}">
                  <a16:creationId xmlns:a16="http://schemas.microsoft.com/office/drawing/2014/main" id="{26053319-4964-4F60-8E68-45D75586CD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3" name="Freeform 742">
              <a:extLst>
                <a:ext uri="{FF2B5EF4-FFF2-40B4-BE49-F238E27FC236}">
                  <a16:creationId xmlns:a16="http://schemas.microsoft.com/office/drawing/2014/main" id="{B9E77741-EF24-42F4-9F60-C4AD753C1E6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4" name="Freeform 743">
              <a:extLst>
                <a:ext uri="{FF2B5EF4-FFF2-40B4-BE49-F238E27FC236}">
                  <a16:creationId xmlns:a16="http://schemas.microsoft.com/office/drawing/2014/main" id="{6ED04FE7-FEF4-464B-88A0-8370361B6E8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5" name="Freeform 744">
              <a:extLst>
                <a:ext uri="{FF2B5EF4-FFF2-40B4-BE49-F238E27FC236}">
                  <a16:creationId xmlns:a16="http://schemas.microsoft.com/office/drawing/2014/main" id="{CC2BE5A9-2F52-4047-818B-E235A11471D7}"/>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6" name="Freeform 745">
              <a:extLst>
                <a:ext uri="{FF2B5EF4-FFF2-40B4-BE49-F238E27FC236}">
                  <a16:creationId xmlns:a16="http://schemas.microsoft.com/office/drawing/2014/main" id="{0264FB9F-0B65-4F41-B1F3-76E6C8D501E1}"/>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7" name="Freeform 746">
              <a:extLst>
                <a:ext uri="{FF2B5EF4-FFF2-40B4-BE49-F238E27FC236}">
                  <a16:creationId xmlns:a16="http://schemas.microsoft.com/office/drawing/2014/main" id="{F3D2E066-F6C9-40A1-8A3C-551AD0ED8C8C}"/>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8" name="Freeform 747">
              <a:extLst>
                <a:ext uri="{FF2B5EF4-FFF2-40B4-BE49-F238E27FC236}">
                  <a16:creationId xmlns:a16="http://schemas.microsoft.com/office/drawing/2014/main" id="{D90161A4-3FFF-4F94-89FB-65C3F3C2244C}"/>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9" name="Freeform 748">
              <a:extLst>
                <a:ext uri="{FF2B5EF4-FFF2-40B4-BE49-F238E27FC236}">
                  <a16:creationId xmlns:a16="http://schemas.microsoft.com/office/drawing/2014/main" id="{B3626079-46E7-4D10-A292-54CE12373A0C}"/>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0" name="Freeform 749">
              <a:extLst>
                <a:ext uri="{FF2B5EF4-FFF2-40B4-BE49-F238E27FC236}">
                  <a16:creationId xmlns:a16="http://schemas.microsoft.com/office/drawing/2014/main" id="{454B35F6-A276-48DD-B5FE-DA1AF91C8D0D}"/>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1" name="Freeform 750">
              <a:extLst>
                <a:ext uri="{FF2B5EF4-FFF2-40B4-BE49-F238E27FC236}">
                  <a16:creationId xmlns:a16="http://schemas.microsoft.com/office/drawing/2014/main" id="{01B9DAAF-41F3-49ED-A3CB-E7D72026F1F6}"/>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2" name="Freeform 751">
              <a:extLst>
                <a:ext uri="{FF2B5EF4-FFF2-40B4-BE49-F238E27FC236}">
                  <a16:creationId xmlns:a16="http://schemas.microsoft.com/office/drawing/2014/main" id="{9218766B-328E-4278-A2CA-31FB6C585A6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3" name="Freeform 752">
              <a:extLst>
                <a:ext uri="{FF2B5EF4-FFF2-40B4-BE49-F238E27FC236}">
                  <a16:creationId xmlns:a16="http://schemas.microsoft.com/office/drawing/2014/main" id="{3A5C3E7B-6F6E-4EF5-B7BF-97D4F8CD28D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4" name="Freeform 753">
              <a:extLst>
                <a:ext uri="{FF2B5EF4-FFF2-40B4-BE49-F238E27FC236}">
                  <a16:creationId xmlns:a16="http://schemas.microsoft.com/office/drawing/2014/main" id="{D42037DD-753A-432E-9A3B-2207032E4ECF}"/>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5" name="Freeform 754">
              <a:extLst>
                <a:ext uri="{FF2B5EF4-FFF2-40B4-BE49-F238E27FC236}">
                  <a16:creationId xmlns:a16="http://schemas.microsoft.com/office/drawing/2014/main" id="{C3748A86-604D-4B75-8668-734DC121A44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6" name="Freeform 755">
              <a:extLst>
                <a:ext uri="{FF2B5EF4-FFF2-40B4-BE49-F238E27FC236}">
                  <a16:creationId xmlns:a16="http://schemas.microsoft.com/office/drawing/2014/main" id="{AD3ABE86-FB2C-4E31-9AD6-A443654AE1B3}"/>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7" name="Freeform 756">
              <a:extLst>
                <a:ext uri="{FF2B5EF4-FFF2-40B4-BE49-F238E27FC236}">
                  <a16:creationId xmlns:a16="http://schemas.microsoft.com/office/drawing/2014/main" id="{C43422C6-C9C2-4F62-A93E-591F7F0689C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8" name="Freeform 757">
              <a:extLst>
                <a:ext uri="{FF2B5EF4-FFF2-40B4-BE49-F238E27FC236}">
                  <a16:creationId xmlns:a16="http://schemas.microsoft.com/office/drawing/2014/main" id="{844709BC-AC1C-4111-BFE6-E79662E8206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9" name="Freeform 758">
              <a:extLst>
                <a:ext uri="{FF2B5EF4-FFF2-40B4-BE49-F238E27FC236}">
                  <a16:creationId xmlns:a16="http://schemas.microsoft.com/office/drawing/2014/main" id="{24B94CEC-D288-49A6-A524-6EE1E190FFEE}"/>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0" name="Freeform 759">
              <a:extLst>
                <a:ext uri="{FF2B5EF4-FFF2-40B4-BE49-F238E27FC236}">
                  <a16:creationId xmlns:a16="http://schemas.microsoft.com/office/drawing/2014/main" id="{E46FBEE9-EDF0-40D7-9B11-36BF98FD57D9}"/>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1" name="Freeform 760">
              <a:extLst>
                <a:ext uri="{FF2B5EF4-FFF2-40B4-BE49-F238E27FC236}">
                  <a16:creationId xmlns:a16="http://schemas.microsoft.com/office/drawing/2014/main" id="{E50A0833-6372-40F7-BCCB-5DD50EF654C8}"/>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2" name="Freeform 761">
              <a:extLst>
                <a:ext uri="{FF2B5EF4-FFF2-40B4-BE49-F238E27FC236}">
                  <a16:creationId xmlns:a16="http://schemas.microsoft.com/office/drawing/2014/main" id="{B10CC0D9-5557-4207-8413-EDD4C2FB65BB}"/>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3" name="Freeform 762">
              <a:extLst>
                <a:ext uri="{FF2B5EF4-FFF2-40B4-BE49-F238E27FC236}">
                  <a16:creationId xmlns:a16="http://schemas.microsoft.com/office/drawing/2014/main" id="{972E8166-EA00-44D6-9A0F-A0C4034086D2}"/>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4" name="Freeform 763">
              <a:extLst>
                <a:ext uri="{FF2B5EF4-FFF2-40B4-BE49-F238E27FC236}">
                  <a16:creationId xmlns:a16="http://schemas.microsoft.com/office/drawing/2014/main" id="{D8E2A137-15FF-42A4-A331-1C8B3A4DD642}"/>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5" name="Freeform 764">
              <a:extLst>
                <a:ext uri="{FF2B5EF4-FFF2-40B4-BE49-F238E27FC236}">
                  <a16:creationId xmlns:a16="http://schemas.microsoft.com/office/drawing/2014/main" id="{5ED7DD79-2757-4EB0-993C-9C439A65C659}"/>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6" name="Freeform 765">
              <a:extLst>
                <a:ext uri="{FF2B5EF4-FFF2-40B4-BE49-F238E27FC236}">
                  <a16:creationId xmlns:a16="http://schemas.microsoft.com/office/drawing/2014/main" id="{B02F72C5-1175-47B9-8ECD-7AF25F4991B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7" name="Freeform 766">
              <a:extLst>
                <a:ext uri="{FF2B5EF4-FFF2-40B4-BE49-F238E27FC236}">
                  <a16:creationId xmlns:a16="http://schemas.microsoft.com/office/drawing/2014/main" id="{063CF99C-B8F4-44AD-AFE5-ABF070F4FD60}"/>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8" name="Freeform 767">
              <a:extLst>
                <a:ext uri="{FF2B5EF4-FFF2-40B4-BE49-F238E27FC236}">
                  <a16:creationId xmlns:a16="http://schemas.microsoft.com/office/drawing/2014/main" id="{10186CFE-4132-4116-A867-51605C6247F4}"/>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9" name="Freeform 768">
              <a:extLst>
                <a:ext uri="{FF2B5EF4-FFF2-40B4-BE49-F238E27FC236}">
                  <a16:creationId xmlns:a16="http://schemas.microsoft.com/office/drawing/2014/main" id="{CC4D8592-284C-4F0D-B625-186C400A654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0" name="Freeform 769">
              <a:extLst>
                <a:ext uri="{FF2B5EF4-FFF2-40B4-BE49-F238E27FC236}">
                  <a16:creationId xmlns:a16="http://schemas.microsoft.com/office/drawing/2014/main" id="{5189A0E1-818F-494E-8B11-91D3E73688F7}"/>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1" name="Freeform 770">
              <a:extLst>
                <a:ext uri="{FF2B5EF4-FFF2-40B4-BE49-F238E27FC236}">
                  <a16:creationId xmlns:a16="http://schemas.microsoft.com/office/drawing/2014/main" id="{7D1F32F4-C8A4-4B10-8EBD-309CD2A8BA3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2" name="Freeform 771">
              <a:extLst>
                <a:ext uri="{FF2B5EF4-FFF2-40B4-BE49-F238E27FC236}">
                  <a16:creationId xmlns:a16="http://schemas.microsoft.com/office/drawing/2014/main" id="{E5547E22-1143-47C3-A717-2993BF2EDDE3}"/>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3" name="Freeform 772">
              <a:extLst>
                <a:ext uri="{FF2B5EF4-FFF2-40B4-BE49-F238E27FC236}">
                  <a16:creationId xmlns:a16="http://schemas.microsoft.com/office/drawing/2014/main" id="{94548615-2E7E-4DD1-8BF5-BF251239A80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4" name="Freeform 773">
              <a:extLst>
                <a:ext uri="{FF2B5EF4-FFF2-40B4-BE49-F238E27FC236}">
                  <a16:creationId xmlns:a16="http://schemas.microsoft.com/office/drawing/2014/main" id="{5FFD6431-527A-4EAF-A9FF-57C79B3EBFC2}"/>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5" name="Freeform 774">
              <a:extLst>
                <a:ext uri="{FF2B5EF4-FFF2-40B4-BE49-F238E27FC236}">
                  <a16:creationId xmlns:a16="http://schemas.microsoft.com/office/drawing/2014/main" id="{8460A944-EBC3-4980-BCE5-F8EB001B822E}"/>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6" name="Freeform 775">
              <a:extLst>
                <a:ext uri="{FF2B5EF4-FFF2-40B4-BE49-F238E27FC236}">
                  <a16:creationId xmlns:a16="http://schemas.microsoft.com/office/drawing/2014/main" id="{A299FC54-89AB-49F1-AA70-08D76923D0B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7" name="Freeform 776">
              <a:extLst>
                <a:ext uri="{FF2B5EF4-FFF2-40B4-BE49-F238E27FC236}">
                  <a16:creationId xmlns:a16="http://schemas.microsoft.com/office/drawing/2014/main" id="{AF5549FC-09A2-42CA-981C-97A8DA2E0DFE}"/>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8" name="Freeform 777">
              <a:extLst>
                <a:ext uri="{FF2B5EF4-FFF2-40B4-BE49-F238E27FC236}">
                  <a16:creationId xmlns:a16="http://schemas.microsoft.com/office/drawing/2014/main" id="{4DAFA0BD-4070-4574-A62F-BC4E1DD226B0}"/>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9" name="Freeform 778">
              <a:extLst>
                <a:ext uri="{FF2B5EF4-FFF2-40B4-BE49-F238E27FC236}">
                  <a16:creationId xmlns:a16="http://schemas.microsoft.com/office/drawing/2014/main" id="{20BF71F4-944F-438C-8C2F-F65613407E4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0" name="Freeform 779">
              <a:extLst>
                <a:ext uri="{FF2B5EF4-FFF2-40B4-BE49-F238E27FC236}">
                  <a16:creationId xmlns:a16="http://schemas.microsoft.com/office/drawing/2014/main" id="{93644E1A-C9A9-422E-86AC-5D7086C16D17}"/>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1" name="Freeform 780">
              <a:extLst>
                <a:ext uri="{FF2B5EF4-FFF2-40B4-BE49-F238E27FC236}">
                  <a16:creationId xmlns:a16="http://schemas.microsoft.com/office/drawing/2014/main" id="{8B88B0D0-C8C6-4057-B798-9AD0FC5957C2}"/>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2" name="Freeform 781">
              <a:extLst>
                <a:ext uri="{FF2B5EF4-FFF2-40B4-BE49-F238E27FC236}">
                  <a16:creationId xmlns:a16="http://schemas.microsoft.com/office/drawing/2014/main" id="{C400BF7E-9A87-4F40-B3E5-A52FDBDA6A4D}"/>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3" name="Freeform 782">
              <a:extLst>
                <a:ext uri="{FF2B5EF4-FFF2-40B4-BE49-F238E27FC236}">
                  <a16:creationId xmlns:a16="http://schemas.microsoft.com/office/drawing/2014/main" id="{B7EF7EAA-2551-4715-9AA4-50AD6F0442F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4" name="Freeform 783">
              <a:extLst>
                <a:ext uri="{FF2B5EF4-FFF2-40B4-BE49-F238E27FC236}">
                  <a16:creationId xmlns:a16="http://schemas.microsoft.com/office/drawing/2014/main" id="{50B67B10-36E7-42F1-95EE-6B3563DA4608}"/>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5" name="Freeform 784">
              <a:extLst>
                <a:ext uri="{FF2B5EF4-FFF2-40B4-BE49-F238E27FC236}">
                  <a16:creationId xmlns:a16="http://schemas.microsoft.com/office/drawing/2014/main" id="{1C65B860-A16D-456A-A24F-F6F72C64F619}"/>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6" name="Freeform 785">
              <a:extLst>
                <a:ext uri="{FF2B5EF4-FFF2-40B4-BE49-F238E27FC236}">
                  <a16:creationId xmlns:a16="http://schemas.microsoft.com/office/drawing/2014/main" id="{E7806369-AD64-42E2-B921-F3ECCC4D2BC4}"/>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7" name="Freeform 786">
              <a:extLst>
                <a:ext uri="{FF2B5EF4-FFF2-40B4-BE49-F238E27FC236}">
                  <a16:creationId xmlns:a16="http://schemas.microsoft.com/office/drawing/2014/main" id="{3F80EC0E-F977-481A-AB41-CA5E38C14DC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8" name="Freeform 787">
              <a:extLst>
                <a:ext uri="{FF2B5EF4-FFF2-40B4-BE49-F238E27FC236}">
                  <a16:creationId xmlns:a16="http://schemas.microsoft.com/office/drawing/2014/main" id="{0E6A6A16-E3EB-4C80-B51C-9CAFFD22CBFE}"/>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9" name="Freeform 788">
              <a:extLst>
                <a:ext uri="{FF2B5EF4-FFF2-40B4-BE49-F238E27FC236}">
                  <a16:creationId xmlns:a16="http://schemas.microsoft.com/office/drawing/2014/main" id="{DF44680F-E3AE-4175-A4D1-32C7B5776903}"/>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0" name="Freeform 789">
              <a:extLst>
                <a:ext uri="{FF2B5EF4-FFF2-40B4-BE49-F238E27FC236}">
                  <a16:creationId xmlns:a16="http://schemas.microsoft.com/office/drawing/2014/main" id="{36B5638F-1667-4B2E-9197-0F8A6D11D05E}"/>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1" name="Freeform 790">
              <a:extLst>
                <a:ext uri="{FF2B5EF4-FFF2-40B4-BE49-F238E27FC236}">
                  <a16:creationId xmlns:a16="http://schemas.microsoft.com/office/drawing/2014/main" id="{6A5F982B-DD8E-4F83-9A12-334411680E0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2" name="Freeform 791">
              <a:extLst>
                <a:ext uri="{FF2B5EF4-FFF2-40B4-BE49-F238E27FC236}">
                  <a16:creationId xmlns:a16="http://schemas.microsoft.com/office/drawing/2014/main" id="{A39954AF-F352-4488-8E7C-FE949F0D619F}"/>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3" name="Freeform 792">
              <a:extLst>
                <a:ext uri="{FF2B5EF4-FFF2-40B4-BE49-F238E27FC236}">
                  <a16:creationId xmlns:a16="http://schemas.microsoft.com/office/drawing/2014/main" id="{F7CD90A1-193A-4ABB-A1FD-F0CFDF556B3B}"/>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4" name="Freeform 793">
              <a:extLst>
                <a:ext uri="{FF2B5EF4-FFF2-40B4-BE49-F238E27FC236}">
                  <a16:creationId xmlns:a16="http://schemas.microsoft.com/office/drawing/2014/main" id="{BD9927F6-6305-42BF-BEA6-89EC4842FC71}"/>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5" name="Freeform 794">
              <a:extLst>
                <a:ext uri="{FF2B5EF4-FFF2-40B4-BE49-F238E27FC236}">
                  <a16:creationId xmlns:a16="http://schemas.microsoft.com/office/drawing/2014/main" id="{3058876E-4239-4F22-848C-098C1A00B734}"/>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6" name="Freeform 795">
              <a:extLst>
                <a:ext uri="{FF2B5EF4-FFF2-40B4-BE49-F238E27FC236}">
                  <a16:creationId xmlns:a16="http://schemas.microsoft.com/office/drawing/2014/main" id="{C96E0FDA-9AD9-4EDB-B67C-A5A7FA8513B1}"/>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7" name="Freeform 796">
              <a:extLst>
                <a:ext uri="{FF2B5EF4-FFF2-40B4-BE49-F238E27FC236}">
                  <a16:creationId xmlns:a16="http://schemas.microsoft.com/office/drawing/2014/main" id="{5519C3D5-7024-4146-A31A-5173FC82F07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8" name="Freeform 797">
              <a:extLst>
                <a:ext uri="{FF2B5EF4-FFF2-40B4-BE49-F238E27FC236}">
                  <a16:creationId xmlns:a16="http://schemas.microsoft.com/office/drawing/2014/main" id="{275D30BD-3C7F-406F-A7D0-44EBB071AC4F}"/>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9" name="Freeform 798">
              <a:extLst>
                <a:ext uri="{FF2B5EF4-FFF2-40B4-BE49-F238E27FC236}">
                  <a16:creationId xmlns:a16="http://schemas.microsoft.com/office/drawing/2014/main" id="{D910B0EA-4C75-42D1-91CB-1C5DCF0E851C}"/>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0" name="Freeform 799">
              <a:extLst>
                <a:ext uri="{FF2B5EF4-FFF2-40B4-BE49-F238E27FC236}">
                  <a16:creationId xmlns:a16="http://schemas.microsoft.com/office/drawing/2014/main" id="{24809DD2-3017-40C7-95CF-A8EB08D7A96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1" name="Freeform 800">
              <a:extLst>
                <a:ext uri="{FF2B5EF4-FFF2-40B4-BE49-F238E27FC236}">
                  <a16:creationId xmlns:a16="http://schemas.microsoft.com/office/drawing/2014/main" id="{79DD7AD8-15B7-411D-B40F-C70C3EFA87D7}"/>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2" name="Freeform 801">
              <a:extLst>
                <a:ext uri="{FF2B5EF4-FFF2-40B4-BE49-F238E27FC236}">
                  <a16:creationId xmlns:a16="http://schemas.microsoft.com/office/drawing/2014/main" id="{9EDBB9C5-444A-4B1D-8551-1989EACD3AC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3" name="Freeform 802">
              <a:extLst>
                <a:ext uri="{FF2B5EF4-FFF2-40B4-BE49-F238E27FC236}">
                  <a16:creationId xmlns:a16="http://schemas.microsoft.com/office/drawing/2014/main" id="{3DAB08C2-615B-4D76-A174-4FD7BEFEADD4}"/>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4" name="Freeform 803">
              <a:extLst>
                <a:ext uri="{FF2B5EF4-FFF2-40B4-BE49-F238E27FC236}">
                  <a16:creationId xmlns:a16="http://schemas.microsoft.com/office/drawing/2014/main" id="{5437CE32-486E-4031-91E5-8A90017D5A1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5" name="Freeform 804">
              <a:extLst>
                <a:ext uri="{FF2B5EF4-FFF2-40B4-BE49-F238E27FC236}">
                  <a16:creationId xmlns:a16="http://schemas.microsoft.com/office/drawing/2014/main" id="{B6D4CCE6-F56C-40D0-B3DF-744C2E432BB1}"/>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6" name="Freeform 805">
              <a:extLst>
                <a:ext uri="{FF2B5EF4-FFF2-40B4-BE49-F238E27FC236}">
                  <a16:creationId xmlns:a16="http://schemas.microsoft.com/office/drawing/2014/main" id="{7E464AFC-69F0-4E68-968C-3A32089CAD52}"/>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7" name="Freeform 806">
              <a:extLst>
                <a:ext uri="{FF2B5EF4-FFF2-40B4-BE49-F238E27FC236}">
                  <a16:creationId xmlns:a16="http://schemas.microsoft.com/office/drawing/2014/main" id="{19035372-EEC5-493D-A842-DE07B80EFEBC}"/>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8" name="Freeform 807">
              <a:extLst>
                <a:ext uri="{FF2B5EF4-FFF2-40B4-BE49-F238E27FC236}">
                  <a16:creationId xmlns:a16="http://schemas.microsoft.com/office/drawing/2014/main" id="{97D1638D-B9A1-4312-B8F9-338EC98E8E4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9" name="Freeform 808">
              <a:extLst>
                <a:ext uri="{FF2B5EF4-FFF2-40B4-BE49-F238E27FC236}">
                  <a16:creationId xmlns:a16="http://schemas.microsoft.com/office/drawing/2014/main" id="{156E2DA1-642E-4974-BAAF-786FA7A16B5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0" name="Freeform 809">
              <a:extLst>
                <a:ext uri="{FF2B5EF4-FFF2-40B4-BE49-F238E27FC236}">
                  <a16:creationId xmlns:a16="http://schemas.microsoft.com/office/drawing/2014/main" id="{1C94B4FD-37CE-430F-9AA2-5EE4C83DDF19}"/>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1" name="Freeform 810">
              <a:extLst>
                <a:ext uri="{FF2B5EF4-FFF2-40B4-BE49-F238E27FC236}">
                  <a16:creationId xmlns:a16="http://schemas.microsoft.com/office/drawing/2014/main" id="{03FACBC3-704E-4100-B760-9B26901A344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2" name="Freeform 811">
              <a:extLst>
                <a:ext uri="{FF2B5EF4-FFF2-40B4-BE49-F238E27FC236}">
                  <a16:creationId xmlns:a16="http://schemas.microsoft.com/office/drawing/2014/main" id="{443BDD34-98E2-4A01-84B3-6E393A8DEE42}"/>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3" name="Freeform 812">
              <a:extLst>
                <a:ext uri="{FF2B5EF4-FFF2-40B4-BE49-F238E27FC236}">
                  <a16:creationId xmlns:a16="http://schemas.microsoft.com/office/drawing/2014/main" id="{0AE14E26-BB8E-4668-A261-51F5351BBAD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4" name="Freeform 813">
              <a:extLst>
                <a:ext uri="{FF2B5EF4-FFF2-40B4-BE49-F238E27FC236}">
                  <a16:creationId xmlns:a16="http://schemas.microsoft.com/office/drawing/2014/main" id="{35F64738-AE62-413E-8BFD-270432A783F5}"/>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5" name="Freeform 814">
              <a:extLst>
                <a:ext uri="{FF2B5EF4-FFF2-40B4-BE49-F238E27FC236}">
                  <a16:creationId xmlns:a16="http://schemas.microsoft.com/office/drawing/2014/main" id="{2492F6BB-F0B8-4AAD-91BF-A74B228F75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sp>
        <p:nvSpPr>
          <p:cNvPr id="2" name="!!Header whiteout">
            <a:extLst>
              <a:ext uri="{FF2B5EF4-FFF2-40B4-BE49-F238E27FC236}">
                <a16:creationId xmlns:a16="http://schemas.microsoft.com/office/drawing/2014/main" id="{7B324245-DC0C-95C8-A071-F7B8EA3645B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4C6D2135-B3D1-8733-D392-459B1F6CC5B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9440201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29"/>
                                        </p:tgtEl>
                                        <p:attrNameLst>
                                          <p:attrName>style.visibility</p:attrName>
                                        </p:attrNameLst>
                                      </p:cBhvr>
                                      <p:to>
                                        <p:strVal val="visible"/>
                                      </p:to>
                                    </p:set>
                                    <p:animEffect transition="in" filter="fade">
                                      <p:cBhvr>
                                        <p:cTn id="7" dur="500"/>
                                        <p:tgtEl>
                                          <p:spTgt spid="129"/>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30"/>
                                        </p:tgtEl>
                                        <p:attrNameLst>
                                          <p:attrName>style.visibility</p:attrName>
                                        </p:attrNameLst>
                                      </p:cBhvr>
                                      <p:to>
                                        <p:strVal val="visible"/>
                                      </p:to>
                                    </p:set>
                                    <p:animEffect transition="in" filter="fade">
                                      <p:cBhvr>
                                        <p:cTn id="13" dur="500"/>
                                        <p:tgtEl>
                                          <p:spTgt spid="230"/>
                                        </p:tgtEl>
                                      </p:cBhvr>
                                    </p:animEffect>
                                  </p:childTnLst>
                                </p:cTn>
                              </p:par>
                            </p:childTnLst>
                          </p:cTn>
                        </p:par>
                        <p:par>
                          <p:cTn id="14" fill="hold">
                            <p:stCondLst>
                              <p:cond delay="500"/>
                            </p:stCondLst>
                            <p:childTnLst>
                              <p:par>
                                <p:cTn id="15" presetID="10" presetClass="entr" presetSubtype="0" fill="hold" nodeType="afterEffect">
                                  <p:stCondLst>
                                    <p:cond delay="0"/>
                                  </p:stCondLst>
                                  <p:childTnLst>
                                    <p:set>
                                      <p:cBhvr>
                                        <p:cTn id="16" dur="1" fill="hold">
                                          <p:stCondLst>
                                            <p:cond delay="0"/>
                                          </p:stCondLst>
                                        </p:cTn>
                                        <p:tgtEl>
                                          <p:spTgt spid="326"/>
                                        </p:tgtEl>
                                        <p:attrNameLst>
                                          <p:attrName>style.visibility</p:attrName>
                                        </p:attrNameLst>
                                      </p:cBhvr>
                                      <p:to>
                                        <p:strVal val="visible"/>
                                      </p:to>
                                    </p:set>
                                    <p:animEffect transition="in" filter="fade">
                                      <p:cBhvr>
                                        <p:cTn id="17" dur="500"/>
                                        <p:tgtEl>
                                          <p:spTgt spid="3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5"/>
                                        </p:tgtEl>
                                        <p:attrNameLst>
                                          <p:attrName>style.visibility</p:attrName>
                                        </p:attrNameLst>
                                      </p:cBhvr>
                                      <p:to>
                                        <p:strVal val="visible"/>
                                      </p:to>
                                    </p:set>
                                    <p:animEffect transition="in" filter="fade">
                                      <p:cBhvr>
                                        <p:cTn id="20" dur="500"/>
                                        <p:tgtEl>
                                          <p:spTgt spid="3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0" grpId="0"/>
      <p:bldP spid="325"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2162336"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5308651"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7729646" y="1567219"/>
            <a:ext cx="2169328" cy="751385"/>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16200000" flipH="1">
            <a:off x="2593707" y="2323608"/>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958114" y="3069965"/>
            <a:ext cx="3074748" cy="1015663"/>
          </a:xfrm>
          <a:prstGeom prst="rect">
            <a:avLst/>
          </a:prstGeom>
          <a:noFill/>
        </p:spPr>
        <p:txBody>
          <a:bodyPr wrap="square" rtlCol="0">
            <a:spAutoFit/>
          </a:bodyPr>
          <a:lstStyle/>
          <a:p>
            <a:r>
              <a:rPr lang="en-US" sz="2000" dirty="0">
                <a:solidFill>
                  <a:srgbClr val="C00000"/>
                </a:solidFill>
                <a:latin typeface="Segoe Print" panose="02000600000000000000" pitchFamily="2" charset="0"/>
              </a:rPr>
              <a:t>Lower cost</a:t>
            </a:r>
            <a:br>
              <a:rPr lang="en-US" sz="2000" dirty="0">
                <a:solidFill>
                  <a:srgbClr val="C00000"/>
                </a:solidFill>
                <a:latin typeface="Segoe Print" panose="02000600000000000000" pitchFamily="2" charset="0"/>
              </a:rPr>
            </a:br>
            <a:r>
              <a:rPr lang="en-US" sz="2000" dirty="0" err="1">
                <a:solidFill>
                  <a:srgbClr val="C00000"/>
                </a:solidFill>
                <a:latin typeface="Segoe Print" panose="02000600000000000000" pitchFamily="2" charset="0"/>
              </a:rPr>
              <a:t>Wifi</a:t>
            </a:r>
            <a:r>
              <a:rPr lang="en-US" sz="2000" dirty="0">
                <a:solidFill>
                  <a:srgbClr val="C00000"/>
                </a:solidFill>
                <a:latin typeface="Segoe Print" panose="02000600000000000000" pitchFamily="2" charset="0"/>
              </a:rPr>
              <a:t> interference</a:t>
            </a:r>
          </a:p>
          <a:p>
            <a:r>
              <a:rPr lang="en-US" sz="2000" dirty="0">
                <a:solidFill>
                  <a:srgbClr val="C00000"/>
                </a:solidFill>
                <a:latin typeface="Segoe Print" panose="02000600000000000000" pitchFamily="2" charset="0"/>
              </a:rPr>
              <a:t>Interop issues</a:t>
            </a:r>
          </a:p>
        </p:txBody>
      </p:sp>
      <p:grpSp>
        <p:nvGrpSpPr>
          <p:cNvPr id="120" name="Arrow">
            <a:extLst>
              <a:ext uri="{FF2B5EF4-FFF2-40B4-BE49-F238E27FC236}">
                <a16:creationId xmlns:a16="http://schemas.microsoft.com/office/drawing/2014/main" id="{10932469-87EB-4817-BE90-C1A943C24653}"/>
              </a:ext>
            </a:extLst>
          </p:cNvPr>
          <p:cNvGrpSpPr>
            <a:grpSpLocks noChangeAspect="1"/>
          </p:cNvGrpSpPr>
          <p:nvPr/>
        </p:nvGrpSpPr>
        <p:grpSpPr bwMode="auto">
          <a:xfrm rot="16200000" flipH="1">
            <a:off x="5116830" y="2286482"/>
            <a:ext cx="904172" cy="943180"/>
            <a:chOff x="1328" y="0"/>
            <a:chExt cx="3106" cy="3240"/>
          </a:xfrm>
          <a:solidFill>
            <a:srgbClr val="C00000"/>
          </a:solidFill>
        </p:grpSpPr>
        <p:sp>
          <p:nvSpPr>
            <p:cNvPr id="121" name="Freeform 716">
              <a:extLst>
                <a:ext uri="{FF2B5EF4-FFF2-40B4-BE49-F238E27FC236}">
                  <a16:creationId xmlns:a16="http://schemas.microsoft.com/office/drawing/2014/main" id="{23ADAAD5-DC0F-4069-B4FC-2A7D1744A85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717">
              <a:extLst>
                <a:ext uri="{FF2B5EF4-FFF2-40B4-BE49-F238E27FC236}">
                  <a16:creationId xmlns:a16="http://schemas.microsoft.com/office/drawing/2014/main" id="{63A8F335-A714-43BF-BA90-64AC56CB0D28}"/>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718">
              <a:extLst>
                <a:ext uri="{FF2B5EF4-FFF2-40B4-BE49-F238E27FC236}">
                  <a16:creationId xmlns:a16="http://schemas.microsoft.com/office/drawing/2014/main" id="{67A04F15-CEB4-4D6E-88D2-9DFA4AF38F76}"/>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719">
              <a:extLst>
                <a:ext uri="{FF2B5EF4-FFF2-40B4-BE49-F238E27FC236}">
                  <a16:creationId xmlns:a16="http://schemas.microsoft.com/office/drawing/2014/main" id="{E94A90C9-3CE0-40B1-9795-CF4876BE7384}"/>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20">
              <a:extLst>
                <a:ext uri="{FF2B5EF4-FFF2-40B4-BE49-F238E27FC236}">
                  <a16:creationId xmlns:a16="http://schemas.microsoft.com/office/drawing/2014/main" id="{68D9BF64-660A-4983-BC89-25DD743BAD1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721">
              <a:extLst>
                <a:ext uri="{FF2B5EF4-FFF2-40B4-BE49-F238E27FC236}">
                  <a16:creationId xmlns:a16="http://schemas.microsoft.com/office/drawing/2014/main" id="{65EDABFE-C2AF-41B7-B8ED-05C294B97AB1}"/>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22">
              <a:extLst>
                <a:ext uri="{FF2B5EF4-FFF2-40B4-BE49-F238E27FC236}">
                  <a16:creationId xmlns:a16="http://schemas.microsoft.com/office/drawing/2014/main" id="{74B6C3E8-97F9-4594-84FF-859361399AEF}"/>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23">
              <a:extLst>
                <a:ext uri="{FF2B5EF4-FFF2-40B4-BE49-F238E27FC236}">
                  <a16:creationId xmlns:a16="http://schemas.microsoft.com/office/drawing/2014/main" id="{4240B772-EBE3-43C1-ABEE-6B37937DF90A}"/>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24">
              <a:extLst>
                <a:ext uri="{FF2B5EF4-FFF2-40B4-BE49-F238E27FC236}">
                  <a16:creationId xmlns:a16="http://schemas.microsoft.com/office/drawing/2014/main" id="{EBB4AB8E-E2D4-4315-A88F-85303DBFEA45}"/>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25">
              <a:extLst>
                <a:ext uri="{FF2B5EF4-FFF2-40B4-BE49-F238E27FC236}">
                  <a16:creationId xmlns:a16="http://schemas.microsoft.com/office/drawing/2014/main" id="{1B5A90F7-EA1F-4A24-B0BC-27BE46C731D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26">
              <a:extLst>
                <a:ext uri="{FF2B5EF4-FFF2-40B4-BE49-F238E27FC236}">
                  <a16:creationId xmlns:a16="http://schemas.microsoft.com/office/drawing/2014/main" id="{BB9BDF38-5E83-4413-8118-D12B5A08A981}"/>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27">
              <a:extLst>
                <a:ext uri="{FF2B5EF4-FFF2-40B4-BE49-F238E27FC236}">
                  <a16:creationId xmlns:a16="http://schemas.microsoft.com/office/drawing/2014/main" id="{1E3BF51A-7CBA-43D4-9103-DF182FB1E19E}"/>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28">
              <a:extLst>
                <a:ext uri="{FF2B5EF4-FFF2-40B4-BE49-F238E27FC236}">
                  <a16:creationId xmlns:a16="http://schemas.microsoft.com/office/drawing/2014/main" id="{7AFA05C3-E2B1-43D5-8D62-06761B673DEF}"/>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29">
              <a:extLst>
                <a:ext uri="{FF2B5EF4-FFF2-40B4-BE49-F238E27FC236}">
                  <a16:creationId xmlns:a16="http://schemas.microsoft.com/office/drawing/2014/main" id="{EFE5A3C5-3FF6-4E08-B473-E45C0F7512FD}"/>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30">
              <a:extLst>
                <a:ext uri="{FF2B5EF4-FFF2-40B4-BE49-F238E27FC236}">
                  <a16:creationId xmlns:a16="http://schemas.microsoft.com/office/drawing/2014/main" id="{26B46A0C-72E3-4E1B-B98B-B3A382C0983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31">
              <a:extLst>
                <a:ext uri="{FF2B5EF4-FFF2-40B4-BE49-F238E27FC236}">
                  <a16:creationId xmlns:a16="http://schemas.microsoft.com/office/drawing/2014/main" id="{3DEB44A6-75C4-4A4F-BB7A-4000B231EB6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32">
              <a:extLst>
                <a:ext uri="{FF2B5EF4-FFF2-40B4-BE49-F238E27FC236}">
                  <a16:creationId xmlns:a16="http://schemas.microsoft.com/office/drawing/2014/main" id="{64A3238F-7B45-4226-93F1-25EC856D96B2}"/>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33">
              <a:extLst>
                <a:ext uri="{FF2B5EF4-FFF2-40B4-BE49-F238E27FC236}">
                  <a16:creationId xmlns:a16="http://schemas.microsoft.com/office/drawing/2014/main" id="{67398EF4-B45B-4293-91F0-C25776954EE3}"/>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34">
              <a:extLst>
                <a:ext uri="{FF2B5EF4-FFF2-40B4-BE49-F238E27FC236}">
                  <a16:creationId xmlns:a16="http://schemas.microsoft.com/office/drawing/2014/main" id="{5DF2D6CA-1F6A-4F9A-8A20-692CF3EE3F5D}"/>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35">
              <a:extLst>
                <a:ext uri="{FF2B5EF4-FFF2-40B4-BE49-F238E27FC236}">
                  <a16:creationId xmlns:a16="http://schemas.microsoft.com/office/drawing/2014/main" id="{D2522C74-C2BC-4A3C-8B61-E20547FA6F9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36">
              <a:extLst>
                <a:ext uri="{FF2B5EF4-FFF2-40B4-BE49-F238E27FC236}">
                  <a16:creationId xmlns:a16="http://schemas.microsoft.com/office/drawing/2014/main" id="{3ABCB9A4-A083-48DA-A8C1-7417CDC9A02A}"/>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37">
              <a:extLst>
                <a:ext uri="{FF2B5EF4-FFF2-40B4-BE49-F238E27FC236}">
                  <a16:creationId xmlns:a16="http://schemas.microsoft.com/office/drawing/2014/main" id="{DB2716C7-23A2-411E-924B-D52DD08796E8}"/>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38">
              <a:extLst>
                <a:ext uri="{FF2B5EF4-FFF2-40B4-BE49-F238E27FC236}">
                  <a16:creationId xmlns:a16="http://schemas.microsoft.com/office/drawing/2014/main" id="{228304F1-D81D-4F79-9195-8655A0A02EBC}"/>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39">
              <a:extLst>
                <a:ext uri="{FF2B5EF4-FFF2-40B4-BE49-F238E27FC236}">
                  <a16:creationId xmlns:a16="http://schemas.microsoft.com/office/drawing/2014/main" id="{296F4DAE-838C-49CB-849C-36307ADC077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40">
              <a:extLst>
                <a:ext uri="{FF2B5EF4-FFF2-40B4-BE49-F238E27FC236}">
                  <a16:creationId xmlns:a16="http://schemas.microsoft.com/office/drawing/2014/main" id="{60973832-0AA4-4E20-9973-D46B92F35F5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41">
              <a:extLst>
                <a:ext uri="{FF2B5EF4-FFF2-40B4-BE49-F238E27FC236}">
                  <a16:creationId xmlns:a16="http://schemas.microsoft.com/office/drawing/2014/main" id="{91E33599-B674-4F31-BD94-A8440AA6EE30}"/>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42">
              <a:extLst>
                <a:ext uri="{FF2B5EF4-FFF2-40B4-BE49-F238E27FC236}">
                  <a16:creationId xmlns:a16="http://schemas.microsoft.com/office/drawing/2014/main" id="{6D99C9DA-788B-4DDF-AF10-3989348B1A9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43">
              <a:extLst>
                <a:ext uri="{FF2B5EF4-FFF2-40B4-BE49-F238E27FC236}">
                  <a16:creationId xmlns:a16="http://schemas.microsoft.com/office/drawing/2014/main" id="{81AA9266-AF61-4C5F-826F-9F03E25385B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44">
              <a:extLst>
                <a:ext uri="{FF2B5EF4-FFF2-40B4-BE49-F238E27FC236}">
                  <a16:creationId xmlns:a16="http://schemas.microsoft.com/office/drawing/2014/main" id="{5A4A6C35-F286-4124-ACCC-0C16582A9860}"/>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45">
              <a:extLst>
                <a:ext uri="{FF2B5EF4-FFF2-40B4-BE49-F238E27FC236}">
                  <a16:creationId xmlns:a16="http://schemas.microsoft.com/office/drawing/2014/main" id="{5554E6A0-81DE-45CC-9419-81F50B5892EB}"/>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46">
              <a:extLst>
                <a:ext uri="{FF2B5EF4-FFF2-40B4-BE49-F238E27FC236}">
                  <a16:creationId xmlns:a16="http://schemas.microsoft.com/office/drawing/2014/main" id="{55A1F73D-57E6-4F58-A1CB-8B3F7A186860}"/>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47">
              <a:extLst>
                <a:ext uri="{FF2B5EF4-FFF2-40B4-BE49-F238E27FC236}">
                  <a16:creationId xmlns:a16="http://schemas.microsoft.com/office/drawing/2014/main" id="{DA97FA1E-F10A-4713-97D3-764E7314CC1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48">
              <a:extLst>
                <a:ext uri="{FF2B5EF4-FFF2-40B4-BE49-F238E27FC236}">
                  <a16:creationId xmlns:a16="http://schemas.microsoft.com/office/drawing/2014/main" id="{04B7CAC2-328A-43BC-8B2B-B11B8C939669}"/>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749">
              <a:extLst>
                <a:ext uri="{FF2B5EF4-FFF2-40B4-BE49-F238E27FC236}">
                  <a16:creationId xmlns:a16="http://schemas.microsoft.com/office/drawing/2014/main" id="{E362FC38-9194-4C1B-8E2B-25B9BE12139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750">
              <a:extLst>
                <a:ext uri="{FF2B5EF4-FFF2-40B4-BE49-F238E27FC236}">
                  <a16:creationId xmlns:a16="http://schemas.microsoft.com/office/drawing/2014/main" id="{C1513352-19B2-4F7E-81B1-74B579F87BD8}"/>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751">
              <a:extLst>
                <a:ext uri="{FF2B5EF4-FFF2-40B4-BE49-F238E27FC236}">
                  <a16:creationId xmlns:a16="http://schemas.microsoft.com/office/drawing/2014/main" id="{89C33536-F868-406B-9D86-F773E9963513}"/>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752">
              <a:extLst>
                <a:ext uri="{FF2B5EF4-FFF2-40B4-BE49-F238E27FC236}">
                  <a16:creationId xmlns:a16="http://schemas.microsoft.com/office/drawing/2014/main" id="{F9FE997A-4FA2-41D4-900D-43265C4FE92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753">
              <a:extLst>
                <a:ext uri="{FF2B5EF4-FFF2-40B4-BE49-F238E27FC236}">
                  <a16:creationId xmlns:a16="http://schemas.microsoft.com/office/drawing/2014/main" id="{CE5606A5-6B0F-487E-85BE-78CF6DF6A583}"/>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754">
              <a:extLst>
                <a:ext uri="{FF2B5EF4-FFF2-40B4-BE49-F238E27FC236}">
                  <a16:creationId xmlns:a16="http://schemas.microsoft.com/office/drawing/2014/main" id="{BFFF74CC-CCE4-49A8-94AE-AC921A8E58CB}"/>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755">
              <a:extLst>
                <a:ext uri="{FF2B5EF4-FFF2-40B4-BE49-F238E27FC236}">
                  <a16:creationId xmlns:a16="http://schemas.microsoft.com/office/drawing/2014/main" id="{DCE5D807-5D29-4072-8BCC-07B68AAB65EF}"/>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756">
              <a:extLst>
                <a:ext uri="{FF2B5EF4-FFF2-40B4-BE49-F238E27FC236}">
                  <a16:creationId xmlns:a16="http://schemas.microsoft.com/office/drawing/2014/main" id="{9EFFB4F7-4511-4329-A42F-99B5385A39BC}"/>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757">
              <a:extLst>
                <a:ext uri="{FF2B5EF4-FFF2-40B4-BE49-F238E27FC236}">
                  <a16:creationId xmlns:a16="http://schemas.microsoft.com/office/drawing/2014/main" id="{FB9D82B6-1CB5-4258-97FB-41B9697C0561}"/>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758">
              <a:extLst>
                <a:ext uri="{FF2B5EF4-FFF2-40B4-BE49-F238E27FC236}">
                  <a16:creationId xmlns:a16="http://schemas.microsoft.com/office/drawing/2014/main" id="{608CC61D-1BB0-4FB3-950B-502726FB1B69}"/>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759">
              <a:extLst>
                <a:ext uri="{FF2B5EF4-FFF2-40B4-BE49-F238E27FC236}">
                  <a16:creationId xmlns:a16="http://schemas.microsoft.com/office/drawing/2014/main" id="{B389A7AD-3413-4ED4-9AFA-EDB8123DB164}"/>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760">
              <a:extLst>
                <a:ext uri="{FF2B5EF4-FFF2-40B4-BE49-F238E27FC236}">
                  <a16:creationId xmlns:a16="http://schemas.microsoft.com/office/drawing/2014/main" id="{E0028DC0-0A9C-4B05-AAE9-49DF995070D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761">
              <a:extLst>
                <a:ext uri="{FF2B5EF4-FFF2-40B4-BE49-F238E27FC236}">
                  <a16:creationId xmlns:a16="http://schemas.microsoft.com/office/drawing/2014/main" id="{101DCECF-C3C1-4A9E-AFEA-96764E41FFE7}"/>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762">
              <a:extLst>
                <a:ext uri="{FF2B5EF4-FFF2-40B4-BE49-F238E27FC236}">
                  <a16:creationId xmlns:a16="http://schemas.microsoft.com/office/drawing/2014/main" id="{0A0F3B64-D86C-49C4-91A1-272C8973ECFC}"/>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763">
              <a:extLst>
                <a:ext uri="{FF2B5EF4-FFF2-40B4-BE49-F238E27FC236}">
                  <a16:creationId xmlns:a16="http://schemas.microsoft.com/office/drawing/2014/main" id="{65152A8D-B5E7-4E1A-A1CE-43450A5EC6D5}"/>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4" name="Freeform 764">
              <a:extLst>
                <a:ext uri="{FF2B5EF4-FFF2-40B4-BE49-F238E27FC236}">
                  <a16:creationId xmlns:a16="http://schemas.microsoft.com/office/drawing/2014/main" id="{B0B2C3C9-0BB2-4656-9231-6EE735BE1D72}"/>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5" name="Freeform 765">
              <a:extLst>
                <a:ext uri="{FF2B5EF4-FFF2-40B4-BE49-F238E27FC236}">
                  <a16:creationId xmlns:a16="http://schemas.microsoft.com/office/drawing/2014/main" id="{E75A4444-EFC1-414B-A4B5-C0C556DB540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6" name="Freeform 766">
              <a:extLst>
                <a:ext uri="{FF2B5EF4-FFF2-40B4-BE49-F238E27FC236}">
                  <a16:creationId xmlns:a16="http://schemas.microsoft.com/office/drawing/2014/main" id="{9DCCCEB2-F0B3-4EC3-89DB-68D5661C902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7" name="Freeform 767">
              <a:extLst>
                <a:ext uri="{FF2B5EF4-FFF2-40B4-BE49-F238E27FC236}">
                  <a16:creationId xmlns:a16="http://schemas.microsoft.com/office/drawing/2014/main" id="{A9159C0C-8E30-41BC-A9A0-572A20A214C0}"/>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8" name="Freeform 768">
              <a:extLst>
                <a:ext uri="{FF2B5EF4-FFF2-40B4-BE49-F238E27FC236}">
                  <a16:creationId xmlns:a16="http://schemas.microsoft.com/office/drawing/2014/main" id="{5E73F7CF-CF83-483A-B742-1D29C360E4A0}"/>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9" name="Freeform 769">
              <a:extLst>
                <a:ext uri="{FF2B5EF4-FFF2-40B4-BE49-F238E27FC236}">
                  <a16:creationId xmlns:a16="http://schemas.microsoft.com/office/drawing/2014/main" id="{AA4D63DE-8E9F-49D5-8C1E-3EC73A406C6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0" name="Freeform 770">
              <a:extLst>
                <a:ext uri="{FF2B5EF4-FFF2-40B4-BE49-F238E27FC236}">
                  <a16:creationId xmlns:a16="http://schemas.microsoft.com/office/drawing/2014/main" id="{AB42D457-7762-4E98-BCB1-B2DFCFDCEC33}"/>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1" name="Freeform 771">
              <a:extLst>
                <a:ext uri="{FF2B5EF4-FFF2-40B4-BE49-F238E27FC236}">
                  <a16:creationId xmlns:a16="http://schemas.microsoft.com/office/drawing/2014/main" id="{E2C4A1D7-9602-42BA-A42B-06BDA3FCFC1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2" name="Freeform 772">
              <a:extLst>
                <a:ext uri="{FF2B5EF4-FFF2-40B4-BE49-F238E27FC236}">
                  <a16:creationId xmlns:a16="http://schemas.microsoft.com/office/drawing/2014/main" id="{50EBB689-7EE6-40B6-B1BE-CB8524AB957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3" name="Freeform 773">
              <a:extLst>
                <a:ext uri="{FF2B5EF4-FFF2-40B4-BE49-F238E27FC236}">
                  <a16:creationId xmlns:a16="http://schemas.microsoft.com/office/drawing/2014/main" id="{5DA70B26-E6AB-4364-BF71-7A7267A713B3}"/>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4" name="Freeform 774">
              <a:extLst>
                <a:ext uri="{FF2B5EF4-FFF2-40B4-BE49-F238E27FC236}">
                  <a16:creationId xmlns:a16="http://schemas.microsoft.com/office/drawing/2014/main" id="{5B4C107D-A436-4017-9DD4-5EB30CFD67C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5" name="Freeform 775">
              <a:extLst>
                <a:ext uri="{FF2B5EF4-FFF2-40B4-BE49-F238E27FC236}">
                  <a16:creationId xmlns:a16="http://schemas.microsoft.com/office/drawing/2014/main" id="{F5464365-1A16-4748-A1A4-F8138D9A8EA2}"/>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6" name="Freeform 776">
              <a:extLst>
                <a:ext uri="{FF2B5EF4-FFF2-40B4-BE49-F238E27FC236}">
                  <a16:creationId xmlns:a16="http://schemas.microsoft.com/office/drawing/2014/main" id="{53C8F0DB-03DF-4AEA-B0ED-1A8DDBA0FAF2}"/>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7" name="Freeform 777">
              <a:extLst>
                <a:ext uri="{FF2B5EF4-FFF2-40B4-BE49-F238E27FC236}">
                  <a16:creationId xmlns:a16="http://schemas.microsoft.com/office/drawing/2014/main" id="{8D7A68AF-D1D0-401E-9F42-76ED6C5A30BC}"/>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8" name="Freeform 778">
              <a:extLst>
                <a:ext uri="{FF2B5EF4-FFF2-40B4-BE49-F238E27FC236}">
                  <a16:creationId xmlns:a16="http://schemas.microsoft.com/office/drawing/2014/main" id="{D18A16C8-A969-4FE1-9DDD-C443F036F6F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9" name="Freeform 779">
              <a:extLst>
                <a:ext uri="{FF2B5EF4-FFF2-40B4-BE49-F238E27FC236}">
                  <a16:creationId xmlns:a16="http://schemas.microsoft.com/office/drawing/2014/main" id="{2E0F0BD5-DD83-4055-85FE-6C4E71D0CE5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0" name="Freeform 780">
              <a:extLst>
                <a:ext uri="{FF2B5EF4-FFF2-40B4-BE49-F238E27FC236}">
                  <a16:creationId xmlns:a16="http://schemas.microsoft.com/office/drawing/2014/main" id="{FC032757-79DA-4F63-954E-C5FA3E0C5DD6}"/>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1" name="Freeform 781">
              <a:extLst>
                <a:ext uri="{FF2B5EF4-FFF2-40B4-BE49-F238E27FC236}">
                  <a16:creationId xmlns:a16="http://schemas.microsoft.com/office/drawing/2014/main" id="{88933033-20AA-4CE2-BB86-A0CA00265036}"/>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2" name="Freeform 782">
              <a:extLst>
                <a:ext uri="{FF2B5EF4-FFF2-40B4-BE49-F238E27FC236}">
                  <a16:creationId xmlns:a16="http://schemas.microsoft.com/office/drawing/2014/main" id="{B5DD9CA8-F6CD-4019-A8E7-2960D41BA78B}"/>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3" name="Freeform 783">
              <a:extLst>
                <a:ext uri="{FF2B5EF4-FFF2-40B4-BE49-F238E27FC236}">
                  <a16:creationId xmlns:a16="http://schemas.microsoft.com/office/drawing/2014/main" id="{BB511AD7-6978-4C0D-9795-28752DE7689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4" name="Freeform 784">
              <a:extLst>
                <a:ext uri="{FF2B5EF4-FFF2-40B4-BE49-F238E27FC236}">
                  <a16:creationId xmlns:a16="http://schemas.microsoft.com/office/drawing/2014/main" id="{EEFFB8C9-62B2-4D3E-A0D3-163E958855A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5" name="Freeform 785">
              <a:extLst>
                <a:ext uri="{FF2B5EF4-FFF2-40B4-BE49-F238E27FC236}">
                  <a16:creationId xmlns:a16="http://schemas.microsoft.com/office/drawing/2014/main" id="{3429448E-9A7E-44A4-8B5E-E8C6575913D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6" name="Freeform 786">
              <a:extLst>
                <a:ext uri="{FF2B5EF4-FFF2-40B4-BE49-F238E27FC236}">
                  <a16:creationId xmlns:a16="http://schemas.microsoft.com/office/drawing/2014/main" id="{2D0DF9C2-A77E-4458-9561-401C4FD07287}"/>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7" name="Freeform 787">
              <a:extLst>
                <a:ext uri="{FF2B5EF4-FFF2-40B4-BE49-F238E27FC236}">
                  <a16:creationId xmlns:a16="http://schemas.microsoft.com/office/drawing/2014/main" id="{3B2ECE0C-1F3A-45E5-8C8B-37192973E6E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8" name="Freeform 788">
              <a:extLst>
                <a:ext uri="{FF2B5EF4-FFF2-40B4-BE49-F238E27FC236}">
                  <a16:creationId xmlns:a16="http://schemas.microsoft.com/office/drawing/2014/main" id="{52CCD996-D31D-429C-9426-0A9701C1D111}"/>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9" name="Freeform 789">
              <a:extLst>
                <a:ext uri="{FF2B5EF4-FFF2-40B4-BE49-F238E27FC236}">
                  <a16:creationId xmlns:a16="http://schemas.microsoft.com/office/drawing/2014/main" id="{69D2D661-4346-46F7-B440-616578242B7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0" name="Freeform 790">
              <a:extLst>
                <a:ext uri="{FF2B5EF4-FFF2-40B4-BE49-F238E27FC236}">
                  <a16:creationId xmlns:a16="http://schemas.microsoft.com/office/drawing/2014/main" id="{D3273536-CF16-4203-8CC4-C1E6BDD8954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1" name="Freeform 791">
              <a:extLst>
                <a:ext uri="{FF2B5EF4-FFF2-40B4-BE49-F238E27FC236}">
                  <a16:creationId xmlns:a16="http://schemas.microsoft.com/office/drawing/2014/main" id="{AD482CF2-A25E-4468-AEDA-C243742D65A6}"/>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2" name="Freeform 792">
              <a:extLst>
                <a:ext uri="{FF2B5EF4-FFF2-40B4-BE49-F238E27FC236}">
                  <a16:creationId xmlns:a16="http://schemas.microsoft.com/office/drawing/2014/main" id="{12FD0467-B2E5-472C-8DF8-E29110049A1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3" name="Freeform 793">
              <a:extLst>
                <a:ext uri="{FF2B5EF4-FFF2-40B4-BE49-F238E27FC236}">
                  <a16:creationId xmlns:a16="http://schemas.microsoft.com/office/drawing/2014/main" id="{9DECC6BF-FF89-4825-8642-9E40566FFE45}"/>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4" name="Freeform 794">
              <a:extLst>
                <a:ext uri="{FF2B5EF4-FFF2-40B4-BE49-F238E27FC236}">
                  <a16:creationId xmlns:a16="http://schemas.microsoft.com/office/drawing/2014/main" id="{C62F1476-0E59-4209-B62D-0720457EA1B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5" name="Freeform 795">
              <a:extLst>
                <a:ext uri="{FF2B5EF4-FFF2-40B4-BE49-F238E27FC236}">
                  <a16:creationId xmlns:a16="http://schemas.microsoft.com/office/drawing/2014/main" id="{87BD5297-3146-47E5-A775-40EC82944E5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6" name="Freeform 796">
              <a:extLst>
                <a:ext uri="{FF2B5EF4-FFF2-40B4-BE49-F238E27FC236}">
                  <a16:creationId xmlns:a16="http://schemas.microsoft.com/office/drawing/2014/main" id="{803579F1-5B42-44BD-9FFA-D93F0C48EADA}"/>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 name="Freeform 797">
              <a:extLst>
                <a:ext uri="{FF2B5EF4-FFF2-40B4-BE49-F238E27FC236}">
                  <a16:creationId xmlns:a16="http://schemas.microsoft.com/office/drawing/2014/main" id="{6CF00BB7-6352-470E-8E13-9BB62321F9A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 name="Freeform 798">
              <a:extLst>
                <a:ext uri="{FF2B5EF4-FFF2-40B4-BE49-F238E27FC236}">
                  <a16:creationId xmlns:a16="http://schemas.microsoft.com/office/drawing/2014/main" id="{28EF1C99-8718-4AA9-B795-41CBB632A12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 name="Freeform 799">
              <a:extLst>
                <a:ext uri="{FF2B5EF4-FFF2-40B4-BE49-F238E27FC236}">
                  <a16:creationId xmlns:a16="http://schemas.microsoft.com/office/drawing/2014/main" id="{CB2AEBDD-F617-4337-8215-A5F8501F1ECD}"/>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 name="Freeform 800">
              <a:extLst>
                <a:ext uri="{FF2B5EF4-FFF2-40B4-BE49-F238E27FC236}">
                  <a16:creationId xmlns:a16="http://schemas.microsoft.com/office/drawing/2014/main" id="{BB7B5684-25EC-4A91-AE7D-28A1844AAD6A}"/>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 name="Freeform 801">
              <a:extLst>
                <a:ext uri="{FF2B5EF4-FFF2-40B4-BE49-F238E27FC236}">
                  <a16:creationId xmlns:a16="http://schemas.microsoft.com/office/drawing/2014/main" id="{4A89A7B0-B152-4520-BA54-90416791CEA1}"/>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 name="Freeform 802">
              <a:extLst>
                <a:ext uri="{FF2B5EF4-FFF2-40B4-BE49-F238E27FC236}">
                  <a16:creationId xmlns:a16="http://schemas.microsoft.com/office/drawing/2014/main" id="{9841BE9F-7965-4A78-B72F-E178A5D5656E}"/>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 name="Freeform 803">
              <a:extLst>
                <a:ext uri="{FF2B5EF4-FFF2-40B4-BE49-F238E27FC236}">
                  <a16:creationId xmlns:a16="http://schemas.microsoft.com/office/drawing/2014/main" id="{7853BB01-37B8-4968-9900-4C73F79BADEE}"/>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 name="Freeform 804">
              <a:extLst>
                <a:ext uri="{FF2B5EF4-FFF2-40B4-BE49-F238E27FC236}">
                  <a16:creationId xmlns:a16="http://schemas.microsoft.com/office/drawing/2014/main" id="{3BAE373E-802A-4322-947E-60AD993E50C6}"/>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 name="Freeform 805">
              <a:extLst>
                <a:ext uri="{FF2B5EF4-FFF2-40B4-BE49-F238E27FC236}">
                  <a16:creationId xmlns:a16="http://schemas.microsoft.com/office/drawing/2014/main" id="{F9B78148-E200-4621-89BE-D7481040C8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 name="Freeform 806">
              <a:extLst>
                <a:ext uri="{FF2B5EF4-FFF2-40B4-BE49-F238E27FC236}">
                  <a16:creationId xmlns:a16="http://schemas.microsoft.com/office/drawing/2014/main" id="{065A8EA3-76A2-43AA-81A7-F6FB5837BC1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7" name="Freeform 807">
              <a:extLst>
                <a:ext uri="{FF2B5EF4-FFF2-40B4-BE49-F238E27FC236}">
                  <a16:creationId xmlns:a16="http://schemas.microsoft.com/office/drawing/2014/main" id="{E18D18CB-59C5-4A31-B851-F9CA7F90318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8" name="Freeform 808">
              <a:extLst>
                <a:ext uri="{FF2B5EF4-FFF2-40B4-BE49-F238E27FC236}">
                  <a16:creationId xmlns:a16="http://schemas.microsoft.com/office/drawing/2014/main" id="{D82962F5-20EC-48EC-8552-80817FC96CDE}"/>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9" name="Freeform 809">
              <a:extLst>
                <a:ext uri="{FF2B5EF4-FFF2-40B4-BE49-F238E27FC236}">
                  <a16:creationId xmlns:a16="http://schemas.microsoft.com/office/drawing/2014/main" id="{75670662-5848-4E6E-8650-8DE3CA36E746}"/>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0" name="Freeform 810">
              <a:extLst>
                <a:ext uri="{FF2B5EF4-FFF2-40B4-BE49-F238E27FC236}">
                  <a16:creationId xmlns:a16="http://schemas.microsoft.com/office/drawing/2014/main" id="{41903D8D-2CB2-45A6-9339-1F5B4BEDFF60}"/>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1" name="Freeform 811">
              <a:extLst>
                <a:ext uri="{FF2B5EF4-FFF2-40B4-BE49-F238E27FC236}">
                  <a16:creationId xmlns:a16="http://schemas.microsoft.com/office/drawing/2014/main" id="{7D748681-7BBD-4F83-9309-1DCF947BABD0}"/>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2" name="Freeform 812">
              <a:extLst>
                <a:ext uri="{FF2B5EF4-FFF2-40B4-BE49-F238E27FC236}">
                  <a16:creationId xmlns:a16="http://schemas.microsoft.com/office/drawing/2014/main" id="{309D7ED2-242C-4E4D-BACA-BB6C87001148}"/>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3" name="Freeform 813">
              <a:extLst>
                <a:ext uri="{FF2B5EF4-FFF2-40B4-BE49-F238E27FC236}">
                  <a16:creationId xmlns:a16="http://schemas.microsoft.com/office/drawing/2014/main" id="{F5E97F72-2C04-48BC-A4BF-CC058CC6EADC}"/>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4" name="Freeform 814">
              <a:extLst>
                <a:ext uri="{FF2B5EF4-FFF2-40B4-BE49-F238E27FC236}">
                  <a16:creationId xmlns:a16="http://schemas.microsoft.com/office/drawing/2014/main" id="{8A8514E6-0863-4CE6-9496-0A857744CB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325" name="Red text">
            <a:extLst>
              <a:ext uri="{FF2B5EF4-FFF2-40B4-BE49-F238E27FC236}">
                <a16:creationId xmlns:a16="http://schemas.microsoft.com/office/drawing/2014/main" id="{143714C0-ECC2-4BF0-851B-02E2EA3433C9}"/>
              </a:ext>
            </a:extLst>
          </p:cNvPr>
          <p:cNvSpPr txBox="1"/>
          <p:nvPr/>
        </p:nvSpPr>
        <p:spPr>
          <a:xfrm>
            <a:off x="9235033" y="2976828"/>
            <a:ext cx="3010840"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Not ready for prime time… yet</a:t>
            </a:r>
          </a:p>
        </p:txBody>
      </p:sp>
      <p:grpSp>
        <p:nvGrpSpPr>
          <p:cNvPr id="326" name="Arrow">
            <a:extLst>
              <a:ext uri="{FF2B5EF4-FFF2-40B4-BE49-F238E27FC236}">
                <a16:creationId xmlns:a16="http://schemas.microsoft.com/office/drawing/2014/main" id="{056C3969-A751-44EE-A02C-0DF5F063382C}"/>
              </a:ext>
            </a:extLst>
          </p:cNvPr>
          <p:cNvGrpSpPr>
            <a:grpSpLocks noChangeAspect="1"/>
          </p:cNvGrpSpPr>
          <p:nvPr/>
        </p:nvGrpSpPr>
        <p:grpSpPr bwMode="auto">
          <a:xfrm rot="5400000">
            <a:off x="8306991" y="2300902"/>
            <a:ext cx="904172" cy="943180"/>
            <a:chOff x="1328" y="0"/>
            <a:chExt cx="3106" cy="3240"/>
          </a:xfrm>
          <a:solidFill>
            <a:srgbClr val="C00000"/>
          </a:solidFill>
        </p:grpSpPr>
        <p:sp>
          <p:nvSpPr>
            <p:cNvPr id="327" name="Freeform 716">
              <a:extLst>
                <a:ext uri="{FF2B5EF4-FFF2-40B4-BE49-F238E27FC236}">
                  <a16:creationId xmlns:a16="http://schemas.microsoft.com/office/drawing/2014/main" id="{2DBB117E-397F-4238-A4E5-420874C4746D}"/>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8" name="Freeform 717">
              <a:extLst>
                <a:ext uri="{FF2B5EF4-FFF2-40B4-BE49-F238E27FC236}">
                  <a16:creationId xmlns:a16="http://schemas.microsoft.com/office/drawing/2014/main" id="{EB1524D4-FE83-4154-ABF4-7799713F2450}"/>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9" name="Freeform 718">
              <a:extLst>
                <a:ext uri="{FF2B5EF4-FFF2-40B4-BE49-F238E27FC236}">
                  <a16:creationId xmlns:a16="http://schemas.microsoft.com/office/drawing/2014/main" id="{B9CE8515-EAE0-459B-8393-04E13ED7F293}"/>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0" name="Freeform 719">
              <a:extLst>
                <a:ext uri="{FF2B5EF4-FFF2-40B4-BE49-F238E27FC236}">
                  <a16:creationId xmlns:a16="http://schemas.microsoft.com/office/drawing/2014/main" id="{7F51FE01-F218-43C3-83EA-B6DDD4A42EB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1" name="Freeform 720">
              <a:extLst>
                <a:ext uri="{FF2B5EF4-FFF2-40B4-BE49-F238E27FC236}">
                  <a16:creationId xmlns:a16="http://schemas.microsoft.com/office/drawing/2014/main" id="{2C324003-DD88-4D89-9BC2-FCBD51B884AE}"/>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2" name="Freeform 721">
              <a:extLst>
                <a:ext uri="{FF2B5EF4-FFF2-40B4-BE49-F238E27FC236}">
                  <a16:creationId xmlns:a16="http://schemas.microsoft.com/office/drawing/2014/main" id="{418FB233-CB11-4C76-9C1A-6DB9B3E8B32F}"/>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3" name="Freeform 722">
              <a:extLst>
                <a:ext uri="{FF2B5EF4-FFF2-40B4-BE49-F238E27FC236}">
                  <a16:creationId xmlns:a16="http://schemas.microsoft.com/office/drawing/2014/main" id="{554A0019-C954-445B-872A-9D83C80F1574}"/>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4" name="Freeform 723">
              <a:extLst>
                <a:ext uri="{FF2B5EF4-FFF2-40B4-BE49-F238E27FC236}">
                  <a16:creationId xmlns:a16="http://schemas.microsoft.com/office/drawing/2014/main" id="{DE0C8A3A-1A70-4BB4-AF7F-25C788C5949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5" name="Freeform 724">
              <a:extLst>
                <a:ext uri="{FF2B5EF4-FFF2-40B4-BE49-F238E27FC236}">
                  <a16:creationId xmlns:a16="http://schemas.microsoft.com/office/drawing/2014/main" id="{D58446F9-2445-4813-8958-1E36543923E6}"/>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6" name="Freeform 725">
              <a:extLst>
                <a:ext uri="{FF2B5EF4-FFF2-40B4-BE49-F238E27FC236}">
                  <a16:creationId xmlns:a16="http://schemas.microsoft.com/office/drawing/2014/main" id="{DC1DFCD9-490A-4662-A95F-A1E7181D4B8A}"/>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7" name="Freeform 726">
              <a:extLst>
                <a:ext uri="{FF2B5EF4-FFF2-40B4-BE49-F238E27FC236}">
                  <a16:creationId xmlns:a16="http://schemas.microsoft.com/office/drawing/2014/main" id="{B3251587-0974-4E6F-8826-A9BCE872F05E}"/>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8" name="Freeform 727">
              <a:extLst>
                <a:ext uri="{FF2B5EF4-FFF2-40B4-BE49-F238E27FC236}">
                  <a16:creationId xmlns:a16="http://schemas.microsoft.com/office/drawing/2014/main" id="{CE574517-3E31-4442-AC10-4E76949B6A71}"/>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9" name="Freeform 728">
              <a:extLst>
                <a:ext uri="{FF2B5EF4-FFF2-40B4-BE49-F238E27FC236}">
                  <a16:creationId xmlns:a16="http://schemas.microsoft.com/office/drawing/2014/main" id="{D7EAB3E0-63DA-413B-BC00-37F478E4D8F0}"/>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0" name="Freeform 729">
              <a:extLst>
                <a:ext uri="{FF2B5EF4-FFF2-40B4-BE49-F238E27FC236}">
                  <a16:creationId xmlns:a16="http://schemas.microsoft.com/office/drawing/2014/main" id="{19AB9A58-A570-4237-AC88-AE8A6F66A0A5}"/>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1" name="Freeform 730">
              <a:extLst>
                <a:ext uri="{FF2B5EF4-FFF2-40B4-BE49-F238E27FC236}">
                  <a16:creationId xmlns:a16="http://schemas.microsoft.com/office/drawing/2014/main" id="{A7065BE1-4E03-446A-B8B8-8B860A08456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2" name="Freeform 731">
              <a:extLst>
                <a:ext uri="{FF2B5EF4-FFF2-40B4-BE49-F238E27FC236}">
                  <a16:creationId xmlns:a16="http://schemas.microsoft.com/office/drawing/2014/main" id="{D84D7FB6-7E69-4BE0-8D93-5A4596252344}"/>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3" name="Freeform 732">
              <a:extLst>
                <a:ext uri="{FF2B5EF4-FFF2-40B4-BE49-F238E27FC236}">
                  <a16:creationId xmlns:a16="http://schemas.microsoft.com/office/drawing/2014/main" id="{45B26F62-72B4-48AC-B893-2968F584CFE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4" name="Freeform 733">
              <a:extLst>
                <a:ext uri="{FF2B5EF4-FFF2-40B4-BE49-F238E27FC236}">
                  <a16:creationId xmlns:a16="http://schemas.microsoft.com/office/drawing/2014/main" id="{DE011B95-E93F-44AB-9F2A-C30938C87EE2}"/>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5" name="Freeform 734">
              <a:extLst>
                <a:ext uri="{FF2B5EF4-FFF2-40B4-BE49-F238E27FC236}">
                  <a16:creationId xmlns:a16="http://schemas.microsoft.com/office/drawing/2014/main" id="{C755E296-2FB5-4C95-94FF-1A1F4678C201}"/>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6" name="Freeform 735">
              <a:extLst>
                <a:ext uri="{FF2B5EF4-FFF2-40B4-BE49-F238E27FC236}">
                  <a16:creationId xmlns:a16="http://schemas.microsoft.com/office/drawing/2014/main" id="{08382E99-9D8D-498D-8748-A42A98742367}"/>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7" name="Freeform 736">
              <a:extLst>
                <a:ext uri="{FF2B5EF4-FFF2-40B4-BE49-F238E27FC236}">
                  <a16:creationId xmlns:a16="http://schemas.microsoft.com/office/drawing/2014/main" id="{FDC1DC66-B31E-40F8-A6A2-3DCC95161788}"/>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8" name="Freeform 737">
              <a:extLst>
                <a:ext uri="{FF2B5EF4-FFF2-40B4-BE49-F238E27FC236}">
                  <a16:creationId xmlns:a16="http://schemas.microsoft.com/office/drawing/2014/main" id="{84C9A41D-1E16-4E89-9CF6-AC78D7D2D193}"/>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9" name="Freeform 738">
              <a:extLst>
                <a:ext uri="{FF2B5EF4-FFF2-40B4-BE49-F238E27FC236}">
                  <a16:creationId xmlns:a16="http://schemas.microsoft.com/office/drawing/2014/main" id="{02741A4E-1C75-4A6F-A341-1D4F81D959F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0" name="Freeform 739">
              <a:extLst>
                <a:ext uri="{FF2B5EF4-FFF2-40B4-BE49-F238E27FC236}">
                  <a16:creationId xmlns:a16="http://schemas.microsoft.com/office/drawing/2014/main" id="{D63AE35D-D8BC-4692-BD50-D1C8305CA929}"/>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1" name="Freeform 740">
              <a:extLst>
                <a:ext uri="{FF2B5EF4-FFF2-40B4-BE49-F238E27FC236}">
                  <a16:creationId xmlns:a16="http://schemas.microsoft.com/office/drawing/2014/main" id="{4F09EF6B-18AD-49EE-8808-19C990659F2C}"/>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2" name="Freeform 741">
              <a:extLst>
                <a:ext uri="{FF2B5EF4-FFF2-40B4-BE49-F238E27FC236}">
                  <a16:creationId xmlns:a16="http://schemas.microsoft.com/office/drawing/2014/main" id="{26053319-4964-4F60-8E68-45D75586CD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3" name="Freeform 742">
              <a:extLst>
                <a:ext uri="{FF2B5EF4-FFF2-40B4-BE49-F238E27FC236}">
                  <a16:creationId xmlns:a16="http://schemas.microsoft.com/office/drawing/2014/main" id="{B9E77741-EF24-42F4-9F60-C4AD753C1E6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4" name="Freeform 743">
              <a:extLst>
                <a:ext uri="{FF2B5EF4-FFF2-40B4-BE49-F238E27FC236}">
                  <a16:creationId xmlns:a16="http://schemas.microsoft.com/office/drawing/2014/main" id="{6ED04FE7-FEF4-464B-88A0-8370361B6E8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5" name="Freeform 744">
              <a:extLst>
                <a:ext uri="{FF2B5EF4-FFF2-40B4-BE49-F238E27FC236}">
                  <a16:creationId xmlns:a16="http://schemas.microsoft.com/office/drawing/2014/main" id="{CC2BE5A9-2F52-4047-818B-E235A11471D7}"/>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6" name="Freeform 745">
              <a:extLst>
                <a:ext uri="{FF2B5EF4-FFF2-40B4-BE49-F238E27FC236}">
                  <a16:creationId xmlns:a16="http://schemas.microsoft.com/office/drawing/2014/main" id="{0264FB9F-0B65-4F41-B1F3-76E6C8D501E1}"/>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7" name="Freeform 746">
              <a:extLst>
                <a:ext uri="{FF2B5EF4-FFF2-40B4-BE49-F238E27FC236}">
                  <a16:creationId xmlns:a16="http://schemas.microsoft.com/office/drawing/2014/main" id="{F3D2E066-F6C9-40A1-8A3C-551AD0ED8C8C}"/>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8" name="Freeform 747">
              <a:extLst>
                <a:ext uri="{FF2B5EF4-FFF2-40B4-BE49-F238E27FC236}">
                  <a16:creationId xmlns:a16="http://schemas.microsoft.com/office/drawing/2014/main" id="{D90161A4-3FFF-4F94-89FB-65C3F3C2244C}"/>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9" name="Freeform 748">
              <a:extLst>
                <a:ext uri="{FF2B5EF4-FFF2-40B4-BE49-F238E27FC236}">
                  <a16:creationId xmlns:a16="http://schemas.microsoft.com/office/drawing/2014/main" id="{B3626079-46E7-4D10-A292-54CE12373A0C}"/>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0" name="Freeform 749">
              <a:extLst>
                <a:ext uri="{FF2B5EF4-FFF2-40B4-BE49-F238E27FC236}">
                  <a16:creationId xmlns:a16="http://schemas.microsoft.com/office/drawing/2014/main" id="{454B35F6-A276-48DD-B5FE-DA1AF91C8D0D}"/>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1" name="Freeform 750">
              <a:extLst>
                <a:ext uri="{FF2B5EF4-FFF2-40B4-BE49-F238E27FC236}">
                  <a16:creationId xmlns:a16="http://schemas.microsoft.com/office/drawing/2014/main" id="{01B9DAAF-41F3-49ED-A3CB-E7D72026F1F6}"/>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2" name="Freeform 751">
              <a:extLst>
                <a:ext uri="{FF2B5EF4-FFF2-40B4-BE49-F238E27FC236}">
                  <a16:creationId xmlns:a16="http://schemas.microsoft.com/office/drawing/2014/main" id="{9218766B-328E-4278-A2CA-31FB6C585A6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3" name="Freeform 752">
              <a:extLst>
                <a:ext uri="{FF2B5EF4-FFF2-40B4-BE49-F238E27FC236}">
                  <a16:creationId xmlns:a16="http://schemas.microsoft.com/office/drawing/2014/main" id="{3A5C3E7B-6F6E-4EF5-B7BF-97D4F8CD28D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4" name="Freeform 753">
              <a:extLst>
                <a:ext uri="{FF2B5EF4-FFF2-40B4-BE49-F238E27FC236}">
                  <a16:creationId xmlns:a16="http://schemas.microsoft.com/office/drawing/2014/main" id="{D42037DD-753A-432E-9A3B-2207032E4ECF}"/>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5" name="Freeform 754">
              <a:extLst>
                <a:ext uri="{FF2B5EF4-FFF2-40B4-BE49-F238E27FC236}">
                  <a16:creationId xmlns:a16="http://schemas.microsoft.com/office/drawing/2014/main" id="{C3748A86-604D-4B75-8668-734DC121A44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6" name="Freeform 755">
              <a:extLst>
                <a:ext uri="{FF2B5EF4-FFF2-40B4-BE49-F238E27FC236}">
                  <a16:creationId xmlns:a16="http://schemas.microsoft.com/office/drawing/2014/main" id="{AD3ABE86-FB2C-4E31-9AD6-A443654AE1B3}"/>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7" name="Freeform 756">
              <a:extLst>
                <a:ext uri="{FF2B5EF4-FFF2-40B4-BE49-F238E27FC236}">
                  <a16:creationId xmlns:a16="http://schemas.microsoft.com/office/drawing/2014/main" id="{C43422C6-C9C2-4F62-A93E-591F7F0689C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8" name="Freeform 757">
              <a:extLst>
                <a:ext uri="{FF2B5EF4-FFF2-40B4-BE49-F238E27FC236}">
                  <a16:creationId xmlns:a16="http://schemas.microsoft.com/office/drawing/2014/main" id="{844709BC-AC1C-4111-BFE6-E79662E8206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9" name="Freeform 758">
              <a:extLst>
                <a:ext uri="{FF2B5EF4-FFF2-40B4-BE49-F238E27FC236}">
                  <a16:creationId xmlns:a16="http://schemas.microsoft.com/office/drawing/2014/main" id="{24B94CEC-D288-49A6-A524-6EE1E190FFEE}"/>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0" name="Freeform 759">
              <a:extLst>
                <a:ext uri="{FF2B5EF4-FFF2-40B4-BE49-F238E27FC236}">
                  <a16:creationId xmlns:a16="http://schemas.microsoft.com/office/drawing/2014/main" id="{E46FBEE9-EDF0-40D7-9B11-36BF98FD57D9}"/>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1" name="Freeform 760">
              <a:extLst>
                <a:ext uri="{FF2B5EF4-FFF2-40B4-BE49-F238E27FC236}">
                  <a16:creationId xmlns:a16="http://schemas.microsoft.com/office/drawing/2014/main" id="{E50A0833-6372-40F7-BCCB-5DD50EF654C8}"/>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2" name="Freeform 761">
              <a:extLst>
                <a:ext uri="{FF2B5EF4-FFF2-40B4-BE49-F238E27FC236}">
                  <a16:creationId xmlns:a16="http://schemas.microsoft.com/office/drawing/2014/main" id="{B10CC0D9-5557-4207-8413-EDD4C2FB65BB}"/>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3" name="Freeform 762">
              <a:extLst>
                <a:ext uri="{FF2B5EF4-FFF2-40B4-BE49-F238E27FC236}">
                  <a16:creationId xmlns:a16="http://schemas.microsoft.com/office/drawing/2014/main" id="{972E8166-EA00-44D6-9A0F-A0C4034086D2}"/>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4" name="Freeform 763">
              <a:extLst>
                <a:ext uri="{FF2B5EF4-FFF2-40B4-BE49-F238E27FC236}">
                  <a16:creationId xmlns:a16="http://schemas.microsoft.com/office/drawing/2014/main" id="{D8E2A137-15FF-42A4-A331-1C8B3A4DD642}"/>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5" name="Freeform 764">
              <a:extLst>
                <a:ext uri="{FF2B5EF4-FFF2-40B4-BE49-F238E27FC236}">
                  <a16:creationId xmlns:a16="http://schemas.microsoft.com/office/drawing/2014/main" id="{5ED7DD79-2757-4EB0-993C-9C439A65C659}"/>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6" name="Freeform 765">
              <a:extLst>
                <a:ext uri="{FF2B5EF4-FFF2-40B4-BE49-F238E27FC236}">
                  <a16:creationId xmlns:a16="http://schemas.microsoft.com/office/drawing/2014/main" id="{B02F72C5-1175-47B9-8ECD-7AF25F4991B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7" name="Freeform 766">
              <a:extLst>
                <a:ext uri="{FF2B5EF4-FFF2-40B4-BE49-F238E27FC236}">
                  <a16:creationId xmlns:a16="http://schemas.microsoft.com/office/drawing/2014/main" id="{063CF99C-B8F4-44AD-AFE5-ABF070F4FD60}"/>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8" name="Freeform 767">
              <a:extLst>
                <a:ext uri="{FF2B5EF4-FFF2-40B4-BE49-F238E27FC236}">
                  <a16:creationId xmlns:a16="http://schemas.microsoft.com/office/drawing/2014/main" id="{10186CFE-4132-4116-A867-51605C6247F4}"/>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9" name="Freeform 768">
              <a:extLst>
                <a:ext uri="{FF2B5EF4-FFF2-40B4-BE49-F238E27FC236}">
                  <a16:creationId xmlns:a16="http://schemas.microsoft.com/office/drawing/2014/main" id="{CC4D8592-284C-4F0D-B625-186C400A654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0" name="Freeform 769">
              <a:extLst>
                <a:ext uri="{FF2B5EF4-FFF2-40B4-BE49-F238E27FC236}">
                  <a16:creationId xmlns:a16="http://schemas.microsoft.com/office/drawing/2014/main" id="{5189A0E1-818F-494E-8B11-91D3E73688F7}"/>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1" name="Freeform 770">
              <a:extLst>
                <a:ext uri="{FF2B5EF4-FFF2-40B4-BE49-F238E27FC236}">
                  <a16:creationId xmlns:a16="http://schemas.microsoft.com/office/drawing/2014/main" id="{7D1F32F4-C8A4-4B10-8EBD-309CD2A8BA3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2" name="Freeform 771">
              <a:extLst>
                <a:ext uri="{FF2B5EF4-FFF2-40B4-BE49-F238E27FC236}">
                  <a16:creationId xmlns:a16="http://schemas.microsoft.com/office/drawing/2014/main" id="{E5547E22-1143-47C3-A717-2993BF2EDDE3}"/>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3" name="Freeform 772">
              <a:extLst>
                <a:ext uri="{FF2B5EF4-FFF2-40B4-BE49-F238E27FC236}">
                  <a16:creationId xmlns:a16="http://schemas.microsoft.com/office/drawing/2014/main" id="{94548615-2E7E-4DD1-8BF5-BF251239A80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4" name="Freeform 773">
              <a:extLst>
                <a:ext uri="{FF2B5EF4-FFF2-40B4-BE49-F238E27FC236}">
                  <a16:creationId xmlns:a16="http://schemas.microsoft.com/office/drawing/2014/main" id="{5FFD6431-527A-4EAF-A9FF-57C79B3EBFC2}"/>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5" name="Freeform 774">
              <a:extLst>
                <a:ext uri="{FF2B5EF4-FFF2-40B4-BE49-F238E27FC236}">
                  <a16:creationId xmlns:a16="http://schemas.microsoft.com/office/drawing/2014/main" id="{8460A944-EBC3-4980-BCE5-F8EB001B822E}"/>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6" name="Freeform 775">
              <a:extLst>
                <a:ext uri="{FF2B5EF4-FFF2-40B4-BE49-F238E27FC236}">
                  <a16:creationId xmlns:a16="http://schemas.microsoft.com/office/drawing/2014/main" id="{A299FC54-89AB-49F1-AA70-08D76923D0B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7" name="Freeform 776">
              <a:extLst>
                <a:ext uri="{FF2B5EF4-FFF2-40B4-BE49-F238E27FC236}">
                  <a16:creationId xmlns:a16="http://schemas.microsoft.com/office/drawing/2014/main" id="{AF5549FC-09A2-42CA-981C-97A8DA2E0DFE}"/>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8" name="Freeform 777">
              <a:extLst>
                <a:ext uri="{FF2B5EF4-FFF2-40B4-BE49-F238E27FC236}">
                  <a16:creationId xmlns:a16="http://schemas.microsoft.com/office/drawing/2014/main" id="{4DAFA0BD-4070-4574-A62F-BC4E1DD226B0}"/>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9" name="Freeform 778">
              <a:extLst>
                <a:ext uri="{FF2B5EF4-FFF2-40B4-BE49-F238E27FC236}">
                  <a16:creationId xmlns:a16="http://schemas.microsoft.com/office/drawing/2014/main" id="{20BF71F4-944F-438C-8C2F-F65613407E4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0" name="Freeform 779">
              <a:extLst>
                <a:ext uri="{FF2B5EF4-FFF2-40B4-BE49-F238E27FC236}">
                  <a16:creationId xmlns:a16="http://schemas.microsoft.com/office/drawing/2014/main" id="{93644E1A-C9A9-422E-86AC-5D7086C16D17}"/>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1" name="Freeform 780">
              <a:extLst>
                <a:ext uri="{FF2B5EF4-FFF2-40B4-BE49-F238E27FC236}">
                  <a16:creationId xmlns:a16="http://schemas.microsoft.com/office/drawing/2014/main" id="{8B88B0D0-C8C6-4057-B798-9AD0FC5957C2}"/>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2" name="Freeform 781">
              <a:extLst>
                <a:ext uri="{FF2B5EF4-FFF2-40B4-BE49-F238E27FC236}">
                  <a16:creationId xmlns:a16="http://schemas.microsoft.com/office/drawing/2014/main" id="{C400BF7E-9A87-4F40-B3E5-A52FDBDA6A4D}"/>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3" name="Freeform 782">
              <a:extLst>
                <a:ext uri="{FF2B5EF4-FFF2-40B4-BE49-F238E27FC236}">
                  <a16:creationId xmlns:a16="http://schemas.microsoft.com/office/drawing/2014/main" id="{B7EF7EAA-2551-4715-9AA4-50AD6F0442F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4" name="Freeform 783">
              <a:extLst>
                <a:ext uri="{FF2B5EF4-FFF2-40B4-BE49-F238E27FC236}">
                  <a16:creationId xmlns:a16="http://schemas.microsoft.com/office/drawing/2014/main" id="{50B67B10-36E7-42F1-95EE-6B3563DA4608}"/>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5" name="Freeform 784">
              <a:extLst>
                <a:ext uri="{FF2B5EF4-FFF2-40B4-BE49-F238E27FC236}">
                  <a16:creationId xmlns:a16="http://schemas.microsoft.com/office/drawing/2014/main" id="{1C65B860-A16D-456A-A24F-F6F72C64F619}"/>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6" name="Freeform 785">
              <a:extLst>
                <a:ext uri="{FF2B5EF4-FFF2-40B4-BE49-F238E27FC236}">
                  <a16:creationId xmlns:a16="http://schemas.microsoft.com/office/drawing/2014/main" id="{E7806369-AD64-42E2-B921-F3ECCC4D2BC4}"/>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7" name="Freeform 786">
              <a:extLst>
                <a:ext uri="{FF2B5EF4-FFF2-40B4-BE49-F238E27FC236}">
                  <a16:creationId xmlns:a16="http://schemas.microsoft.com/office/drawing/2014/main" id="{3F80EC0E-F977-481A-AB41-CA5E38C14DC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8" name="Freeform 787">
              <a:extLst>
                <a:ext uri="{FF2B5EF4-FFF2-40B4-BE49-F238E27FC236}">
                  <a16:creationId xmlns:a16="http://schemas.microsoft.com/office/drawing/2014/main" id="{0E6A6A16-E3EB-4C80-B51C-9CAFFD22CBFE}"/>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9" name="Freeform 788">
              <a:extLst>
                <a:ext uri="{FF2B5EF4-FFF2-40B4-BE49-F238E27FC236}">
                  <a16:creationId xmlns:a16="http://schemas.microsoft.com/office/drawing/2014/main" id="{DF44680F-E3AE-4175-A4D1-32C7B5776903}"/>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0" name="Freeform 789">
              <a:extLst>
                <a:ext uri="{FF2B5EF4-FFF2-40B4-BE49-F238E27FC236}">
                  <a16:creationId xmlns:a16="http://schemas.microsoft.com/office/drawing/2014/main" id="{36B5638F-1667-4B2E-9197-0F8A6D11D05E}"/>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1" name="Freeform 790">
              <a:extLst>
                <a:ext uri="{FF2B5EF4-FFF2-40B4-BE49-F238E27FC236}">
                  <a16:creationId xmlns:a16="http://schemas.microsoft.com/office/drawing/2014/main" id="{6A5F982B-DD8E-4F83-9A12-334411680E0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2" name="Freeform 791">
              <a:extLst>
                <a:ext uri="{FF2B5EF4-FFF2-40B4-BE49-F238E27FC236}">
                  <a16:creationId xmlns:a16="http://schemas.microsoft.com/office/drawing/2014/main" id="{A39954AF-F352-4488-8E7C-FE949F0D619F}"/>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3" name="Freeform 792">
              <a:extLst>
                <a:ext uri="{FF2B5EF4-FFF2-40B4-BE49-F238E27FC236}">
                  <a16:creationId xmlns:a16="http://schemas.microsoft.com/office/drawing/2014/main" id="{F7CD90A1-193A-4ABB-A1FD-F0CFDF556B3B}"/>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4" name="Freeform 793">
              <a:extLst>
                <a:ext uri="{FF2B5EF4-FFF2-40B4-BE49-F238E27FC236}">
                  <a16:creationId xmlns:a16="http://schemas.microsoft.com/office/drawing/2014/main" id="{BD9927F6-6305-42BF-BEA6-89EC4842FC71}"/>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5" name="Freeform 794">
              <a:extLst>
                <a:ext uri="{FF2B5EF4-FFF2-40B4-BE49-F238E27FC236}">
                  <a16:creationId xmlns:a16="http://schemas.microsoft.com/office/drawing/2014/main" id="{3058876E-4239-4F22-848C-098C1A00B734}"/>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6" name="Freeform 795">
              <a:extLst>
                <a:ext uri="{FF2B5EF4-FFF2-40B4-BE49-F238E27FC236}">
                  <a16:creationId xmlns:a16="http://schemas.microsoft.com/office/drawing/2014/main" id="{C96E0FDA-9AD9-4EDB-B67C-A5A7FA8513B1}"/>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7" name="Freeform 796">
              <a:extLst>
                <a:ext uri="{FF2B5EF4-FFF2-40B4-BE49-F238E27FC236}">
                  <a16:creationId xmlns:a16="http://schemas.microsoft.com/office/drawing/2014/main" id="{5519C3D5-7024-4146-A31A-5173FC82F07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8" name="Freeform 797">
              <a:extLst>
                <a:ext uri="{FF2B5EF4-FFF2-40B4-BE49-F238E27FC236}">
                  <a16:creationId xmlns:a16="http://schemas.microsoft.com/office/drawing/2014/main" id="{275D30BD-3C7F-406F-A7D0-44EBB071AC4F}"/>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9" name="Freeform 798">
              <a:extLst>
                <a:ext uri="{FF2B5EF4-FFF2-40B4-BE49-F238E27FC236}">
                  <a16:creationId xmlns:a16="http://schemas.microsoft.com/office/drawing/2014/main" id="{D910B0EA-4C75-42D1-91CB-1C5DCF0E851C}"/>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0" name="Freeform 799">
              <a:extLst>
                <a:ext uri="{FF2B5EF4-FFF2-40B4-BE49-F238E27FC236}">
                  <a16:creationId xmlns:a16="http://schemas.microsoft.com/office/drawing/2014/main" id="{24809DD2-3017-40C7-95CF-A8EB08D7A96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1" name="Freeform 800">
              <a:extLst>
                <a:ext uri="{FF2B5EF4-FFF2-40B4-BE49-F238E27FC236}">
                  <a16:creationId xmlns:a16="http://schemas.microsoft.com/office/drawing/2014/main" id="{79DD7AD8-15B7-411D-B40F-C70C3EFA87D7}"/>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2" name="Freeform 801">
              <a:extLst>
                <a:ext uri="{FF2B5EF4-FFF2-40B4-BE49-F238E27FC236}">
                  <a16:creationId xmlns:a16="http://schemas.microsoft.com/office/drawing/2014/main" id="{9EDBB9C5-444A-4B1D-8551-1989EACD3AC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3" name="Freeform 802">
              <a:extLst>
                <a:ext uri="{FF2B5EF4-FFF2-40B4-BE49-F238E27FC236}">
                  <a16:creationId xmlns:a16="http://schemas.microsoft.com/office/drawing/2014/main" id="{3DAB08C2-615B-4D76-A174-4FD7BEFEADD4}"/>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4" name="Freeform 803">
              <a:extLst>
                <a:ext uri="{FF2B5EF4-FFF2-40B4-BE49-F238E27FC236}">
                  <a16:creationId xmlns:a16="http://schemas.microsoft.com/office/drawing/2014/main" id="{5437CE32-486E-4031-91E5-8A90017D5A1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5" name="Freeform 804">
              <a:extLst>
                <a:ext uri="{FF2B5EF4-FFF2-40B4-BE49-F238E27FC236}">
                  <a16:creationId xmlns:a16="http://schemas.microsoft.com/office/drawing/2014/main" id="{B6D4CCE6-F56C-40D0-B3DF-744C2E432BB1}"/>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6" name="Freeform 805">
              <a:extLst>
                <a:ext uri="{FF2B5EF4-FFF2-40B4-BE49-F238E27FC236}">
                  <a16:creationId xmlns:a16="http://schemas.microsoft.com/office/drawing/2014/main" id="{7E464AFC-69F0-4E68-968C-3A32089CAD52}"/>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7" name="Freeform 806">
              <a:extLst>
                <a:ext uri="{FF2B5EF4-FFF2-40B4-BE49-F238E27FC236}">
                  <a16:creationId xmlns:a16="http://schemas.microsoft.com/office/drawing/2014/main" id="{19035372-EEC5-493D-A842-DE07B80EFEBC}"/>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8" name="Freeform 807">
              <a:extLst>
                <a:ext uri="{FF2B5EF4-FFF2-40B4-BE49-F238E27FC236}">
                  <a16:creationId xmlns:a16="http://schemas.microsoft.com/office/drawing/2014/main" id="{97D1638D-B9A1-4312-B8F9-338EC98E8E4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9" name="Freeform 808">
              <a:extLst>
                <a:ext uri="{FF2B5EF4-FFF2-40B4-BE49-F238E27FC236}">
                  <a16:creationId xmlns:a16="http://schemas.microsoft.com/office/drawing/2014/main" id="{156E2DA1-642E-4974-BAAF-786FA7A16B5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0" name="Freeform 809">
              <a:extLst>
                <a:ext uri="{FF2B5EF4-FFF2-40B4-BE49-F238E27FC236}">
                  <a16:creationId xmlns:a16="http://schemas.microsoft.com/office/drawing/2014/main" id="{1C94B4FD-37CE-430F-9AA2-5EE4C83DDF19}"/>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1" name="Freeform 810">
              <a:extLst>
                <a:ext uri="{FF2B5EF4-FFF2-40B4-BE49-F238E27FC236}">
                  <a16:creationId xmlns:a16="http://schemas.microsoft.com/office/drawing/2014/main" id="{03FACBC3-704E-4100-B760-9B26901A344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2" name="Freeform 811">
              <a:extLst>
                <a:ext uri="{FF2B5EF4-FFF2-40B4-BE49-F238E27FC236}">
                  <a16:creationId xmlns:a16="http://schemas.microsoft.com/office/drawing/2014/main" id="{443BDD34-98E2-4A01-84B3-6E393A8DEE42}"/>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3" name="Freeform 812">
              <a:extLst>
                <a:ext uri="{FF2B5EF4-FFF2-40B4-BE49-F238E27FC236}">
                  <a16:creationId xmlns:a16="http://schemas.microsoft.com/office/drawing/2014/main" id="{0AE14E26-BB8E-4668-A261-51F5351BBAD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4" name="Freeform 813">
              <a:extLst>
                <a:ext uri="{FF2B5EF4-FFF2-40B4-BE49-F238E27FC236}">
                  <a16:creationId xmlns:a16="http://schemas.microsoft.com/office/drawing/2014/main" id="{35F64738-AE62-413E-8BFD-270432A783F5}"/>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5" name="Freeform 814">
              <a:extLst>
                <a:ext uri="{FF2B5EF4-FFF2-40B4-BE49-F238E27FC236}">
                  <a16:creationId xmlns:a16="http://schemas.microsoft.com/office/drawing/2014/main" id="{2492F6BB-F0B8-4AAD-91BF-A74B228F75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sp>
        <p:nvSpPr>
          <p:cNvPr id="2" name="Red text">
            <a:extLst>
              <a:ext uri="{FF2B5EF4-FFF2-40B4-BE49-F238E27FC236}">
                <a16:creationId xmlns:a16="http://schemas.microsoft.com/office/drawing/2014/main" id="{34908384-B263-1CDD-C776-1FB6A25487E9}"/>
              </a:ext>
            </a:extLst>
          </p:cNvPr>
          <p:cNvSpPr txBox="1"/>
          <p:nvPr/>
        </p:nvSpPr>
        <p:spPr>
          <a:xfrm>
            <a:off x="3505666" y="3025240"/>
            <a:ext cx="3074748"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Higher cost</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Robust and reliable</a:t>
            </a:r>
          </a:p>
        </p:txBody>
      </p:sp>
      <p:pic>
        <p:nvPicPr>
          <p:cNvPr id="5" name="Picture 4">
            <a:extLst>
              <a:ext uri="{FF2B5EF4-FFF2-40B4-BE49-F238E27FC236}">
                <a16:creationId xmlns:a16="http://schemas.microsoft.com/office/drawing/2014/main" id="{5E4545F1-F9E3-672C-77CC-05A4003C88DB}"/>
              </a:ext>
            </a:extLst>
          </p:cNvPr>
          <p:cNvPicPr>
            <a:picLocks noChangeAspect="1"/>
          </p:cNvPicPr>
          <p:nvPr/>
        </p:nvPicPr>
        <p:blipFill>
          <a:blip r:embed="rId6"/>
          <a:stretch>
            <a:fillRect/>
          </a:stretch>
        </p:blipFill>
        <p:spPr>
          <a:xfrm rot="1764770">
            <a:off x="-997650" y="5442726"/>
            <a:ext cx="787619" cy="1485737"/>
          </a:xfrm>
          <a:prstGeom prst="rect">
            <a:avLst/>
          </a:prstGeom>
        </p:spPr>
      </p:pic>
      <p:sp>
        <p:nvSpPr>
          <p:cNvPr id="3" name="!!Header whiteout">
            <a:extLst>
              <a:ext uri="{FF2B5EF4-FFF2-40B4-BE49-F238E27FC236}">
                <a16:creationId xmlns:a16="http://schemas.microsoft.com/office/drawing/2014/main" id="{373967DD-230E-F0D7-BAA9-22F5CEE9066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C12F49FA-0CF7-4EFE-288A-03C2B341FDE2}"/>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898250443"/>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26"/>
                                        </p:tgtEl>
                                        <p:attrNameLst>
                                          <p:attrName>style.visibility</p:attrName>
                                        </p:attrNameLst>
                                      </p:cBhvr>
                                      <p:to>
                                        <p:strVal val="visible"/>
                                      </p:to>
                                    </p:set>
                                    <p:animEffect transition="in" filter="fade">
                                      <p:cBhvr>
                                        <p:cTn id="15" dur="500"/>
                                        <p:tgtEl>
                                          <p:spTgt spid="3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25"/>
                                        </p:tgtEl>
                                        <p:attrNameLst>
                                          <p:attrName>style.visibility</p:attrName>
                                        </p:attrNameLst>
                                      </p:cBhvr>
                                      <p:to>
                                        <p:strVal val="visible"/>
                                      </p:to>
                                    </p:set>
                                    <p:animEffect transition="in" filter="fade">
                                      <p:cBhvr>
                                        <p:cTn id="18" dur="500"/>
                                        <p:tgtEl>
                                          <p:spTgt spid="3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5" grpId="0"/>
      <p:bldP spid="2"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2162336"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5308651"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7729646" y="1567219"/>
            <a:ext cx="2169328" cy="751385"/>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16200000" flipH="1">
            <a:off x="2593707" y="2323608"/>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958114" y="3069965"/>
            <a:ext cx="3074748" cy="1015663"/>
          </a:xfrm>
          <a:prstGeom prst="rect">
            <a:avLst/>
          </a:prstGeom>
          <a:noFill/>
        </p:spPr>
        <p:txBody>
          <a:bodyPr wrap="square" rtlCol="0">
            <a:spAutoFit/>
          </a:bodyPr>
          <a:lstStyle/>
          <a:p>
            <a:r>
              <a:rPr lang="en-US" sz="2000" dirty="0">
                <a:solidFill>
                  <a:srgbClr val="C00000"/>
                </a:solidFill>
                <a:latin typeface="Segoe Print" panose="02000600000000000000" pitchFamily="2" charset="0"/>
              </a:rPr>
              <a:t>Lower cost</a:t>
            </a:r>
            <a:br>
              <a:rPr lang="en-US" sz="2000" dirty="0">
                <a:solidFill>
                  <a:srgbClr val="C00000"/>
                </a:solidFill>
                <a:latin typeface="Segoe Print" panose="02000600000000000000" pitchFamily="2" charset="0"/>
              </a:rPr>
            </a:br>
            <a:r>
              <a:rPr lang="en-US" sz="2000" dirty="0" err="1">
                <a:solidFill>
                  <a:srgbClr val="C00000"/>
                </a:solidFill>
                <a:latin typeface="Segoe Print" panose="02000600000000000000" pitchFamily="2" charset="0"/>
              </a:rPr>
              <a:t>Wifi</a:t>
            </a:r>
            <a:r>
              <a:rPr lang="en-US" sz="2000" dirty="0">
                <a:solidFill>
                  <a:srgbClr val="C00000"/>
                </a:solidFill>
                <a:latin typeface="Segoe Print" panose="02000600000000000000" pitchFamily="2" charset="0"/>
              </a:rPr>
              <a:t> interference</a:t>
            </a:r>
          </a:p>
          <a:p>
            <a:r>
              <a:rPr lang="en-US" sz="2000" dirty="0">
                <a:solidFill>
                  <a:srgbClr val="C00000"/>
                </a:solidFill>
                <a:latin typeface="Segoe Print" panose="02000600000000000000" pitchFamily="2" charset="0"/>
              </a:rPr>
              <a:t>Interop issues</a:t>
            </a:r>
          </a:p>
        </p:txBody>
      </p:sp>
      <p:grpSp>
        <p:nvGrpSpPr>
          <p:cNvPr id="120" name="Arrow">
            <a:extLst>
              <a:ext uri="{FF2B5EF4-FFF2-40B4-BE49-F238E27FC236}">
                <a16:creationId xmlns:a16="http://schemas.microsoft.com/office/drawing/2014/main" id="{10932469-87EB-4817-BE90-C1A943C24653}"/>
              </a:ext>
            </a:extLst>
          </p:cNvPr>
          <p:cNvGrpSpPr>
            <a:grpSpLocks noChangeAspect="1"/>
          </p:cNvGrpSpPr>
          <p:nvPr/>
        </p:nvGrpSpPr>
        <p:grpSpPr bwMode="auto">
          <a:xfrm rot="16200000" flipH="1">
            <a:off x="5116830" y="2286482"/>
            <a:ext cx="904172" cy="943180"/>
            <a:chOff x="1328" y="0"/>
            <a:chExt cx="3106" cy="3240"/>
          </a:xfrm>
          <a:solidFill>
            <a:srgbClr val="C00000"/>
          </a:solidFill>
        </p:grpSpPr>
        <p:sp>
          <p:nvSpPr>
            <p:cNvPr id="121" name="Freeform 716">
              <a:extLst>
                <a:ext uri="{FF2B5EF4-FFF2-40B4-BE49-F238E27FC236}">
                  <a16:creationId xmlns:a16="http://schemas.microsoft.com/office/drawing/2014/main" id="{23ADAAD5-DC0F-4069-B4FC-2A7D1744A85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717">
              <a:extLst>
                <a:ext uri="{FF2B5EF4-FFF2-40B4-BE49-F238E27FC236}">
                  <a16:creationId xmlns:a16="http://schemas.microsoft.com/office/drawing/2014/main" id="{63A8F335-A714-43BF-BA90-64AC56CB0D28}"/>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718">
              <a:extLst>
                <a:ext uri="{FF2B5EF4-FFF2-40B4-BE49-F238E27FC236}">
                  <a16:creationId xmlns:a16="http://schemas.microsoft.com/office/drawing/2014/main" id="{67A04F15-CEB4-4D6E-88D2-9DFA4AF38F76}"/>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719">
              <a:extLst>
                <a:ext uri="{FF2B5EF4-FFF2-40B4-BE49-F238E27FC236}">
                  <a16:creationId xmlns:a16="http://schemas.microsoft.com/office/drawing/2014/main" id="{E94A90C9-3CE0-40B1-9795-CF4876BE7384}"/>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20">
              <a:extLst>
                <a:ext uri="{FF2B5EF4-FFF2-40B4-BE49-F238E27FC236}">
                  <a16:creationId xmlns:a16="http://schemas.microsoft.com/office/drawing/2014/main" id="{68D9BF64-660A-4983-BC89-25DD743BAD1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721">
              <a:extLst>
                <a:ext uri="{FF2B5EF4-FFF2-40B4-BE49-F238E27FC236}">
                  <a16:creationId xmlns:a16="http://schemas.microsoft.com/office/drawing/2014/main" id="{65EDABFE-C2AF-41B7-B8ED-05C294B97AB1}"/>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22">
              <a:extLst>
                <a:ext uri="{FF2B5EF4-FFF2-40B4-BE49-F238E27FC236}">
                  <a16:creationId xmlns:a16="http://schemas.microsoft.com/office/drawing/2014/main" id="{74B6C3E8-97F9-4594-84FF-859361399AEF}"/>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23">
              <a:extLst>
                <a:ext uri="{FF2B5EF4-FFF2-40B4-BE49-F238E27FC236}">
                  <a16:creationId xmlns:a16="http://schemas.microsoft.com/office/drawing/2014/main" id="{4240B772-EBE3-43C1-ABEE-6B37937DF90A}"/>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24">
              <a:extLst>
                <a:ext uri="{FF2B5EF4-FFF2-40B4-BE49-F238E27FC236}">
                  <a16:creationId xmlns:a16="http://schemas.microsoft.com/office/drawing/2014/main" id="{EBB4AB8E-E2D4-4315-A88F-85303DBFEA45}"/>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25">
              <a:extLst>
                <a:ext uri="{FF2B5EF4-FFF2-40B4-BE49-F238E27FC236}">
                  <a16:creationId xmlns:a16="http://schemas.microsoft.com/office/drawing/2014/main" id="{1B5A90F7-EA1F-4A24-B0BC-27BE46C731D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26">
              <a:extLst>
                <a:ext uri="{FF2B5EF4-FFF2-40B4-BE49-F238E27FC236}">
                  <a16:creationId xmlns:a16="http://schemas.microsoft.com/office/drawing/2014/main" id="{BB9BDF38-5E83-4413-8118-D12B5A08A981}"/>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27">
              <a:extLst>
                <a:ext uri="{FF2B5EF4-FFF2-40B4-BE49-F238E27FC236}">
                  <a16:creationId xmlns:a16="http://schemas.microsoft.com/office/drawing/2014/main" id="{1E3BF51A-7CBA-43D4-9103-DF182FB1E19E}"/>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28">
              <a:extLst>
                <a:ext uri="{FF2B5EF4-FFF2-40B4-BE49-F238E27FC236}">
                  <a16:creationId xmlns:a16="http://schemas.microsoft.com/office/drawing/2014/main" id="{7AFA05C3-E2B1-43D5-8D62-06761B673DEF}"/>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29">
              <a:extLst>
                <a:ext uri="{FF2B5EF4-FFF2-40B4-BE49-F238E27FC236}">
                  <a16:creationId xmlns:a16="http://schemas.microsoft.com/office/drawing/2014/main" id="{EFE5A3C5-3FF6-4E08-B473-E45C0F7512FD}"/>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30">
              <a:extLst>
                <a:ext uri="{FF2B5EF4-FFF2-40B4-BE49-F238E27FC236}">
                  <a16:creationId xmlns:a16="http://schemas.microsoft.com/office/drawing/2014/main" id="{26B46A0C-72E3-4E1B-B98B-B3A382C0983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31">
              <a:extLst>
                <a:ext uri="{FF2B5EF4-FFF2-40B4-BE49-F238E27FC236}">
                  <a16:creationId xmlns:a16="http://schemas.microsoft.com/office/drawing/2014/main" id="{3DEB44A6-75C4-4A4F-BB7A-4000B231EB6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32">
              <a:extLst>
                <a:ext uri="{FF2B5EF4-FFF2-40B4-BE49-F238E27FC236}">
                  <a16:creationId xmlns:a16="http://schemas.microsoft.com/office/drawing/2014/main" id="{64A3238F-7B45-4226-93F1-25EC856D96B2}"/>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33">
              <a:extLst>
                <a:ext uri="{FF2B5EF4-FFF2-40B4-BE49-F238E27FC236}">
                  <a16:creationId xmlns:a16="http://schemas.microsoft.com/office/drawing/2014/main" id="{67398EF4-B45B-4293-91F0-C25776954EE3}"/>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34">
              <a:extLst>
                <a:ext uri="{FF2B5EF4-FFF2-40B4-BE49-F238E27FC236}">
                  <a16:creationId xmlns:a16="http://schemas.microsoft.com/office/drawing/2014/main" id="{5DF2D6CA-1F6A-4F9A-8A20-692CF3EE3F5D}"/>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35">
              <a:extLst>
                <a:ext uri="{FF2B5EF4-FFF2-40B4-BE49-F238E27FC236}">
                  <a16:creationId xmlns:a16="http://schemas.microsoft.com/office/drawing/2014/main" id="{D2522C74-C2BC-4A3C-8B61-E20547FA6F9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36">
              <a:extLst>
                <a:ext uri="{FF2B5EF4-FFF2-40B4-BE49-F238E27FC236}">
                  <a16:creationId xmlns:a16="http://schemas.microsoft.com/office/drawing/2014/main" id="{3ABCB9A4-A083-48DA-A8C1-7417CDC9A02A}"/>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37">
              <a:extLst>
                <a:ext uri="{FF2B5EF4-FFF2-40B4-BE49-F238E27FC236}">
                  <a16:creationId xmlns:a16="http://schemas.microsoft.com/office/drawing/2014/main" id="{DB2716C7-23A2-411E-924B-D52DD08796E8}"/>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38">
              <a:extLst>
                <a:ext uri="{FF2B5EF4-FFF2-40B4-BE49-F238E27FC236}">
                  <a16:creationId xmlns:a16="http://schemas.microsoft.com/office/drawing/2014/main" id="{228304F1-D81D-4F79-9195-8655A0A02EBC}"/>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39">
              <a:extLst>
                <a:ext uri="{FF2B5EF4-FFF2-40B4-BE49-F238E27FC236}">
                  <a16:creationId xmlns:a16="http://schemas.microsoft.com/office/drawing/2014/main" id="{296F4DAE-838C-49CB-849C-36307ADC077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40">
              <a:extLst>
                <a:ext uri="{FF2B5EF4-FFF2-40B4-BE49-F238E27FC236}">
                  <a16:creationId xmlns:a16="http://schemas.microsoft.com/office/drawing/2014/main" id="{60973832-0AA4-4E20-9973-D46B92F35F5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41">
              <a:extLst>
                <a:ext uri="{FF2B5EF4-FFF2-40B4-BE49-F238E27FC236}">
                  <a16:creationId xmlns:a16="http://schemas.microsoft.com/office/drawing/2014/main" id="{91E33599-B674-4F31-BD94-A8440AA6EE30}"/>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42">
              <a:extLst>
                <a:ext uri="{FF2B5EF4-FFF2-40B4-BE49-F238E27FC236}">
                  <a16:creationId xmlns:a16="http://schemas.microsoft.com/office/drawing/2014/main" id="{6D99C9DA-788B-4DDF-AF10-3989348B1A9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43">
              <a:extLst>
                <a:ext uri="{FF2B5EF4-FFF2-40B4-BE49-F238E27FC236}">
                  <a16:creationId xmlns:a16="http://schemas.microsoft.com/office/drawing/2014/main" id="{81AA9266-AF61-4C5F-826F-9F03E25385B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44">
              <a:extLst>
                <a:ext uri="{FF2B5EF4-FFF2-40B4-BE49-F238E27FC236}">
                  <a16:creationId xmlns:a16="http://schemas.microsoft.com/office/drawing/2014/main" id="{5A4A6C35-F286-4124-ACCC-0C16582A9860}"/>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45">
              <a:extLst>
                <a:ext uri="{FF2B5EF4-FFF2-40B4-BE49-F238E27FC236}">
                  <a16:creationId xmlns:a16="http://schemas.microsoft.com/office/drawing/2014/main" id="{5554E6A0-81DE-45CC-9419-81F50B5892EB}"/>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46">
              <a:extLst>
                <a:ext uri="{FF2B5EF4-FFF2-40B4-BE49-F238E27FC236}">
                  <a16:creationId xmlns:a16="http://schemas.microsoft.com/office/drawing/2014/main" id="{55A1F73D-57E6-4F58-A1CB-8B3F7A186860}"/>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47">
              <a:extLst>
                <a:ext uri="{FF2B5EF4-FFF2-40B4-BE49-F238E27FC236}">
                  <a16:creationId xmlns:a16="http://schemas.microsoft.com/office/drawing/2014/main" id="{DA97FA1E-F10A-4713-97D3-764E7314CC1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48">
              <a:extLst>
                <a:ext uri="{FF2B5EF4-FFF2-40B4-BE49-F238E27FC236}">
                  <a16:creationId xmlns:a16="http://schemas.microsoft.com/office/drawing/2014/main" id="{04B7CAC2-328A-43BC-8B2B-B11B8C939669}"/>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749">
              <a:extLst>
                <a:ext uri="{FF2B5EF4-FFF2-40B4-BE49-F238E27FC236}">
                  <a16:creationId xmlns:a16="http://schemas.microsoft.com/office/drawing/2014/main" id="{E362FC38-9194-4C1B-8E2B-25B9BE12139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750">
              <a:extLst>
                <a:ext uri="{FF2B5EF4-FFF2-40B4-BE49-F238E27FC236}">
                  <a16:creationId xmlns:a16="http://schemas.microsoft.com/office/drawing/2014/main" id="{C1513352-19B2-4F7E-81B1-74B579F87BD8}"/>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751">
              <a:extLst>
                <a:ext uri="{FF2B5EF4-FFF2-40B4-BE49-F238E27FC236}">
                  <a16:creationId xmlns:a16="http://schemas.microsoft.com/office/drawing/2014/main" id="{89C33536-F868-406B-9D86-F773E9963513}"/>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752">
              <a:extLst>
                <a:ext uri="{FF2B5EF4-FFF2-40B4-BE49-F238E27FC236}">
                  <a16:creationId xmlns:a16="http://schemas.microsoft.com/office/drawing/2014/main" id="{F9FE997A-4FA2-41D4-900D-43265C4FE92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753">
              <a:extLst>
                <a:ext uri="{FF2B5EF4-FFF2-40B4-BE49-F238E27FC236}">
                  <a16:creationId xmlns:a16="http://schemas.microsoft.com/office/drawing/2014/main" id="{CE5606A5-6B0F-487E-85BE-78CF6DF6A583}"/>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754">
              <a:extLst>
                <a:ext uri="{FF2B5EF4-FFF2-40B4-BE49-F238E27FC236}">
                  <a16:creationId xmlns:a16="http://schemas.microsoft.com/office/drawing/2014/main" id="{BFFF74CC-CCE4-49A8-94AE-AC921A8E58CB}"/>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755">
              <a:extLst>
                <a:ext uri="{FF2B5EF4-FFF2-40B4-BE49-F238E27FC236}">
                  <a16:creationId xmlns:a16="http://schemas.microsoft.com/office/drawing/2014/main" id="{DCE5D807-5D29-4072-8BCC-07B68AAB65EF}"/>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756">
              <a:extLst>
                <a:ext uri="{FF2B5EF4-FFF2-40B4-BE49-F238E27FC236}">
                  <a16:creationId xmlns:a16="http://schemas.microsoft.com/office/drawing/2014/main" id="{9EFFB4F7-4511-4329-A42F-99B5385A39BC}"/>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757">
              <a:extLst>
                <a:ext uri="{FF2B5EF4-FFF2-40B4-BE49-F238E27FC236}">
                  <a16:creationId xmlns:a16="http://schemas.microsoft.com/office/drawing/2014/main" id="{FB9D82B6-1CB5-4258-97FB-41B9697C0561}"/>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758">
              <a:extLst>
                <a:ext uri="{FF2B5EF4-FFF2-40B4-BE49-F238E27FC236}">
                  <a16:creationId xmlns:a16="http://schemas.microsoft.com/office/drawing/2014/main" id="{608CC61D-1BB0-4FB3-950B-502726FB1B69}"/>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759">
              <a:extLst>
                <a:ext uri="{FF2B5EF4-FFF2-40B4-BE49-F238E27FC236}">
                  <a16:creationId xmlns:a16="http://schemas.microsoft.com/office/drawing/2014/main" id="{B389A7AD-3413-4ED4-9AFA-EDB8123DB164}"/>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760">
              <a:extLst>
                <a:ext uri="{FF2B5EF4-FFF2-40B4-BE49-F238E27FC236}">
                  <a16:creationId xmlns:a16="http://schemas.microsoft.com/office/drawing/2014/main" id="{E0028DC0-0A9C-4B05-AAE9-49DF995070D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761">
              <a:extLst>
                <a:ext uri="{FF2B5EF4-FFF2-40B4-BE49-F238E27FC236}">
                  <a16:creationId xmlns:a16="http://schemas.microsoft.com/office/drawing/2014/main" id="{101DCECF-C3C1-4A9E-AFEA-96764E41FFE7}"/>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762">
              <a:extLst>
                <a:ext uri="{FF2B5EF4-FFF2-40B4-BE49-F238E27FC236}">
                  <a16:creationId xmlns:a16="http://schemas.microsoft.com/office/drawing/2014/main" id="{0A0F3B64-D86C-49C4-91A1-272C8973ECFC}"/>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763">
              <a:extLst>
                <a:ext uri="{FF2B5EF4-FFF2-40B4-BE49-F238E27FC236}">
                  <a16:creationId xmlns:a16="http://schemas.microsoft.com/office/drawing/2014/main" id="{65152A8D-B5E7-4E1A-A1CE-43450A5EC6D5}"/>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4" name="Freeform 764">
              <a:extLst>
                <a:ext uri="{FF2B5EF4-FFF2-40B4-BE49-F238E27FC236}">
                  <a16:creationId xmlns:a16="http://schemas.microsoft.com/office/drawing/2014/main" id="{B0B2C3C9-0BB2-4656-9231-6EE735BE1D72}"/>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5" name="Freeform 765">
              <a:extLst>
                <a:ext uri="{FF2B5EF4-FFF2-40B4-BE49-F238E27FC236}">
                  <a16:creationId xmlns:a16="http://schemas.microsoft.com/office/drawing/2014/main" id="{E75A4444-EFC1-414B-A4B5-C0C556DB540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6" name="Freeform 766">
              <a:extLst>
                <a:ext uri="{FF2B5EF4-FFF2-40B4-BE49-F238E27FC236}">
                  <a16:creationId xmlns:a16="http://schemas.microsoft.com/office/drawing/2014/main" id="{9DCCCEB2-F0B3-4EC3-89DB-68D5661C902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7" name="Freeform 767">
              <a:extLst>
                <a:ext uri="{FF2B5EF4-FFF2-40B4-BE49-F238E27FC236}">
                  <a16:creationId xmlns:a16="http://schemas.microsoft.com/office/drawing/2014/main" id="{A9159C0C-8E30-41BC-A9A0-572A20A214C0}"/>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8" name="Freeform 768">
              <a:extLst>
                <a:ext uri="{FF2B5EF4-FFF2-40B4-BE49-F238E27FC236}">
                  <a16:creationId xmlns:a16="http://schemas.microsoft.com/office/drawing/2014/main" id="{5E73F7CF-CF83-483A-B742-1D29C360E4A0}"/>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9" name="Freeform 769">
              <a:extLst>
                <a:ext uri="{FF2B5EF4-FFF2-40B4-BE49-F238E27FC236}">
                  <a16:creationId xmlns:a16="http://schemas.microsoft.com/office/drawing/2014/main" id="{AA4D63DE-8E9F-49D5-8C1E-3EC73A406C6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0" name="Freeform 770">
              <a:extLst>
                <a:ext uri="{FF2B5EF4-FFF2-40B4-BE49-F238E27FC236}">
                  <a16:creationId xmlns:a16="http://schemas.microsoft.com/office/drawing/2014/main" id="{AB42D457-7762-4E98-BCB1-B2DFCFDCEC33}"/>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1" name="Freeform 771">
              <a:extLst>
                <a:ext uri="{FF2B5EF4-FFF2-40B4-BE49-F238E27FC236}">
                  <a16:creationId xmlns:a16="http://schemas.microsoft.com/office/drawing/2014/main" id="{E2C4A1D7-9602-42BA-A42B-06BDA3FCFC1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2" name="Freeform 772">
              <a:extLst>
                <a:ext uri="{FF2B5EF4-FFF2-40B4-BE49-F238E27FC236}">
                  <a16:creationId xmlns:a16="http://schemas.microsoft.com/office/drawing/2014/main" id="{50EBB689-7EE6-40B6-B1BE-CB8524AB957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3" name="Freeform 773">
              <a:extLst>
                <a:ext uri="{FF2B5EF4-FFF2-40B4-BE49-F238E27FC236}">
                  <a16:creationId xmlns:a16="http://schemas.microsoft.com/office/drawing/2014/main" id="{5DA70B26-E6AB-4364-BF71-7A7267A713B3}"/>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4" name="Freeform 774">
              <a:extLst>
                <a:ext uri="{FF2B5EF4-FFF2-40B4-BE49-F238E27FC236}">
                  <a16:creationId xmlns:a16="http://schemas.microsoft.com/office/drawing/2014/main" id="{5B4C107D-A436-4017-9DD4-5EB30CFD67C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5" name="Freeform 775">
              <a:extLst>
                <a:ext uri="{FF2B5EF4-FFF2-40B4-BE49-F238E27FC236}">
                  <a16:creationId xmlns:a16="http://schemas.microsoft.com/office/drawing/2014/main" id="{F5464365-1A16-4748-A1A4-F8138D9A8EA2}"/>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6" name="Freeform 776">
              <a:extLst>
                <a:ext uri="{FF2B5EF4-FFF2-40B4-BE49-F238E27FC236}">
                  <a16:creationId xmlns:a16="http://schemas.microsoft.com/office/drawing/2014/main" id="{53C8F0DB-03DF-4AEA-B0ED-1A8DDBA0FAF2}"/>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7" name="Freeform 777">
              <a:extLst>
                <a:ext uri="{FF2B5EF4-FFF2-40B4-BE49-F238E27FC236}">
                  <a16:creationId xmlns:a16="http://schemas.microsoft.com/office/drawing/2014/main" id="{8D7A68AF-D1D0-401E-9F42-76ED6C5A30BC}"/>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8" name="Freeform 778">
              <a:extLst>
                <a:ext uri="{FF2B5EF4-FFF2-40B4-BE49-F238E27FC236}">
                  <a16:creationId xmlns:a16="http://schemas.microsoft.com/office/drawing/2014/main" id="{D18A16C8-A969-4FE1-9DDD-C443F036F6F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9" name="Freeform 779">
              <a:extLst>
                <a:ext uri="{FF2B5EF4-FFF2-40B4-BE49-F238E27FC236}">
                  <a16:creationId xmlns:a16="http://schemas.microsoft.com/office/drawing/2014/main" id="{2E0F0BD5-DD83-4055-85FE-6C4E71D0CE5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0" name="Freeform 780">
              <a:extLst>
                <a:ext uri="{FF2B5EF4-FFF2-40B4-BE49-F238E27FC236}">
                  <a16:creationId xmlns:a16="http://schemas.microsoft.com/office/drawing/2014/main" id="{FC032757-79DA-4F63-954E-C5FA3E0C5DD6}"/>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1" name="Freeform 781">
              <a:extLst>
                <a:ext uri="{FF2B5EF4-FFF2-40B4-BE49-F238E27FC236}">
                  <a16:creationId xmlns:a16="http://schemas.microsoft.com/office/drawing/2014/main" id="{88933033-20AA-4CE2-BB86-A0CA00265036}"/>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2" name="Freeform 782">
              <a:extLst>
                <a:ext uri="{FF2B5EF4-FFF2-40B4-BE49-F238E27FC236}">
                  <a16:creationId xmlns:a16="http://schemas.microsoft.com/office/drawing/2014/main" id="{B5DD9CA8-F6CD-4019-A8E7-2960D41BA78B}"/>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3" name="Freeform 783">
              <a:extLst>
                <a:ext uri="{FF2B5EF4-FFF2-40B4-BE49-F238E27FC236}">
                  <a16:creationId xmlns:a16="http://schemas.microsoft.com/office/drawing/2014/main" id="{BB511AD7-6978-4C0D-9795-28752DE7689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4" name="Freeform 784">
              <a:extLst>
                <a:ext uri="{FF2B5EF4-FFF2-40B4-BE49-F238E27FC236}">
                  <a16:creationId xmlns:a16="http://schemas.microsoft.com/office/drawing/2014/main" id="{EEFFB8C9-62B2-4D3E-A0D3-163E958855A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5" name="Freeform 785">
              <a:extLst>
                <a:ext uri="{FF2B5EF4-FFF2-40B4-BE49-F238E27FC236}">
                  <a16:creationId xmlns:a16="http://schemas.microsoft.com/office/drawing/2014/main" id="{3429448E-9A7E-44A4-8B5E-E8C6575913D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6" name="Freeform 786">
              <a:extLst>
                <a:ext uri="{FF2B5EF4-FFF2-40B4-BE49-F238E27FC236}">
                  <a16:creationId xmlns:a16="http://schemas.microsoft.com/office/drawing/2014/main" id="{2D0DF9C2-A77E-4458-9561-401C4FD07287}"/>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7" name="Freeform 787">
              <a:extLst>
                <a:ext uri="{FF2B5EF4-FFF2-40B4-BE49-F238E27FC236}">
                  <a16:creationId xmlns:a16="http://schemas.microsoft.com/office/drawing/2014/main" id="{3B2ECE0C-1F3A-45E5-8C8B-37192973E6E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8" name="Freeform 788">
              <a:extLst>
                <a:ext uri="{FF2B5EF4-FFF2-40B4-BE49-F238E27FC236}">
                  <a16:creationId xmlns:a16="http://schemas.microsoft.com/office/drawing/2014/main" id="{52CCD996-D31D-429C-9426-0A9701C1D111}"/>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9" name="Freeform 789">
              <a:extLst>
                <a:ext uri="{FF2B5EF4-FFF2-40B4-BE49-F238E27FC236}">
                  <a16:creationId xmlns:a16="http://schemas.microsoft.com/office/drawing/2014/main" id="{69D2D661-4346-46F7-B440-616578242B7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0" name="Freeform 790">
              <a:extLst>
                <a:ext uri="{FF2B5EF4-FFF2-40B4-BE49-F238E27FC236}">
                  <a16:creationId xmlns:a16="http://schemas.microsoft.com/office/drawing/2014/main" id="{D3273536-CF16-4203-8CC4-C1E6BDD8954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1" name="Freeform 791">
              <a:extLst>
                <a:ext uri="{FF2B5EF4-FFF2-40B4-BE49-F238E27FC236}">
                  <a16:creationId xmlns:a16="http://schemas.microsoft.com/office/drawing/2014/main" id="{AD482CF2-A25E-4468-AEDA-C243742D65A6}"/>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2" name="Freeform 792">
              <a:extLst>
                <a:ext uri="{FF2B5EF4-FFF2-40B4-BE49-F238E27FC236}">
                  <a16:creationId xmlns:a16="http://schemas.microsoft.com/office/drawing/2014/main" id="{12FD0467-B2E5-472C-8DF8-E29110049A1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3" name="Freeform 793">
              <a:extLst>
                <a:ext uri="{FF2B5EF4-FFF2-40B4-BE49-F238E27FC236}">
                  <a16:creationId xmlns:a16="http://schemas.microsoft.com/office/drawing/2014/main" id="{9DECC6BF-FF89-4825-8642-9E40566FFE45}"/>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4" name="Freeform 794">
              <a:extLst>
                <a:ext uri="{FF2B5EF4-FFF2-40B4-BE49-F238E27FC236}">
                  <a16:creationId xmlns:a16="http://schemas.microsoft.com/office/drawing/2014/main" id="{C62F1476-0E59-4209-B62D-0720457EA1B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5" name="Freeform 795">
              <a:extLst>
                <a:ext uri="{FF2B5EF4-FFF2-40B4-BE49-F238E27FC236}">
                  <a16:creationId xmlns:a16="http://schemas.microsoft.com/office/drawing/2014/main" id="{87BD5297-3146-47E5-A775-40EC82944E5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6" name="Freeform 796">
              <a:extLst>
                <a:ext uri="{FF2B5EF4-FFF2-40B4-BE49-F238E27FC236}">
                  <a16:creationId xmlns:a16="http://schemas.microsoft.com/office/drawing/2014/main" id="{803579F1-5B42-44BD-9FFA-D93F0C48EADA}"/>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 name="Freeform 797">
              <a:extLst>
                <a:ext uri="{FF2B5EF4-FFF2-40B4-BE49-F238E27FC236}">
                  <a16:creationId xmlns:a16="http://schemas.microsoft.com/office/drawing/2014/main" id="{6CF00BB7-6352-470E-8E13-9BB62321F9A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 name="Freeform 798">
              <a:extLst>
                <a:ext uri="{FF2B5EF4-FFF2-40B4-BE49-F238E27FC236}">
                  <a16:creationId xmlns:a16="http://schemas.microsoft.com/office/drawing/2014/main" id="{28EF1C99-8718-4AA9-B795-41CBB632A12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 name="Freeform 799">
              <a:extLst>
                <a:ext uri="{FF2B5EF4-FFF2-40B4-BE49-F238E27FC236}">
                  <a16:creationId xmlns:a16="http://schemas.microsoft.com/office/drawing/2014/main" id="{CB2AEBDD-F617-4337-8215-A5F8501F1ECD}"/>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 name="Freeform 800">
              <a:extLst>
                <a:ext uri="{FF2B5EF4-FFF2-40B4-BE49-F238E27FC236}">
                  <a16:creationId xmlns:a16="http://schemas.microsoft.com/office/drawing/2014/main" id="{BB7B5684-25EC-4A91-AE7D-28A1844AAD6A}"/>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 name="Freeform 801">
              <a:extLst>
                <a:ext uri="{FF2B5EF4-FFF2-40B4-BE49-F238E27FC236}">
                  <a16:creationId xmlns:a16="http://schemas.microsoft.com/office/drawing/2014/main" id="{4A89A7B0-B152-4520-BA54-90416791CEA1}"/>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 name="Freeform 802">
              <a:extLst>
                <a:ext uri="{FF2B5EF4-FFF2-40B4-BE49-F238E27FC236}">
                  <a16:creationId xmlns:a16="http://schemas.microsoft.com/office/drawing/2014/main" id="{9841BE9F-7965-4A78-B72F-E178A5D5656E}"/>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 name="Freeform 803">
              <a:extLst>
                <a:ext uri="{FF2B5EF4-FFF2-40B4-BE49-F238E27FC236}">
                  <a16:creationId xmlns:a16="http://schemas.microsoft.com/office/drawing/2014/main" id="{7853BB01-37B8-4968-9900-4C73F79BADEE}"/>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 name="Freeform 804">
              <a:extLst>
                <a:ext uri="{FF2B5EF4-FFF2-40B4-BE49-F238E27FC236}">
                  <a16:creationId xmlns:a16="http://schemas.microsoft.com/office/drawing/2014/main" id="{3BAE373E-802A-4322-947E-60AD993E50C6}"/>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 name="Freeform 805">
              <a:extLst>
                <a:ext uri="{FF2B5EF4-FFF2-40B4-BE49-F238E27FC236}">
                  <a16:creationId xmlns:a16="http://schemas.microsoft.com/office/drawing/2014/main" id="{F9B78148-E200-4621-89BE-D7481040C8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 name="Freeform 806">
              <a:extLst>
                <a:ext uri="{FF2B5EF4-FFF2-40B4-BE49-F238E27FC236}">
                  <a16:creationId xmlns:a16="http://schemas.microsoft.com/office/drawing/2014/main" id="{065A8EA3-76A2-43AA-81A7-F6FB5837BC1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7" name="Freeform 807">
              <a:extLst>
                <a:ext uri="{FF2B5EF4-FFF2-40B4-BE49-F238E27FC236}">
                  <a16:creationId xmlns:a16="http://schemas.microsoft.com/office/drawing/2014/main" id="{E18D18CB-59C5-4A31-B851-F9CA7F90318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8" name="Freeform 808">
              <a:extLst>
                <a:ext uri="{FF2B5EF4-FFF2-40B4-BE49-F238E27FC236}">
                  <a16:creationId xmlns:a16="http://schemas.microsoft.com/office/drawing/2014/main" id="{D82962F5-20EC-48EC-8552-80817FC96CDE}"/>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9" name="Freeform 809">
              <a:extLst>
                <a:ext uri="{FF2B5EF4-FFF2-40B4-BE49-F238E27FC236}">
                  <a16:creationId xmlns:a16="http://schemas.microsoft.com/office/drawing/2014/main" id="{75670662-5848-4E6E-8650-8DE3CA36E746}"/>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0" name="Freeform 810">
              <a:extLst>
                <a:ext uri="{FF2B5EF4-FFF2-40B4-BE49-F238E27FC236}">
                  <a16:creationId xmlns:a16="http://schemas.microsoft.com/office/drawing/2014/main" id="{41903D8D-2CB2-45A6-9339-1F5B4BEDFF60}"/>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1" name="Freeform 811">
              <a:extLst>
                <a:ext uri="{FF2B5EF4-FFF2-40B4-BE49-F238E27FC236}">
                  <a16:creationId xmlns:a16="http://schemas.microsoft.com/office/drawing/2014/main" id="{7D748681-7BBD-4F83-9309-1DCF947BABD0}"/>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2" name="Freeform 812">
              <a:extLst>
                <a:ext uri="{FF2B5EF4-FFF2-40B4-BE49-F238E27FC236}">
                  <a16:creationId xmlns:a16="http://schemas.microsoft.com/office/drawing/2014/main" id="{309D7ED2-242C-4E4D-BACA-BB6C87001148}"/>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3" name="Freeform 813">
              <a:extLst>
                <a:ext uri="{FF2B5EF4-FFF2-40B4-BE49-F238E27FC236}">
                  <a16:creationId xmlns:a16="http://schemas.microsoft.com/office/drawing/2014/main" id="{F5E97F72-2C04-48BC-A4BF-CC058CC6EADC}"/>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4" name="Freeform 814">
              <a:extLst>
                <a:ext uri="{FF2B5EF4-FFF2-40B4-BE49-F238E27FC236}">
                  <a16:creationId xmlns:a16="http://schemas.microsoft.com/office/drawing/2014/main" id="{8A8514E6-0863-4CE6-9496-0A857744CB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325" name="Red text">
            <a:extLst>
              <a:ext uri="{FF2B5EF4-FFF2-40B4-BE49-F238E27FC236}">
                <a16:creationId xmlns:a16="http://schemas.microsoft.com/office/drawing/2014/main" id="{143714C0-ECC2-4BF0-851B-02E2EA3433C9}"/>
              </a:ext>
            </a:extLst>
          </p:cNvPr>
          <p:cNvSpPr txBox="1"/>
          <p:nvPr/>
        </p:nvSpPr>
        <p:spPr>
          <a:xfrm>
            <a:off x="9235033" y="2976828"/>
            <a:ext cx="3010840"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Not ready for prime time… yet</a:t>
            </a:r>
          </a:p>
        </p:txBody>
      </p:sp>
      <p:grpSp>
        <p:nvGrpSpPr>
          <p:cNvPr id="326" name="Arrow">
            <a:extLst>
              <a:ext uri="{FF2B5EF4-FFF2-40B4-BE49-F238E27FC236}">
                <a16:creationId xmlns:a16="http://schemas.microsoft.com/office/drawing/2014/main" id="{056C3969-A751-44EE-A02C-0DF5F063382C}"/>
              </a:ext>
            </a:extLst>
          </p:cNvPr>
          <p:cNvGrpSpPr>
            <a:grpSpLocks noChangeAspect="1"/>
          </p:cNvGrpSpPr>
          <p:nvPr/>
        </p:nvGrpSpPr>
        <p:grpSpPr bwMode="auto">
          <a:xfrm rot="5400000">
            <a:off x="8306991" y="2300902"/>
            <a:ext cx="904172" cy="943180"/>
            <a:chOff x="1328" y="0"/>
            <a:chExt cx="3106" cy="3240"/>
          </a:xfrm>
          <a:solidFill>
            <a:srgbClr val="C00000"/>
          </a:solidFill>
        </p:grpSpPr>
        <p:sp>
          <p:nvSpPr>
            <p:cNvPr id="327" name="Freeform 716">
              <a:extLst>
                <a:ext uri="{FF2B5EF4-FFF2-40B4-BE49-F238E27FC236}">
                  <a16:creationId xmlns:a16="http://schemas.microsoft.com/office/drawing/2014/main" id="{2DBB117E-397F-4238-A4E5-420874C4746D}"/>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8" name="Freeform 717">
              <a:extLst>
                <a:ext uri="{FF2B5EF4-FFF2-40B4-BE49-F238E27FC236}">
                  <a16:creationId xmlns:a16="http://schemas.microsoft.com/office/drawing/2014/main" id="{EB1524D4-FE83-4154-ABF4-7799713F2450}"/>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9" name="Freeform 718">
              <a:extLst>
                <a:ext uri="{FF2B5EF4-FFF2-40B4-BE49-F238E27FC236}">
                  <a16:creationId xmlns:a16="http://schemas.microsoft.com/office/drawing/2014/main" id="{B9CE8515-EAE0-459B-8393-04E13ED7F293}"/>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0" name="Freeform 719">
              <a:extLst>
                <a:ext uri="{FF2B5EF4-FFF2-40B4-BE49-F238E27FC236}">
                  <a16:creationId xmlns:a16="http://schemas.microsoft.com/office/drawing/2014/main" id="{7F51FE01-F218-43C3-83EA-B6DDD4A42EB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1" name="Freeform 720">
              <a:extLst>
                <a:ext uri="{FF2B5EF4-FFF2-40B4-BE49-F238E27FC236}">
                  <a16:creationId xmlns:a16="http://schemas.microsoft.com/office/drawing/2014/main" id="{2C324003-DD88-4D89-9BC2-FCBD51B884AE}"/>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2" name="Freeform 721">
              <a:extLst>
                <a:ext uri="{FF2B5EF4-FFF2-40B4-BE49-F238E27FC236}">
                  <a16:creationId xmlns:a16="http://schemas.microsoft.com/office/drawing/2014/main" id="{418FB233-CB11-4C76-9C1A-6DB9B3E8B32F}"/>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3" name="Freeform 722">
              <a:extLst>
                <a:ext uri="{FF2B5EF4-FFF2-40B4-BE49-F238E27FC236}">
                  <a16:creationId xmlns:a16="http://schemas.microsoft.com/office/drawing/2014/main" id="{554A0019-C954-445B-872A-9D83C80F1574}"/>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4" name="Freeform 723">
              <a:extLst>
                <a:ext uri="{FF2B5EF4-FFF2-40B4-BE49-F238E27FC236}">
                  <a16:creationId xmlns:a16="http://schemas.microsoft.com/office/drawing/2014/main" id="{DE0C8A3A-1A70-4BB4-AF7F-25C788C5949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5" name="Freeform 724">
              <a:extLst>
                <a:ext uri="{FF2B5EF4-FFF2-40B4-BE49-F238E27FC236}">
                  <a16:creationId xmlns:a16="http://schemas.microsoft.com/office/drawing/2014/main" id="{D58446F9-2445-4813-8958-1E36543923E6}"/>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6" name="Freeform 725">
              <a:extLst>
                <a:ext uri="{FF2B5EF4-FFF2-40B4-BE49-F238E27FC236}">
                  <a16:creationId xmlns:a16="http://schemas.microsoft.com/office/drawing/2014/main" id="{DC1DFCD9-490A-4662-A95F-A1E7181D4B8A}"/>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7" name="Freeform 726">
              <a:extLst>
                <a:ext uri="{FF2B5EF4-FFF2-40B4-BE49-F238E27FC236}">
                  <a16:creationId xmlns:a16="http://schemas.microsoft.com/office/drawing/2014/main" id="{B3251587-0974-4E6F-8826-A9BCE872F05E}"/>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8" name="Freeform 727">
              <a:extLst>
                <a:ext uri="{FF2B5EF4-FFF2-40B4-BE49-F238E27FC236}">
                  <a16:creationId xmlns:a16="http://schemas.microsoft.com/office/drawing/2014/main" id="{CE574517-3E31-4442-AC10-4E76949B6A71}"/>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9" name="Freeform 728">
              <a:extLst>
                <a:ext uri="{FF2B5EF4-FFF2-40B4-BE49-F238E27FC236}">
                  <a16:creationId xmlns:a16="http://schemas.microsoft.com/office/drawing/2014/main" id="{D7EAB3E0-63DA-413B-BC00-37F478E4D8F0}"/>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0" name="Freeform 729">
              <a:extLst>
                <a:ext uri="{FF2B5EF4-FFF2-40B4-BE49-F238E27FC236}">
                  <a16:creationId xmlns:a16="http://schemas.microsoft.com/office/drawing/2014/main" id="{19AB9A58-A570-4237-AC88-AE8A6F66A0A5}"/>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1" name="Freeform 730">
              <a:extLst>
                <a:ext uri="{FF2B5EF4-FFF2-40B4-BE49-F238E27FC236}">
                  <a16:creationId xmlns:a16="http://schemas.microsoft.com/office/drawing/2014/main" id="{A7065BE1-4E03-446A-B8B8-8B860A08456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2" name="Freeform 731">
              <a:extLst>
                <a:ext uri="{FF2B5EF4-FFF2-40B4-BE49-F238E27FC236}">
                  <a16:creationId xmlns:a16="http://schemas.microsoft.com/office/drawing/2014/main" id="{D84D7FB6-7E69-4BE0-8D93-5A4596252344}"/>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3" name="Freeform 732">
              <a:extLst>
                <a:ext uri="{FF2B5EF4-FFF2-40B4-BE49-F238E27FC236}">
                  <a16:creationId xmlns:a16="http://schemas.microsoft.com/office/drawing/2014/main" id="{45B26F62-72B4-48AC-B893-2968F584CFE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4" name="Freeform 733">
              <a:extLst>
                <a:ext uri="{FF2B5EF4-FFF2-40B4-BE49-F238E27FC236}">
                  <a16:creationId xmlns:a16="http://schemas.microsoft.com/office/drawing/2014/main" id="{DE011B95-E93F-44AB-9F2A-C30938C87EE2}"/>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5" name="Freeform 734">
              <a:extLst>
                <a:ext uri="{FF2B5EF4-FFF2-40B4-BE49-F238E27FC236}">
                  <a16:creationId xmlns:a16="http://schemas.microsoft.com/office/drawing/2014/main" id="{C755E296-2FB5-4C95-94FF-1A1F4678C201}"/>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6" name="Freeform 735">
              <a:extLst>
                <a:ext uri="{FF2B5EF4-FFF2-40B4-BE49-F238E27FC236}">
                  <a16:creationId xmlns:a16="http://schemas.microsoft.com/office/drawing/2014/main" id="{08382E99-9D8D-498D-8748-A42A98742367}"/>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7" name="Freeform 736">
              <a:extLst>
                <a:ext uri="{FF2B5EF4-FFF2-40B4-BE49-F238E27FC236}">
                  <a16:creationId xmlns:a16="http://schemas.microsoft.com/office/drawing/2014/main" id="{FDC1DC66-B31E-40F8-A6A2-3DCC95161788}"/>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8" name="Freeform 737">
              <a:extLst>
                <a:ext uri="{FF2B5EF4-FFF2-40B4-BE49-F238E27FC236}">
                  <a16:creationId xmlns:a16="http://schemas.microsoft.com/office/drawing/2014/main" id="{84C9A41D-1E16-4E89-9CF6-AC78D7D2D193}"/>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9" name="Freeform 738">
              <a:extLst>
                <a:ext uri="{FF2B5EF4-FFF2-40B4-BE49-F238E27FC236}">
                  <a16:creationId xmlns:a16="http://schemas.microsoft.com/office/drawing/2014/main" id="{02741A4E-1C75-4A6F-A341-1D4F81D959F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0" name="Freeform 739">
              <a:extLst>
                <a:ext uri="{FF2B5EF4-FFF2-40B4-BE49-F238E27FC236}">
                  <a16:creationId xmlns:a16="http://schemas.microsoft.com/office/drawing/2014/main" id="{D63AE35D-D8BC-4692-BD50-D1C8305CA929}"/>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1" name="Freeform 740">
              <a:extLst>
                <a:ext uri="{FF2B5EF4-FFF2-40B4-BE49-F238E27FC236}">
                  <a16:creationId xmlns:a16="http://schemas.microsoft.com/office/drawing/2014/main" id="{4F09EF6B-18AD-49EE-8808-19C990659F2C}"/>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2" name="Freeform 741">
              <a:extLst>
                <a:ext uri="{FF2B5EF4-FFF2-40B4-BE49-F238E27FC236}">
                  <a16:creationId xmlns:a16="http://schemas.microsoft.com/office/drawing/2014/main" id="{26053319-4964-4F60-8E68-45D75586CD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3" name="Freeform 742">
              <a:extLst>
                <a:ext uri="{FF2B5EF4-FFF2-40B4-BE49-F238E27FC236}">
                  <a16:creationId xmlns:a16="http://schemas.microsoft.com/office/drawing/2014/main" id="{B9E77741-EF24-42F4-9F60-C4AD753C1E6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4" name="Freeform 743">
              <a:extLst>
                <a:ext uri="{FF2B5EF4-FFF2-40B4-BE49-F238E27FC236}">
                  <a16:creationId xmlns:a16="http://schemas.microsoft.com/office/drawing/2014/main" id="{6ED04FE7-FEF4-464B-88A0-8370361B6E8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5" name="Freeform 744">
              <a:extLst>
                <a:ext uri="{FF2B5EF4-FFF2-40B4-BE49-F238E27FC236}">
                  <a16:creationId xmlns:a16="http://schemas.microsoft.com/office/drawing/2014/main" id="{CC2BE5A9-2F52-4047-818B-E235A11471D7}"/>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6" name="Freeform 745">
              <a:extLst>
                <a:ext uri="{FF2B5EF4-FFF2-40B4-BE49-F238E27FC236}">
                  <a16:creationId xmlns:a16="http://schemas.microsoft.com/office/drawing/2014/main" id="{0264FB9F-0B65-4F41-B1F3-76E6C8D501E1}"/>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7" name="Freeform 746">
              <a:extLst>
                <a:ext uri="{FF2B5EF4-FFF2-40B4-BE49-F238E27FC236}">
                  <a16:creationId xmlns:a16="http://schemas.microsoft.com/office/drawing/2014/main" id="{F3D2E066-F6C9-40A1-8A3C-551AD0ED8C8C}"/>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8" name="Freeform 747">
              <a:extLst>
                <a:ext uri="{FF2B5EF4-FFF2-40B4-BE49-F238E27FC236}">
                  <a16:creationId xmlns:a16="http://schemas.microsoft.com/office/drawing/2014/main" id="{D90161A4-3FFF-4F94-89FB-65C3F3C2244C}"/>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9" name="Freeform 748">
              <a:extLst>
                <a:ext uri="{FF2B5EF4-FFF2-40B4-BE49-F238E27FC236}">
                  <a16:creationId xmlns:a16="http://schemas.microsoft.com/office/drawing/2014/main" id="{B3626079-46E7-4D10-A292-54CE12373A0C}"/>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0" name="Freeform 749">
              <a:extLst>
                <a:ext uri="{FF2B5EF4-FFF2-40B4-BE49-F238E27FC236}">
                  <a16:creationId xmlns:a16="http://schemas.microsoft.com/office/drawing/2014/main" id="{454B35F6-A276-48DD-B5FE-DA1AF91C8D0D}"/>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1" name="Freeform 750">
              <a:extLst>
                <a:ext uri="{FF2B5EF4-FFF2-40B4-BE49-F238E27FC236}">
                  <a16:creationId xmlns:a16="http://schemas.microsoft.com/office/drawing/2014/main" id="{01B9DAAF-41F3-49ED-A3CB-E7D72026F1F6}"/>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2" name="Freeform 751">
              <a:extLst>
                <a:ext uri="{FF2B5EF4-FFF2-40B4-BE49-F238E27FC236}">
                  <a16:creationId xmlns:a16="http://schemas.microsoft.com/office/drawing/2014/main" id="{9218766B-328E-4278-A2CA-31FB6C585A6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3" name="Freeform 752">
              <a:extLst>
                <a:ext uri="{FF2B5EF4-FFF2-40B4-BE49-F238E27FC236}">
                  <a16:creationId xmlns:a16="http://schemas.microsoft.com/office/drawing/2014/main" id="{3A5C3E7B-6F6E-4EF5-B7BF-97D4F8CD28D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4" name="Freeform 753">
              <a:extLst>
                <a:ext uri="{FF2B5EF4-FFF2-40B4-BE49-F238E27FC236}">
                  <a16:creationId xmlns:a16="http://schemas.microsoft.com/office/drawing/2014/main" id="{D42037DD-753A-432E-9A3B-2207032E4ECF}"/>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5" name="Freeform 754">
              <a:extLst>
                <a:ext uri="{FF2B5EF4-FFF2-40B4-BE49-F238E27FC236}">
                  <a16:creationId xmlns:a16="http://schemas.microsoft.com/office/drawing/2014/main" id="{C3748A86-604D-4B75-8668-734DC121A44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6" name="Freeform 755">
              <a:extLst>
                <a:ext uri="{FF2B5EF4-FFF2-40B4-BE49-F238E27FC236}">
                  <a16:creationId xmlns:a16="http://schemas.microsoft.com/office/drawing/2014/main" id="{AD3ABE86-FB2C-4E31-9AD6-A443654AE1B3}"/>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7" name="Freeform 756">
              <a:extLst>
                <a:ext uri="{FF2B5EF4-FFF2-40B4-BE49-F238E27FC236}">
                  <a16:creationId xmlns:a16="http://schemas.microsoft.com/office/drawing/2014/main" id="{C43422C6-C9C2-4F62-A93E-591F7F0689C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8" name="Freeform 757">
              <a:extLst>
                <a:ext uri="{FF2B5EF4-FFF2-40B4-BE49-F238E27FC236}">
                  <a16:creationId xmlns:a16="http://schemas.microsoft.com/office/drawing/2014/main" id="{844709BC-AC1C-4111-BFE6-E79662E8206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9" name="Freeform 758">
              <a:extLst>
                <a:ext uri="{FF2B5EF4-FFF2-40B4-BE49-F238E27FC236}">
                  <a16:creationId xmlns:a16="http://schemas.microsoft.com/office/drawing/2014/main" id="{24B94CEC-D288-49A6-A524-6EE1E190FFEE}"/>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0" name="Freeform 759">
              <a:extLst>
                <a:ext uri="{FF2B5EF4-FFF2-40B4-BE49-F238E27FC236}">
                  <a16:creationId xmlns:a16="http://schemas.microsoft.com/office/drawing/2014/main" id="{E46FBEE9-EDF0-40D7-9B11-36BF98FD57D9}"/>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1" name="Freeform 760">
              <a:extLst>
                <a:ext uri="{FF2B5EF4-FFF2-40B4-BE49-F238E27FC236}">
                  <a16:creationId xmlns:a16="http://schemas.microsoft.com/office/drawing/2014/main" id="{E50A0833-6372-40F7-BCCB-5DD50EF654C8}"/>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2" name="Freeform 761">
              <a:extLst>
                <a:ext uri="{FF2B5EF4-FFF2-40B4-BE49-F238E27FC236}">
                  <a16:creationId xmlns:a16="http://schemas.microsoft.com/office/drawing/2014/main" id="{B10CC0D9-5557-4207-8413-EDD4C2FB65BB}"/>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3" name="Freeform 762">
              <a:extLst>
                <a:ext uri="{FF2B5EF4-FFF2-40B4-BE49-F238E27FC236}">
                  <a16:creationId xmlns:a16="http://schemas.microsoft.com/office/drawing/2014/main" id="{972E8166-EA00-44D6-9A0F-A0C4034086D2}"/>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4" name="Freeform 763">
              <a:extLst>
                <a:ext uri="{FF2B5EF4-FFF2-40B4-BE49-F238E27FC236}">
                  <a16:creationId xmlns:a16="http://schemas.microsoft.com/office/drawing/2014/main" id="{D8E2A137-15FF-42A4-A331-1C8B3A4DD642}"/>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5" name="Freeform 764">
              <a:extLst>
                <a:ext uri="{FF2B5EF4-FFF2-40B4-BE49-F238E27FC236}">
                  <a16:creationId xmlns:a16="http://schemas.microsoft.com/office/drawing/2014/main" id="{5ED7DD79-2757-4EB0-993C-9C439A65C659}"/>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6" name="Freeform 765">
              <a:extLst>
                <a:ext uri="{FF2B5EF4-FFF2-40B4-BE49-F238E27FC236}">
                  <a16:creationId xmlns:a16="http://schemas.microsoft.com/office/drawing/2014/main" id="{B02F72C5-1175-47B9-8ECD-7AF25F4991B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7" name="Freeform 766">
              <a:extLst>
                <a:ext uri="{FF2B5EF4-FFF2-40B4-BE49-F238E27FC236}">
                  <a16:creationId xmlns:a16="http://schemas.microsoft.com/office/drawing/2014/main" id="{063CF99C-B8F4-44AD-AFE5-ABF070F4FD60}"/>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8" name="Freeform 767">
              <a:extLst>
                <a:ext uri="{FF2B5EF4-FFF2-40B4-BE49-F238E27FC236}">
                  <a16:creationId xmlns:a16="http://schemas.microsoft.com/office/drawing/2014/main" id="{10186CFE-4132-4116-A867-51605C6247F4}"/>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79" name="Freeform 768">
              <a:extLst>
                <a:ext uri="{FF2B5EF4-FFF2-40B4-BE49-F238E27FC236}">
                  <a16:creationId xmlns:a16="http://schemas.microsoft.com/office/drawing/2014/main" id="{CC4D8592-284C-4F0D-B625-186C400A654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0" name="Freeform 769">
              <a:extLst>
                <a:ext uri="{FF2B5EF4-FFF2-40B4-BE49-F238E27FC236}">
                  <a16:creationId xmlns:a16="http://schemas.microsoft.com/office/drawing/2014/main" id="{5189A0E1-818F-494E-8B11-91D3E73688F7}"/>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1" name="Freeform 770">
              <a:extLst>
                <a:ext uri="{FF2B5EF4-FFF2-40B4-BE49-F238E27FC236}">
                  <a16:creationId xmlns:a16="http://schemas.microsoft.com/office/drawing/2014/main" id="{7D1F32F4-C8A4-4B10-8EBD-309CD2A8BA3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2" name="Freeform 771">
              <a:extLst>
                <a:ext uri="{FF2B5EF4-FFF2-40B4-BE49-F238E27FC236}">
                  <a16:creationId xmlns:a16="http://schemas.microsoft.com/office/drawing/2014/main" id="{E5547E22-1143-47C3-A717-2993BF2EDDE3}"/>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3" name="Freeform 772">
              <a:extLst>
                <a:ext uri="{FF2B5EF4-FFF2-40B4-BE49-F238E27FC236}">
                  <a16:creationId xmlns:a16="http://schemas.microsoft.com/office/drawing/2014/main" id="{94548615-2E7E-4DD1-8BF5-BF251239A80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4" name="Freeform 773">
              <a:extLst>
                <a:ext uri="{FF2B5EF4-FFF2-40B4-BE49-F238E27FC236}">
                  <a16:creationId xmlns:a16="http://schemas.microsoft.com/office/drawing/2014/main" id="{5FFD6431-527A-4EAF-A9FF-57C79B3EBFC2}"/>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5" name="Freeform 774">
              <a:extLst>
                <a:ext uri="{FF2B5EF4-FFF2-40B4-BE49-F238E27FC236}">
                  <a16:creationId xmlns:a16="http://schemas.microsoft.com/office/drawing/2014/main" id="{8460A944-EBC3-4980-BCE5-F8EB001B822E}"/>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6" name="Freeform 775">
              <a:extLst>
                <a:ext uri="{FF2B5EF4-FFF2-40B4-BE49-F238E27FC236}">
                  <a16:creationId xmlns:a16="http://schemas.microsoft.com/office/drawing/2014/main" id="{A299FC54-89AB-49F1-AA70-08D76923D0B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7" name="Freeform 776">
              <a:extLst>
                <a:ext uri="{FF2B5EF4-FFF2-40B4-BE49-F238E27FC236}">
                  <a16:creationId xmlns:a16="http://schemas.microsoft.com/office/drawing/2014/main" id="{AF5549FC-09A2-42CA-981C-97A8DA2E0DFE}"/>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8" name="Freeform 777">
              <a:extLst>
                <a:ext uri="{FF2B5EF4-FFF2-40B4-BE49-F238E27FC236}">
                  <a16:creationId xmlns:a16="http://schemas.microsoft.com/office/drawing/2014/main" id="{4DAFA0BD-4070-4574-A62F-BC4E1DD226B0}"/>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9" name="Freeform 778">
              <a:extLst>
                <a:ext uri="{FF2B5EF4-FFF2-40B4-BE49-F238E27FC236}">
                  <a16:creationId xmlns:a16="http://schemas.microsoft.com/office/drawing/2014/main" id="{20BF71F4-944F-438C-8C2F-F65613407E4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0" name="Freeform 779">
              <a:extLst>
                <a:ext uri="{FF2B5EF4-FFF2-40B4-BE49-F238E27FC236}">
                  <a16:creationId xmlns:a16="http://schemas.microsoft.com/office/drawing/2014/main" id="{93644E1A-C9A9-422E-86AC-5D7086C16D17}"/>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1" name="Freeform 780">
              <a:extLst>
                <a:ext uri="{FF2B5EF4-FFF2-40B4-BE49-F238E27FC236}">
                  <a16:creationId xmlns:a16="http://schemas.microsoft.com/office/drawing/2014/main" id="{8B88B0D0-C8C6-4057-B798-9AD0FC5957C2}"/>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2" name="Freeform 781">
              <a:extLst>
                <a:ext uri="{FF2B5EF4-FFF2-40B4-BE49-F238E27FC236}">
                  <a16:creationId xmlns:a16="http://schemas.microsoft.com/office/drawing/2014/main" id="{C400BF7E-9A87-4F40-B3E5-A52FDBDA6A4D}"/>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3" name="Freeform 782">
              <a:extLst>
                <a:ext uri="{FF2B5EF4-FFF2-40B4-BE49-F238E27FC236}">
                  <a16:creationId xmlns:a16="http://schemas.microsoft.com/office/drawing/2014/main" id="{B7EF7EAA-2551-4715-9AA4-50AD6F0442F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4" name="Freeform 783">
              <a:extLst>
                <a:ext uri="{FF2B5EF4-FFF2-40B4-BE49-F238E27FC236}">
                  <a16:creationId xmlns:a16="http://schemas.microsoft.com/office/drawing/2014/main" id="{50B67B10-36E7-42F1-95EE-6B3563DA4608}"/>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5" name="Freeform 784">
              <a:extLst>
                <a:ext uri="{FF2B5EF4-FFF2-40B4-BE49-F238E27FC236}">
                  <a16:creationId xmlns:a16="http://schemas.microsoft.com/office/drawing/2014/main" id="{1C65B860-A16D-456A-A24F-F6F72C64F619}"/>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6" name="Freeform 785">
              <a:extLst>
                <a:ext uri="{FF2B5EF4-FFF2-40B4-BE49-F238E27FC236}">
                  <a16:creationId xmlns:a16="http://schemas.microsoft.com/office/drawing/2014/main" id="{E7806369-AD64-42E2-B921-F3ECCC4D2BC4}"/>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7" name="Freeform 786">
              <a:extLst>
                <a:ext uri="{FF2B5EF4-FFF2-40B4-BE49-F238E27FC236}">
                  <a16:creationId xmlns:a16="http://schemas.microsoft.com/office/drawing/2014/main" id="{3F80EC0E-F977-481A-AB41-CA5E38C14DC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8" name="Freeform 787">
              <a:extLst>
                <a:ext uri="{FF2B5EF4-FFF2-40B4-BE49-F238E27FC236}">
                  <a16:creationId xmlns:a16="http://schemas.microsoft.com/office/drawing/2014/main" id="{0E6A6A16-E3EB-4C80-B51C-9CAFFD22CBFE}"/>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99" name="Freeform 788">
              <a:extLst>
                <a:ext uri="{FF2B5EF4-FFF2-40B4-BE49-F238E27FC236}">
                  <a16:creationId xmlns:a16="http://schemas.microsoft.com/office/drawing/2014/main" id="{DF44680F-E3AE-4175-A4D1-32C7B5776903}"/>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0" name="Freeform 789">
              <a:extLst>
                <a:ext uri="{FF2B5EF4-FFF2-40B4-BE49-F238E27FC236}">
                  <a16:creationId xmlns:a16="http://schemas.microsoft.com/office/drawing/2014/main" id="{36B5638F-1667-4B2E-9197-0F8A6D11D05E}"/>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1" name="Freeform 790">
              <a:extLst>
                <a:ext uri="{FF2B5EF4-FFF2-40B4-BE49-F238E27FC236}">
                  <a16:creationId xmlns:a16="http://schemas.microsoft.com/office/drawing/2014/main" id="{6A5F982B-DD8E-4F83-9A12-334411680E0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2" name="Freeform 791">
              <a:extLst>
                <a:ext uri="{FF2B5EF4-FFF2-40B4-BE49-F238E27FC236}">
                  <a16:creationId xmlns:a16="http://schemas.microsoft.com/office/drawing/2014/main" id="{A39954AF-F352-4488-8E7C-FE949F0D619F}"/>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3" name="Freeform 792">
              <a:extLst>
                <a:ext uri="{FF2B5EF4-FFF2-40B4-BE49-F238E27FC236}">
                  <a16:creationId xmlns:a16="http://schemas.microsoft.com/office/drawing/2014/main" id="{F7CD90A1-193A-4ABB-A1FD-F0CFDF556B3B}"/>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4" name="Freeform 793">
              <a:extLst>
                <a:ext uri="{FF2B5EF4-FFF2-40B4-BE49-F238E27FC236}">
                  <a16:creationId xmlns:a16="http://schemas.microsoft.com/office/drawing/2014/main" id="{BD9927F6-6305-42BF-BEA6-89EC4842FC71}"/>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5" name="Freeform 794">
              <a:extLst>
                <a:ext uri="{FF2B5EF4-FFF2-40B4-BE49-F238E27FC236}">
                  <a16:creationId xmlns:a16="http://schemas.microsoft.com/office/drawing/2014/main" id="{3058876E-4239-4F22-848C-098C1A00B734}"/>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6" name="Freeform 795">
              <a:extLst>
                <a:ext uri="{FF2B5EF4-FFF2-40B4-BE49-F238E27FC236}">
                  <a16:creationId xmlns:a16="http://schemas.microsoft.com/office/drawing/2014/main" id="{C96E0FDA-9AD9-4EDB-B67C-A5A7FA8513B1}"/>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7" name="Freeform 796">
              <a:extLst>
                <a:ext uri="{FF2B5EF4-FFF2-40B4-BE49-F238E27FC236}">
                  <a16:creationId xmlns:a16="http://schemas.microsoft.com/office/drawing/2014/main" id="{5519C3D5-7024-4146-A31A-5173FC82F07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8" name="Freeform 797">
              <a:extLst>
                <a:ext uri="{FF2B5EF4-FFF2-40B4-BE49-F238E27FC236}">
                  <a16:creationId xmlns:a16="http://schemas.microsoft.com/office/drawing/2014/main" id="{275D30BD-3C7F-406F-A7D0-44EBB071AC4F}"/>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9" name="Freeform 798">
              <a:extLst>
                <a:ext uri="{FF2B5EF4-FFF2-40B4-BE49-F238E27FC236}">
                  <a16:creationId xmlns:a16="http://schemas.microsoft.com/office/drawing/2014/main" id="{D910B0EA-4C75-42D1-91CB-1C5DCF0E851C}"/>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0" name="Freeform 799">
              <a:extLst>
                <a:ext uri="{FF2B5EF4-FFF2-40B4-BE49-F238E27FC236}">
                  <a16:creationId xmlns:a16="http://schemas.microsoft.com/office/drawing/2014/main" id="{24809DD2-3017-40C7-95CF-A8EB08D7A96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1" name="Freeform 800">
              <a:extLst>
                <a:ext uri="{FF2B5EF4-FFF2-40B4-BE49-F238E27FC236}">
                  <a16:creationId xmlns:a16="http://schemas.microsoft.com/office/drawing/2014/main" id="{79DD7AD8-15B7-411D-B40F-C70C3EFA87D7}"/>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2" name="Freeform 801">
              <a:extLst>
                <a:ext uri="{FF2B5EF4-FFF2-40B4-BE49-F238E27FC236}">
                  <a16:creationId xmlns:a16="http://schemas.microsoft.com/office/drawing/2014/main" id="{9EDBB9C5-444A-4B1D-8551-1989EACD3AC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3" name="Freeform 802">
              <a:extLst>
                <a:ext uri="{FF2B5EF4-FFF2-40B4-BE49-F238E27FC236}">
                  <a16:creationId xmlns:a16="http://schemas.microsoft.com/office/drawing/2014/main" id="{3DAB08C2-615B-4D76-A174-4FD7BEFEADD4}"/>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4" name="Freeform 803">
              <a:extLst>
                <a:ext uri="{FF2B5EF4-FFF2-40B4-BE49-F238E27FC236}">
                  <a16:creationId xmlns:a16="http://schemas.microsoft.com/office/drawing/2014/main" id="{5437CE32-486E-4031-91E5-8A90017D5A1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5" name="Freeform 804">
              <a:extLst>
                <a:ext uri="{FF2B5EF4-FFF2-40B4-BE49-F238E27FC236}">
                  <a16:creationId xmlns:a16="http://schemas.microsoft.com/office/drawing/2014/main" id="{B6D4CCE6-F56C-40D0-B3DF-744C2E432BB1}"/>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6" name="Freeform 805">
              <a:extLst>
                <a:ext uri="{FF2B5EF4-FFF2-40B4-BE49-F238E27FC236}">
                  <a16:creationId xmlns:a16="http://schemas.microsoft.com/office/drawing/2014/main" id="{7E464AFC-69F0-4E68-968C-3A32089CAD52}"/>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7" name="Freeform 806">
              <a:extLst>
                <a:ext uri="{FF2B5EF4-FFF2-40B4-BE49-F238E27FC236}">
                  <a16:creationId xmlns:a16="http://schemas.microsoft.com/office/drawing/2014/main" id="{19035372-EEC5-493D-A842-DE07B80EFEBC}"/>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8" name="Freeform 807">
              <a:extLst>
                <a:ext uri="{FF2B5EF4-FFF2-40B4-BE49-F238E27FC236}">
                  <a16:creationId xmlns:a16="http://schemas.microsoft.com/office/drawing/2014/main" id="{97D1638D-B9A1-4312-B8F9-338EC98E8E4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9" name="Freeform 808">
              <a:extLst>
                <a:ext uri="{FF2B5EF4-FFF2-40B4-BE49-F238E27FC236}">
                  <a16:creationId xmlns:a16="http://schemas.microsoft.com/office/drawing/2014/main" id="{156E2DA1-642E-4974-BAAF-786FA7A16B5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0" name="Freeform 809">
              <a:extLst>
                <a:ext uri="{FF2B5EF4-FFF2-40B4-BE49-F238E27FC236}">
                  <a16:creationId xmlns:a16="http://schemas.microsoft.com/office/drawing/2014/main" id="{1C94B4FD-37CE-430F-9AA2-5EE4C83DDF19}"/>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1" name="Freeform 810">
              <a:extLst>
                <a:ext uri="{FF2B5EF4-FFF2-40B4-BE49-F238E27FC236}">
                  <a16:creationId xmlns:a16="http://schemas.microsoft.com/office/drawing/2014/main" id="{03FACBC3-704E-4100-B760-9B26901A344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2" name="Freeform 811">
              <a:extLst>
                <a:ext uri="{FF2B5EF4-FFF2-40B4-BE49-F238E27FC236}">
                  <a16:creationId xmlns:a16="http://schemas.microsoft.com/office/drawing/2014/main" id="{443BDD34-98E2-4A01-84B3-6E393A8DEE42}"/>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3" name="Freeform 812">
              <a:extLst>
                <a:ext uri="{FF2B5EF4-FFF2-40B4-BE49-F238E27FC236}">
                  <a16:creationId xmlns:a16="http://schemas.microsoft.com/office/drawing/2014/main" id="{0AE14E26-BB8E-4668-A261-51F5351BBAD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4" name="Freeform 813">
              <a:extLst>
                <a:ext uri="{FF2B5EF4-FFF2-40B4-BE49-F238E27FC236}">
                  <a16:creationId xmlns:a16="http://schemas.microsoft.com/office/drawing/2014/main" id="{35F64738-AE62-413E-8BFD-270432A783F5}"/>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5" name="Freeform 814">
              <a:extLst>
                <a:ext uri="{FF2B5EF4-FFF2-40B4-BE49-F238E27FC236}">
                  <a16:creationId xmlns:a16="http://schemas.microsoft.com/office/drawing/2014/main" id="{2492F6BB-F0B8-4AAD-91BF-A74B228F75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sp>
        <p:nvSpPr>
          <p:cNvPr id="2" name="Red text">
            <a:extLst>
              <a:ext uri="{FF2B5EF4-FFF2-40B4-BE49-F238E27FC236}">
                <a16:creationId xmlns:a16="http://schemas.microsoft.com/office/drawing/2014/main" id="{34908384-B263-1CDD-C776-1FB6A25487E9}"/>
              </a:ext>
            </a:extLst>
          </p:cNvPr>
          <p:cNvSpPr txBox="1"/>
          <p:nvPr/>
        </p:nvSpPr>
        <p:spPr>
          <a:xfrm>
            <a:off x="3505666" y="3025240"/>
            <a:ext cx="3074748"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Higher cost</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Robust and reliable</a:t>
            </a:r>
          </a:p>
        </p:txBody>
      </p:sp>
      <p:sp>
        <p:nvSpPr>
          <p:cNvPr id="3" name="!!Speech Bubble: Rectangle 19">
            <a:extLst>
              <a:ext uri="{FF2B5EF4-FFF2-40B4-BE49-F238E27FC236}">
                <a16:creationId xmlns:a16="http://schemas.microsoft.com/office/drawing/2014/main" id="{1FF7CA3F-D4F9-72CD-A278-E821159E5B88}"/>
              </a:ext>
            </a:extLst>
          </p:cNvPr>
          <p:cNvSpPr/>
          <p:nvPr/>
        </p:nvSpPr>
        <p:spPr>
          <a:xfrm>
            <a:off x="435578" y="4626923"/>
            <a:ext cx="3993808" cy="747907"/>
          </a:xfrm>
          <a:prstGeom prst="wedgeRectCallout">
            <a:avLst>
              <a:gd name="adj1" fmla="val -45638"/>
              <a:gd name="adj2" fmla="val 74876"/>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20">
            <a:extLst>
              <a:ext uri="{FF2B5EF4-FFF2-40B4-BE49-F238E27FC236}">
                <a16:creationId xmlns:a16="http://schemas.microsoft.com/office/drawing/2014/main" id="{342F5E67-E68B-19E2-BCA1-50B18E29E7E0}"/>
              </a:ext>
            </a:extLst>
          </p:cNvPr>
          <p:cNvSpPr txBox="1"/>
          <p:nvPr/>
        </p:nvSpPr>
        <p:spPr>
          <a:xfrm>
            <a:off x="435577" y="4678004"/>
            <a:ext cx="3993809"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This is an </a:t>
            </a:r>
            <a:r>
              <a:rPr lang="en-US" b="1" u="sng" dirty="0">
                <a:latin typeface="Roboto Light" panose="02000000000000000000" pitchFamily="2" charset="0"/>
                <a:ea typeface="Roboto Light" panose="02000000000000000000" pitchFamily="2" charset="0"/>
              </a:rPr>
              <a:t>extreme oversimplification</a:t>
            </a:r>
            <a:r>
              <a:rPr lang="en-US" dirty="0">
                <a:latin typeface="Roboto Light" panose="02000000000000000000" pitchFamily="2" charset="0"/>
                <a:ea typeface="Roboto Light" panose="02000000000000000000" pitchFamily="2" charset="0"/>
              </a:rPr>
              <a:t>. Don't @ me with "well, actually…" </a:t>
            </a:r>
            <a:r>
              <a:rPr lang="en-US" dirty="0">
                <a:latin typeface="Roboto Light" panose="02000000000000000000" pitchFamily="2" charset="0"/>
                <a:ea typeface="Roboto Light" panose="02000000000000000000" pitchFamily="2" charset="0"/>
                <a:sym typeface="Wingdings" panose="05000000000000000000" pitchFamily="2" charset="2"/>
              </a:rPr>
              <a:t></a:t>
            </a:r>
            <a:endParaRPr lang="en-US" dirty="0">
              <a:latin typeface="Roboto Light" panose="02000000000000000000" pitchFamily="2" charset="0"/>
              <a:ea typeface="Roboto Light" panose="02000000000000000000" pitchFamily="2" charset="0"/>
            </a:endParaRPr>
          </a:p>
        </p:txBody>
      </p:sp>
      <p:pic>
        <p:nvPicPr>
          <p:cNvPr id="5" name="Picture 4">
            <a:extLst>
              <a:ext uri="{FF2B5EF4-FFF2-40B4-BE49-F238E27FC236}">
                <a16:creationId xmlns:a16="http://schemas.microsoft.com/office/drawing/2014/main" id="{5E4545F1-F9E3-672C-77CC-05A4003C88DB}"/>
              </a:ext>
            </a:extLst>
          </p:cNvPr>
          <p:cNvPicPr>
            <a:picLocks noChangeAspect="1"/>
          </p:cNvPicPr>
          <p:nvPr/>
        </p:nvPicPr>
        <p:blipFill>
          <a:blip r:embed="rId6"/>
          <a:stretch>
            <a:fillRect/>
          </a:stretch>
        </p:blipFill>
        <p:spPr>
          <a:xfrm rot="1764770">
            <a:off x="-322143" y="5442726"/>
            <a:ext cx="787619" cy="1485737"/>
          </a:xfrm>
          <a:prstGeom prst="rect">
            <a:avLst/>
          </a:prstGeom>
        </p:spPr>
      </p:pic>
      <p:sp>
        <p:nvSpPr>
          <p:cNvPr id="6" name="!!Header whiteout">
            <a:extLst>
              <a:ext uri="{FF2B5EF4-FFF2-40B4-BE49-F238E27FC236}">
                <a16:creationId xmlns:a16="http://schemas.microsoft.com/office/drawing/2014/main" id="{EA2C8462-C9CD-5AEC-644E-43C35B1DC61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DCBD8C75-2764-7541-B3DC-9C92534C22B8}"/>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52312324"/>
      </p:ext>
    </p:extLst>
  </p:cSld>
  <p:clrMapOvr>
    <a:masterClrMapping/>
  </p:clrMapOvr>
  <mc:AlternateContent xmlns:mc="http://schemas.openxmlformats.org/markup-compatibility/2006" xmlns:p159="http://schemas.microsoft.com/office/powerpoint/2015/09/main">
    <mc:Choice Requires="p159">
      <p:transition>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Wifi pic" descr="See the source image">
            <a:extLst>
              <a:ext uri="{FF2B5EF4-FFF2-40B4-BE49-F238E27FC236}">
                <a16:creationId xmlns:a16="http://schemas.microsoft.com/office/drawing/2014/main" id="{0A0B62E4-8B93-4E7B-9064-8E0FAED51C7C}"/>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2208458" y="1475901"/>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2162336"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5308651"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6" cstate="hqprint">
            <a:lum bright="70000" contrast="-70000"/>
            <a:extLst>
              <a:ext uri="{28A0092B-C50C-407E-A947-70E740481C1C}">
                <a14:useLocalDpi xmlns:a14="http://schemas.microsoft.com/office/drawing/2010/main"/>
              </a:ext>
            </a:extLst>
          </a:blip>
          <a:stretch>
            <a:fillRect/>
          </a:stretch>
        </p:blipFill>
        <p:spPr>
          <a:xfrm>
            <a:off x="7729646" y="1567219"/>
            <a:ext cx="2169328" cy="751385"/>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5824999" flipH="1">
            <a:off x="3397708" y="3315257"/>
            <a:ext cx="904172" cy="943180"/>
            <a:chOff x="1328" y="0"/>
            <a:chExt cx="3106" cy="3240"/>
          </a:xfrm>
          <a:solidFill>
            <a:srgbClr val="C00000"/>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3165600" y="2597384"/>
            <a:ext cx="3074748"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Require a radio transmitter / receiver</a:t>
            </a:r>
          </a:p>
        </p:txBody>
      </p:sp>
      <p:grpSp>
        <p:nvGrpSpPr>
          <p:cNvPr id="120" name="Arrow">
            <a:extLst>
              <a:ext uri="{FF2B5EF4-FFF2-40B4-BE49-F238E27FC236}">
                <a16:creationId xmlns:a16="http://schemas.microsoft.com/office/drawing/2014/main" id="{10932469-87EB-4817-BE90-C1A943C24653}"/>
              </a:ext>
            </a:extLst>
          </p:cNvPr>
          <p:cNvGrpSpPr>
            <a:grpSpLocks noChangeAspect="1"/>
          </p:cNvGrpSpPr>
          <p:nvPr/>
        </p:nvGrpSpPr>
        <p:grpSpPr bwMode="auto">
          <a:xfrm rot="1587717" flipH="1">
            <a:off x="4225925" y="3581043"/>
            <a:ext cx="904172" cy="943180"/>
            <a:chOff x="1328" y="0"/>
            <a:chExt cx="3106" cy="3240"/>
          </a:xfrm>
          <a:solidFill>
            <a:srgbClr val="C00000"/>
          </a:solidFill>
        </p:grpSpPr>
        <p:sp>
          <p:nvSpPr>
            <p:cNvPr id="121" name="Freeform 716">
              <a:extLst>
                <a:ext uri="{FF2B5EF4-FFF2-40B4-BE49-F238E27FC236}">
                  <a16:creationId xmlns:a16="http://schemas.microsoft.com/office/drawing/2014/main" id="{23ADAAD5-DC0F-4069-B4FC-2A7D1744A85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717">
              <a:extLst>
                <a:ext uri="{FF2B5EF4-FFF2-40B4-BE49-F238E27FC236}">
                  <a16:creationId xmlns:a16="http://schemas.microsoft.com/office/drawing/2014/main" id="{63A8F335-A714-43BF-BA90-64AC56CB0D28}"/>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718">
              <a:extLst>
                <a:ext uri="{FF2B5EF4-FFF2-40B4-BE49-F238E27FC236}">
                  <a16:creationId xmlns:a16="http://schemas.microsoft.com/office/drawing/2014/main" id="{67A04F15-CEB4-4D6E-88D2-9DFA4AF38F76}"/>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719">
              <a:extLst>
                <a:ext uri="{FF2B5EF4-FFF2-40B4-BE49-F238E27FC236}">
                  <a16:creationId xmlns:a16="http://schemas.microsoft.com/office/drawing/2014/main" id="{E94A90C9-3CE0-40B1-9795-CF4876BE7384}"/>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20">
              <a:extLst>
                <a:ext uri="{FF2B5EF4-FFF2-40B4-BE49-F238E27FC236}">
                  <a16:creationId xmlns:a16="http://schemas.microsoft.com/office/drawing/2014/main" id="{68D9BF64-660A-4983-BC89-25DD743BAD1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721">
              <a:extLst>
                <a:ext uri="{FF2B5EF4-FFF2-40B4-BE49-F238E27FC236}">
                  <a16:creationId xmlns:a16="http://schemas.microsoft.com/office/drawing/2014/main" id="{65EDABFE-C2AF-41B7-B8ED-05C294B97AB1}"/>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22">
              <a:extLst>
                <a:ext uri="{FF2B5EF4-FFF2-40B4-BE49-F238E27FC236}">
                  <a16:creationId xmlns:a16="http://schemas.microsoft.com/office/drawing/2014/main" id="{74B6C3E8-97F9-4594-84FF-859361399AEF}"/>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23">
              <a:extLst>
                <a:ext uri="{FF2B5EF4-FFF2-40B4-BE49-F238E27FC236}">
                  <a16:creationId xmlns:a16="http://schemas.microsoft.com/office/drawing/2014/main" id="{4240B772-EBE3-43C1-ABEE-6B37937DF90A}"/>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24">
              <a:extLst>
                <a:ext uri="{FF2B5EF4-FFF2-40B4-BE49-F238E27FC236}">
                  <a16:creationId xmlns:a16="http://schemas.microsoft.com/office/drawing/2014/main" id="{EBB4AB8E-E2D4-4315-A88F-85303DBFEA45}"/>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25">
              <a:extLst>
                <a:ext uri="{FF2B5EF4-FFF2-40B4-BE49-F238E27FC236}">
                  <a16:creationId xmlns:a16="http://schemas.microsoft.com/office/drawing/2014/main" id="{1B5A90F7-EA1F-4A24-B0BC-27BE46C731D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26">
              <a:extLst>
                <a:ext uri="{FF2B5EF4-FFF2-40B4-BE49-F238E27FC236}">
                  <a16:creationId xmlns:a16="http://schemas.microsoft.com/office/drawing/2014/main" id="{BB9BDF38-5E83-4413-8118-D12B5A08A981}"/>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27">
              <a:extLst>
                <a:ext uri="{FF2B5EF4-FFF2-40B4-BE49-F238E27FC236}">
                  <a16:creationId xmlns:a16="http://schemas.microsoft.com/office/drawing/2014/main" id="{1E3BF51A-7CBA-43D4-9103-DF182FB1E19E}"/>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28">
              <a:extLst>
                <a:ext uri="{FF2B5EF4-FFF2-40B4-BE49-F238E27FC236}">
                  <a16:creationId xmlns:a16="http://schemas.microsoft.com/office/drawing/2014/main" id="{7AFA05C3-E2B1-43D5-8D62-06761B673DEF}"/>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29">
              <a:extLst>
                <a:ext uri="{FF2B5EF4-FFF2-40B4-BE49-F238E27FC236}">
                  <a16:creationId xmlns:a16="http://schemas.microsoft.com/office/drawing/2014/main" id="{EFE5A3C5-3FF6-4E08-B473-E45C0F7512FD}"/>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30">
              <a:extLst>
                <a:ext uri="{FF2B5EF4-FFF2-40B4-BE49-F238E27FC236}">
                  <a16:creationId xmlns:a16="http://schemas.microsoft.com/office/drawing/2014/main" id="{26B46A0C-72E3-4E1B-B98B-B3A382C0983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31">
              <a:extLst>
                <a:ext uri="{FF2B5EF4-FFF2-40B4-BE49-F238E27FC236}">
                  <a16:creationId xmlns:a16="http://schemas.microsoft.com/office/drawing/2014/main" id="{3DEB44A6-75C4-4A4F-BB7A-4000B231EB6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32">
              <a:extLst>
                <a:ext uri="{FF2B5EF4-FFF2-40B4-BE49-F238E27FC236}">
                  <a16:creationId xmlns:a16="http://schemas.microsoft.com/office/drawing/2014/main" id="{64A3238F-7B45-4226-93F1-25EC856D96B2}"/>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33">
              <a:extLst>
                <a:ext uri="{FF2B5EF4-FFF2-40B4-BE49-F238E27FC236}">
                  <a16:creationId xmlns:a16="http://schemas.microsoft.com/office/drawing/2014/main" id="{67398EF4-B45B-4293-91F0-C25776954EE3}"/>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34">
              <a:extLst>
                <a:ext uri="{FF2B5EF4-FFF2-40B4-BE49-F238E27FC236}">
                  <a16:creationId xmlns:a16="http://schemas.microsoft.com/office/drawing/2014/main" id="{5DF2D6CA-1F6A-4F9A-8A20-692CF3EE3F5D}"/>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35">
              <a:extLst>
                <a:ext uri="{FF2B5EF4-FFF2-40B4-BE49-F238E27FC236}">
                  <a16:creationId xmlns:a16="http://schemas.microsoft.com/office/drawing/2014/main" id="{D2522C74-C2BC-4A3C-8B61-E20547FA6F9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36">
              <a:extLst>
                <a:ext uri="{FF2B5EF4-FFF2-40B4-BE49-F238E27FC236}">
                  <a16:creationId xmlns:a16="http://schemas.microsoft.com/office/drawing/2014/main" id="{3ABCB9A4-A083-48DA-A8C1-7417CDC9A02A}"/>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37">
              <a:extLst>
                <a:ext uri="{FF2B5EF4-FFF2-40B4-BE49-F238E27FC236}">
                  <a16:creationId xmlns:a16="http://schemas.microsoft.com/office/drawing/2014/main" id="{DB2716C7-23A2-411E-924B-D52DD08796E8}"/>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38">
              <a:extLst>
                <a:ext uri="{FF2B5EF4-FFF2-40B4-BE49-F238E27FC236}">
                  <a16:creationId xmlns:a16="http://schemas.microsoft.com/office/drawing/2014/main" id="{228304F1-D81D-4F79-9195-8655A0A02EBC}"/>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39">
              <a:extLst>
                <a:ext uri="{FF2B5EF4-FFF2-40B4-BE49-F238E27FC236}">
                  <a16:creationId xmlns:a16="http://schemas.microsoft.com/office/drawing/2014/main" id="{296F4DAE-838C-49CB-849C-36307ADC077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40">
              <a:extLst>
                <a:ext uri="{FF2B5EF4-FFF2-40B4-BE49-F238E27FC236}">
                  <a16:creationId xmlns:a16="http://schemas.microsoft.com/office/drawing/2014/main" id="{60973832-0AA4-4E20-9973-D46B92F35F5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41">
              <a:extLst>
                <a:ext uri="{FF2B5EF4-FFF2-40B4-BE49-F238E27FC236}">
                  <a16:creationId xmlns:a16="http://schemas.microsoft.com/office/drawing/2014/main" id="{91E33599-B674-4F31-BD94-A8440AA6EE30}"/>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42">
              <a:extLst>
                <a:ext uri="{FF2B5EF4-FFF2-40B4-BE49-F238E27FC236}">
                  <a16:creationId xmlns:a16="http://schemas.microsoft.com/office/drawing/2014/main" id="{6D99C9DA-788B-4DDF-AF10-3989348B1A9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43">
              <a:extLst>
                <a:ext uri="{FF2B5EF4-FFF2-40B4-BE49-F238E27FC236}">
                  <a16:creationId xmlns:a16="http://schemas.microsoft.com/office/drawing/2014/main" id="{81AA9266-AF61-4C5F-826F-9F03E25385B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44">
              <a:extLst>
                <a:ext uri="{FF2B5EF4-FFF2-40B4-BE49-F238E27FC236}">
                  <a16:creationId xmlns:a16="http://schemas.microsoft.com/office/drawing/2014/main" id="{5A4A6C35-F286-4124-ACCC-0C16582A9860}"/>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45">
              <a:extLst>
                <a:ext uri="{FF2B5EF4-FFF2-40B4-BE49-F238E27FC236}">
                  <a16:creationId xmlns:a16="http://schemas.microsoft.com/office/drawing/2014/main" id="{5554E6A0-81DE-45CC-9419-81F50B5892EB}"/>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46">
              <a:extLst>
                <a:ext uri="{FF2B5EF4-FFF2-40B4-BE49-F238E27FC236}">
                  <a16:creationId xmlns:a16="http://schemas.microsoft.com/office/drawing/2014/main" id="{55A1F73D-57E6-4F58-A1CB-8B3F7A186860}"/>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47">
              <a:extLst>
                <a:ext uri="{FF2B5EF4-FFF2-40B4-BE49-F238E27FC236}">
                  <a16:creationId xmlns:a16="http://schemas.microsoft.com/office/drawing/2014/main" id="{DA97FA1E-F10A-4713-97D3-764E7314CC1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48">
              <a:extLst>
                <a:ext uri="{FF2B5EF4-FFF2-40B4-BE49-F238E27FC236}">
                  <a16:creationId xmlns:a16="http://schemas.microsoft.com/office/drawing/2014/main" id="{04B7CAC2-328A-43BC-8B2B-B11B8C939669}"/>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749">
              <a:extLst>
                <a:ext uri="{FF2B5EF4-FFF2-40B4-BE49-F238E27FC236}">
                  <a16:creationId xmlns:a16="http://schemas.microsoft.com/office/drawing/2014/main" id="{E362FC38-9194-4C1B-8E2B-25B9BE12139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750">
              <a:extLst>
                <a:ext uri="{FF2B5EF4-FFF2-40B4-BE49-F238E27FC236}">
                  <a16:creationId xmlns:a16="http://schemas.microsoft.com/office/drawing/2014/main" id="{C1513352-19B2-4F7E-81B1-74B579F87BD8}"/>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751">
              <a:extLst>
                <a:ext uri="{FF2B5EF4-FFF2-40B4-BE49-F238E27FC236}">
                  <a16:creationId xmlns:a16="http://schemas.microsoft.com/office/drawing/2014/main" id="{89C33536-F868-406B-9D86-F773E9963513}"/>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752">
              <a:extLst>
                <a:ext uri="{FF2B5EF4-FFF2-40B4-BE49-F238E27FC236}">
                  <a16:creationId xmlns:a16="http://schemas.microsoft.com/office/drawing/2014/main" id="{F9FE997A-4FA2-41D4-900D-43265C4FE92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753">
              <a:extLst>
                <a:ext uri="{FF2B5EF4-FFF2-40B4-BE49-F238E27FC236}">
                  <a16:creationId xmlns:a16="http://schemas.microsoft.com/office/drawing/2014/main" id="{CE5606A5-6B0F-487E-85BE-78CF6DF6A583}"/>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754">
              <a:extLst>
                <a:ext uri="{FF2B5EF4-FFF2-40B4-BE49-F238E27FC236}">
                  <a16:creationId xmlns:a16="http://schemas.microsoft.com/office/drawing/2014/main" id="{BFFF74CC-CCE4-49A8-94AE-AC921A8E58CB}"/>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755">
              <a:extLst>
                <a:ext uri="{FF2B5EF4-FFF2-40B4-BE49-F238E27FC236}">
                  <a16:creationId xmlns:a16="http://schemas.microsoft.com/office/drawing/2014/main" id="{DCE5D807-5D29-4072-8BCC-07B68AAB65EF}"/>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756">
              <a:extLst>
                <a:ext uri="{FF2B5EF4-FFF2-40B4-BE49-F238E27FC236}">
                  <a16:creationId xmlns:a16="http://schemas.microsoft.com/office/drawing/2014/main" id="{9EFFB4F7-4511-4329-A42F-99B5385A39BC}"/>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757">
              <a:extLst>
                <a:ext uri="{FF2B5EF4-FFF2-40B4-BE49-F238E27FC236}">
                  <a16:creationId xmlns:a16="http://schemas.microsoft.com/office/drawing/2014/main" id="{FB9D82B6-1CB5-4258-97FB-41B9697C0561}"/>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758">
              <a:extLst>
                <a:ext uri="{FF2B5EF4-FFF2-40B4-BE49-F238E27FC236}">
                  <a16:creationId xmlns:a16="http://schemas.microsoft.com/office/drawing/2014/main" id="{608CC61D-1BB0-4FB3-950B-502726FB1B69}"/>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759">
              <a:extLst>
                <a:ext uri="{FF2B5EF4-FFF2-40B4-BE49-F238E27FC236}">
                  <a16:creationId xmlns:a16="http://schemas.microsoft.com/office/drawing/2014/main" id="{B389A7AD-3413-4ED4-9AFA-EDB8123DB164}"/>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760">
              <a:extLst>
                <a:ext uri="{FF2B5EF4-FFF2-40B4-BE49-F238E27FC236}">
                  <a16:creationId xmlns:a16="http://schemas.microsoft.com/office/drawing/2014/main" id="{E0028DC0-0A9C-4B05-AAE9-49DF995070D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761">
              <a:extLst>
                <a:ext uri="{FF2B5EF4-FFF2-40B4-BE49-F238E27FC236}">
                  <a16:creationId xmlns:a16="http://schemas.microsoft.com/office/drawing/2014/main" id="{101DCECF-C3C1-4A9E-AFEA-96764E41FFE7}"/>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762">
              <a:extLst>
                <a:ext uri="{FF2B5EF4-FFF2-40B4-BE49-F238E27FC236}">
                  <a16:creationId xmlns:a16="http://schemas.microsoft.com/office/drawing/2014/main" id="{0A0F3B64-D86C-49C4-91A1-272C8973ECFC}"/>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763">
              <a:extLst>
                <a:ext uri="{FF2B5EF4-FFF2-40B4-BE49-F238E27FC236}">
                  <a16:creationId xmlns:a16="http://schemas.microsoft.com/office/drawing/2014/main" id="{65152A8D-B5E7-4E1A-A1CE-43450A5EC6D5}"/>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4" name="Freeform 764">
              <a:extLst>
                <a:ext uri="{FF2B5EF4-FFF2-40B4-BE49-F238E27FC236}">
                  <a16:creationId xmlns:a16="http://schemas.microsoft.com/office/drawing/2014/main" id="{B0B2C3C9-0BB2-4656-9231-6EE735BE1D72}"/>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5" name="Freeform 765">
              <a:extLst>
                <a:ext uri="{FF2B5EF4-FFF2-40B4-BE49-F238E27FC236}">
                  <a16:creationId xmlns:a16="http://schemas.microsoft.com/office/drawing/2014/main" id="{E75A4444-EFC1-414B-A4B5-C0C556DB540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6" name="Freeform 766">
              <a:extLst>
                <a:ext uri="{FF2B5EF4-FFF2-40B4-BE49-F238E27FC236}">
                  <a16:creationId xmlns:a16="http://schemas.microsoft.com/office/drawing/2014/main" id="{9DCCCEB2-F0B3-4EC3-89DB-68D5661C902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7" name="Freeform 767">
              <a:extLst>
                <a:ext uri="{FF2B5EF4-FFF2-40B4-BE49-F238E27FC236}">
                  <a16:creationId xmlns:a16="http://schemas.microsoft.com/office/drawing/2014/main" id="{A9159C0C-8E30-41BC-A9A0-572A20A214C0}"/>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8" name="Freeform 768">
              <a:extLst>
                <a:ext uri="{FF2B5EF4-FFF2-40B4-BE49-F238E27FC236}">
                  <a16:creationId xmlns:a16="http://schemas.microsoft.com/office/drawing/2014/main" id="{5E73F7CF-CF83-483A-B742-1D29C360E4A0}"/>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9" name="Freeform 769">
              <a:extLst>
                <a:ext uri="{FF2B5EF4-FFF2-40B4-BE49-F238E27FC236}">
                  <a16:creationId xmlns:a16="http://schemas.microsoft.com/office/drawing/2014/main" id="{AA4D63DE-8E9F-49D5-8C1E-3EC73A406C6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0" name="Freeform 770">
              <a:extLst>
                <a:ext uri="{FF2B5EF4-FFF2-40B4-BE49-F238E27FC236}">
                  <a16:creationId xmlns:a16="http://schemas.microsoft.com/office/drawing/2014/main" id="{AB42D457-7762-4E98-BCB1-B2DFCFDCEC33}"/>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1" name="Freeform 771">
              <a:extLst>
                <a:ext uri="{FF2B5EF4-FFF2-40B4-BE49-F238E27FC236}">
                  <a16:creationId xmlns:a16="http://schemas.microsoft.com/office/drawing/2014/main" id="{E2C4A1D7-9602-42BA-A42B-06BDA3FCFC1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2" name="Freeform 772">
              <a:extLst>
                <a:ext uri="{FF2B5EF4-FFF2-40B4-BE49-F238E27FC236}">
                  <a16:creationId xmlns:a16="http://schemas.microsoft.com/office/drawing/2014/main" id="{50EBB689-7EE6-40B6-B1BE-CB8524AB957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3" name="Freeform 773">
              <a:extLst>
                <a:ext uri="{FF2B5EF4-FFF2-40B4-BE49-F238E27FC236}">
                  <a16:creationId xmlns:a16="http://schemas.microsoft.com/office/drawing/2014/main" id="{5DA70B26-E6AB-4364-BF71-7A7267A713B3}"/>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4" name="Freeform 774">
              <a:extLst>
                <a:ext uri="{FF2B5EF4-FFF2-40B4-BE49-F238E27FC236}">
                  <a16:creationId xmlns:a16="http://schemas.microsoft.com/office/drawing/2014/main" id="{5B4C107D-A436-4017-9DD4-5EB30CFD67C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5" name="Freeform 775">
              <a:extLst>
                <a:ext uri="{FF2B5EF4-FFF2-40B4-BE49-F238E27FC236}">
                  <a16:creationId xmlns:a16="http://schemas.microsoft.com/office/drawing/2014/main" id="{F5464365-1A16-4748-A1A4-F8138D9A8EA2}"/>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6" name="Freeform 776">
              <a:extLst>
                <a:ext uri="{FF2B5EF4-FFF2-40B4-BE49-F238E27FC236}">
                  <a16:creationId xmlns:a16="http://schemas.microsoft.com/office/drawing/2014/main" id="{53C8F0DB-03DF-4AEA-B0ED-1A8DDBA0FAF2}"/>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7" name="Freeform 777">
              <a:extLst>
                <a:ext uri="{FF2B5EF4-FFF2-40B4-BE49-F238E27FC236}">
                  <a16:creationId xmlns:a16="http://schemas.microsoft.com/office/drawing/2014/main" id="{8D7A68AF-D1D0-401E-9F42-76ED6C5A30BC}"/>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8" name="Freeform 778">
              <a:extLst>
                <a:ext uri="{FF2B5EF4-FFF2-40B4-BE49-F238E27FC236}">
                  <a16:creationId xmlns:a16="http://schemas.microsoft.com/office/drawing/2014/main" id="{D18A16C8-A969-4FE1-9DDD-C443F036F6F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9" name="Freeform 779">
              <a:extLst>
                <a:ext uri="{FF2B5EF4-FFF2-40B4-BE49-F238E27FC236}">
                  <a16:creationId xmlns:a16="http://schemas.microsoft.com/office/drawing/2014/main" id="{2E0F0BD5-DD83-4055-85FE-6C4E71D0CE5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0" name="Freeform 780">
              <a:extLst>
                <a:ext uri="{FF2B5EF4-FFF2-40B4-BE49-F238E27FC236}">
                  <a16:creationId xmlns:a16="http://schemas.microsoft.com/office/drawing/2014/main" id="{FC032757-79DA-4F63-954E-C5FA3E0C5DD6}"/>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1" name="Freeform 781">
              <a:extLst>
                <a:ext uri="{FF2B5EF4-FFF2-40B4-BE49-F238E27FC236}">
                  <a16:creationId xmlns:a16="http://schemas.microsoft.com/office/drawing/2014/main" id="{88933033-20AA-4CE2-BB86-A0CA00265036}"/>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2" name="Freeform 782">
              <a:extLst>
                <a:ext uri="{FF2B5EF4-FFF2-40B4-BE49-F238E27FC236}">
                  <a16:creationId xmlns:a16="http://schemas.microsoft.com/office/drawing/2014/main" id="{B5DD9CA8-F6CD-4019-A8E7-2960D41BA78B}"/>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3" name="Freeform 783">
              <a:extLst>
                <a:ext uri="{FF2B5EF4-FFF2-40B4-BE49-F238E27FC236}">
                  <a16:creationId xmlns:a16="http://schemas.microsoft.com/office/drawing/2014/main" id="{BB511AD7-6978-4C0D-9795-28752DE7689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4" name="Freeform 784">
              <a:extLst>
                <a:ext uri="{FF2B5EF4-FFF2-40B4-BE49-F238E27FC236}">
                  <a16:creationId xmlns:a16="http://schemas.microsoft.com/office/drawing/2014/main" id="{EEFFB8C9-62B2-4D3E-A0D3-163E958855A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5" name="Freeform 785">
              <a:extLst>
                <a:ext uri="{FF2B5EF4-FFF2-40B4-BE49-F238E27FC236}">
                  <a16:creationId xmlns:a16="http://schemas.microsoft.com/office/drawing/2014/main" id="{3429448E-9A7E-44A4-8B5E-E8C6575913D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6" name="Freeform 786">
              <a:extLst>
                <a:ext uri="{FF2B5EF4-FFF2-40B4-BE49-F238E27FC236}">
                  <a16:creationId xmlns:a16="http://schemas.microsoft.com/office/drawing/2014/main" id="{2D0DF9C2-A77E-4458-9561-401C4FD07287}"/>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7" name="Freeform 787">
              <a:extLst>
                <a:ext uri="{FF2B5EF4-FFF2-40B4-BE49-F238E27FC236}">
                  <a16:creationId xmlns:a16="http://schemas.microsoft.com/office/drawing/2014/main" id="{3B2ECE0C-1F3A-45E5-8C8B-37192973E6E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8" name="Freeform 788">
              <a:extLst>
                <a:ext uri="{FF2B5EF4-FFF2-40B4-BE49-F238E27FC236}">
                  <a16:creationId xmlns:a16="http://schemas.microsoft.com/office/drawing/2014/main" id="{52CCD996-D31D-429C-9426-0A9701C1D111}"/>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9" name="Freeform 789">
              <a:extLst>
                <a:ext uri="{FF2B5EF4-FFF2-40B4-BE49-F238E27FC236}">
                  <a16:creationId xmlns:a16="http://schemas.microsoft.com/office/drawing/2014/main" id="{69D2D661-4346-46F7-B440-616578242B7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0" name="Freeform 790">
              <a:extLst>
                <a:ext uri="{FF2B5EF4-FFF2-40B4-BE49-F238E27FC236}">
                  <a16:creationId xmlns:a16="http://schemas.microsoft.com/office/drawing/2014/main" id="{D3273536-CF16-4203-8CC4-C1E6BDD8954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1" name="Freeform 791">
              <a:extLst>
                <a:ext uri="{FF2B5EF4-FFF2-40B4-BE49-F238E27FC236}">
                  <a16:creationId xmlns:a16="http://schemas.microsoft.com/office/drawing/2014/main" id="{AD482CF2-A25E-4468-AEDA-C243742D65A6}"/>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2" name="Freeform 792">
              <a:extLst>
                <a:ext uri="{FF2B5EF4-FFF2-40B4-BE49-F238E27FC236}">
                  <a16:creationId xmlns:a16="http://schemas.microsoft.com/office/drawing/2014/main" id="{12FD0467-B2E5-472C-8DF8-E29110049A1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3" name="Freeform 793">
              <a:extLst>
                <a:ext uri="{FF2B5EF4-FFF2-40B4-BE49-F238E27FC236}">
                  <a16:creationId xmlns:a16="http://schemas.microsoft.com/office/drawing/2014/main" id="{9DECC6BF-FF89-4825-8642-9E40566FFE45}"/>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4" name="Freeform 794">
              <a:extLst>
                <a:ext uri="{FF2B5EF4-FFF2-40B4-BE49-F238E27FC236}">
                  <a16:creationId xmlns:a16="http://schemas.microsoft.com/office/drawing/2014/main" id="{C62F1476-0E59-4209-B62D-0720457EA1B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5" name="Freeform 795">
              <a:extLst>
                <a:ext uri="{FF2B5EF4-FFF2-40B4-BE49-F238E27FC236}">
                  <a16:creationId xmlns:a16="http://schemas.microsoft.com/office/drawing/2014/main" id="{87BD5297-3146-47E5-A775-40EC82944E5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6" name="Freeform 796">
              <a:extLst>
                <a:ext uri="{FF2B5EF4-FFF2-40B4-BE49-F238E27FC236}">
                  <a16:creationId xmlns:a16="http://schemas.microsoft.com/office/drawing/2014/main" id="{803579F1-5B42-44BD-9FFA-D93F0C48EADA}"/>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 name="Freeform 797">
              <a:extLst>
                <a:ext uri="{FF2B5EF4-FFF2-40B4-BE49-F238E27FC236}">
                  <a16:creationId xmlns:a16="http://schemas.microsoft.com/office/drawing/2014/main" id="{6CF00BB7-6352-470E-8E13-9BB62321F9A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 name="Freeform 798">
              <a:extLst>
                <a:ext uri="{FF2B5EF4-FFF2-40B4-BE49-F238E27FC236}">
                  <a16:creationId xmlns:a16="http://schemas.microsoft.com/office/drawing/2014/main" id="{28EF1C99-8718-4AA9-B795-41CBB632A12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 name="Freeform 799">
              <a:extLst>
                <a:ext uri="{FF2B5EF4-FFF2-40B4-BE49-F238E27FC236}">
                  <a16:creationId xmlns:a16="http://schemas.microsoft.com/office/drawing/2014/main" id="{CB2AEBDD-F617-4337-8215-A5F8501F1ECD}"/>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 name="Freeform 800">
              <a:extLst>
                <a:ext uri="{FF2B5EF4-FFF2-40B4-BE49-F238E27FC236}">
                  <a16:creationId xmlns:a16="http://schemas.microsoft.com/office/drawing/2014/main" id="{BB7B5684-25EC-4A91-AE7D-28A1844AAD6A}"/>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 name="Freeform 801">
              <a:extLst>
                <a:ext uri="{FF2B5EF4-FFF2-40B4-BE49-F238E27FC236}">
                  <a16:creationId xmlns:a16="http://schemas.microsoft.com/office/drawing/2014/main" id="{4A89A7B0-B152-4520-BA54-90416791CEA1}"/>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 name="Freeform 802">
              <a:extLst>
                <a:ext uri="{FF2B5EF4-FFF2-40B4-BE49-F238E27FC236}">
                  <a16:creationId xmlns:a16="http://schemas.microsoft.com/office/drawing/2014/main" id="{9841BE9F-7965-4A78-B72F-E178A5D5656E}"/>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 name="Freeform 803">
              <a:extLst>
                <a:ext uri="{FF2B5EF4-FFF2-40B4-BE49-F238E27FC236}">
                  <a16:creationId xmlns:a16="http://schemas.microsoft.com/office/drawing/2014/main" id="{7853BB01-37B8-4968-9900-4C73F79BADEE}"/>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 name="Freeform 804">
              <a:extLst>
                <a:ext uri="{FF2B5EF4-FFF2-40B4-BE49-F238E27FC236}">
                  <a16:creationId xmlns:a16="http://schemas.microsoft.com/office/drawing/2014/main" id="{3BAE373E-802A-4322-947E-60AD993E50C6}"/>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 name="Freeform 805">
              <a:extLst>
                <a:ext uri="{FF2B5EF4-FFF2-40B4-BE49-F238E27FC236}">
                  <a16:creationId xmlns:a16="http://schemas.microsoft.com/office/drawing/2014/main" id="{F9B78148-E200-4621-89BE-D7481040C8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 name="Freeform 806">
              <a:extLst>
                <a:ext uri="{FF2B5EF4-FFF2-40B4-BE49-F238E27FC236}">
                  <a16:creationId xmlns:a16="http://schemas.microsoft.com/office/drawing/2014/main" id="{065A8EA3-76A2-43AA-81A7-F6FB5837BC1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7" name="Freeform 807">
              <a:extLst>
                <a:ext uri="{FF2B5EF4-FFF2-40B4-BE49-F238E27FC236}">
                  <a16:creationId xmlns:a16="http://schemas.microsoft.com/office/drawing/2014/main" id="{E18D18CB-59C5-4A31-B851-F9CA7F90318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8" name="Freeform 808">
              <a:extLst>
                <a:ext uri="{FF2B5EF4-FFF2-40B4-BE49-F238E27FC236}">
                  <a16:creationId xmlns:a16="http://schemas.microsoft.com/office/drawing/2014/main" id="{D82962F5-20EC-48EC-8552-80817FC96CDE}"/>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9" name="Freeform 809">
              <a:extLst>
                <a:ext uri="{FF2B5EF4-FFF2-40B4-BE49-F238E27FC236}">
                  <a16:creationId xmlns:a16="http://schemas.microsoft.com/office/drawing/2014/main" id="{75670662-5848-4E6E-8650-8DE3CA36E746}"/>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0" name="Freeform 810">
              <a:extLst>
                <a:ext uri="{FF2B5EF4-FFF2-40B4-BE49-F238E27FC236}">
                  <a16:creationId xmlns:a16="http://schemas.microsoft.com/office/drawing/2014/main" id="{41903D8D-2CB2-45A6-9339-1F5B4BEDFF60}"/>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1" name="Freeform 811">
              <a:extLst>
                <a:ext uri="{FF2B5EF4-FFF2-40B4-BE49-F238E27FC236}">
                  <a16:creationId xmlns:a16="http://schemas.microsoft.com/office/drawing/2014/main" id="{7D748681-7BBD-4F83-9309-1DCF947BABD0}"/>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2" name="Freeform 812">
              <a:extLst>
                <a:ext uri="{FF2B5EF4-FFF2-40B4-BE49-F238E27FC236}">
                  <a16:creationId xmlns:a16="http://schemas.microsoft.com/office/drawing/2014/main" id="{309D7ED2-242C-4E4D-BACA-BB6C87001148}"/>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3" name="Freeform 813">
              <a:extLst>
                <a:ext uri="{FF2B5EF4-FFF2-40B4-BE49-F238E27FC236}">
                  <a16:creationId xmlns:a16="http://schemas.microsoft.com/office/drawing/2014/main" id="{F5E97F72-2C04-48BC-A4BF-CC058CC6EADC}"/>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4" name="Freeform 814">
              <a:extLst>
                <a:ext uri="{FF2B5EF4-FFF2-40B4-BE49-F238E27FC236}">
                  <a16:creationId xmlns:a16="http://schemas.microsoft.com/office/drawing/2014/main" id="{8A8514E6-0863-4CE6-9496-0A857744CB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grpSp>
        <p:nvGrpSpPr>
          <p:cNvPr id="326" name="Arrow">
            <a:extLst>
              <a:ext uri="{FF2B5EF4-FFF2-40B4-BE49-F238E27FC236}">
                <a16:creationId xmlns:a16="http://schemas.microsoft.com/office/drawing/2014/main" id="{056C3969-A751-44EE-A02C-0DF5F063382C}"/>
              </a:ext>
            </a:extLst>
          </p:cNvPr>
          <p:cNvGrpSpPr>
            <a:grpSpLocks noChangeAspect="1"/>
          </p:cNvGrpSpPr>
          <p:nvPr/>
        </p:nvGrpSpPr>
        <p:grpSpPr bwMode="auto">
          <a:xfrm rot="5400000">
            <a:off x="8306991" y="2300902"/>
            <a:ext cx="904172" cy="943180"/>
            <a:chOff x="1328" y="0"/>
            <a:chExt cx="3106" cy="3240"/>
          </a:xfrm>
          <a:solidFill>
            <a:srgbClr val="C00000">
              <a:alpha val="25000"/>
            </a:srgbClr>
          </a:solidFill>
        </p:grpSpPr>
        <p:sp>
          <p:nvSpPr>
            <p:cNvPr id="327" name="Freeform 716">
              <a:extLst>
                <a:ext uri="{FF2B5EF4-FFF2-40B4-BE49-F238E27FC236}">
                  <a16:creationId xmlns:a16="http://schemas.microsoft.com/office/drawing/2014/main" id="{2DBB117E-397F-4238-A4E5-420874C4746D}"/>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28" name="Freeform 717">
              <a:extLst>
                <a:ext uri="{FF2B5EF4-FFF2-40B4-BE49-F238E27FC236}">
                  <a16:creationId xmlns:a16="http://schemas.microsoft.com/office/drawing/2014/main" id="{EB1524D4-FE83-4154-ABF4-7799713F2450}"/>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29" name="Freeform 718">
              <a:extLst>
                <a:ext uri="{FF2B5EF4-FFF2-40B4-BE49-F238E27FC236}">
                  <a16:creationId xmlns:a16="http://schemas.microsoft.com/office/drawing/2014/main" id="{B9CE8515-EAE0-459B-8393-04E13ED7F293}"/>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0" name="Freeform 719">
              <a:extLst>
                <a:ext uri="{FF2B5EF4-FFF2-40B4-BE49-F238E27FC236}">
                  <a16:creationId xmlns:a16="http://schemas.microsoft.com/office/drawing/2014/main" id="{7F51FE01-F218-43C3-83EA-B6DDD4A42EB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1" name="Freeform 720">
              <a:extLst>
                <a:ext uri="{FF2B5EF4-FFF2-40B4-BE49-F238E27FC236}">
                  <a16:creationId xmlns:a16="http://schemas.microsoft.com/office/drawing/2014/main" id="{2C324003-DD88-4D89-9BC2-FCBD51B884AE}"/>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2" name="Freeform 721">
              <a:extLst>
                <a:ext uri="{FF2B5EF4-FFF2-40B4-BE49-F238E27FC236}">
                  <a16:creationId xmlns:a16="http://schemas.microsoft.com/office/drawing/2014/main" id="{418FB233-CB11-4C76-9C1A-6DB9B3E8B32F}"/>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3" name="Freeform 722">
              <a:extLst>
                <a:ext uri="{FF2B5EF4-FFF2-40B4-BE49-F238E27FC236}">
                  <a16:creationId xmlns:a16="http://schemas.microsoft.com/office/drawing/2014/main" id="{554A0019-C954-445B-872A-9D83C80F1574}"/>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4" name="Freeform 723">
              <a:extLst>
                <a:ext uri="{FF2B5EF4-FFF2-40B4-BE49-F238E27FC236}">
                  <a16:creationId xmlns:a16="http://schemas.microsoft.com/office/drawing/2014/main" id="{DE0C8A3A-1A70-4BB4-AF7F-25C788C5949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5" name="Freeform 724">
              <a:extLst>
                <a:ext uri="{FF2B5EF4-FFF2-40B4-BE49-F238E27FC236}">
                  <a16:creationId xmlns:a16="http://schemas.microsoft.com/office/drawing/2014/main" id="{D58446F9-2445-4813-8958-1E36543923E6}"/>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6" name="Freeform 725">
              <a:extLst>
                <a:ext uri="{FF2B5EF4-FFF2-40B4-BE49-F238E27FC236}">
                  <a16:creationId xmlns:a16="http://schemas.microsoft.com/office/drawing/2014/main" id="{DC1DFCD9-490A-4662-A95F-A1E7181D4B8A}"/>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7" name="Freeform 726">
              <a:extLst>
                <a:ext uri="{FF2B5EF4-FFF2-40B4-BE49-F238E27FC236}">
                  <a16:creationId xmlns:a16="http://schemas.microsoft.com/office/drawing/2014/main" id="{B3251587-0974-4E6F-8826-A9BCE872F05E}"/>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8" name="Freeform 727">
              <a:extLst>
                <a:ext uri="{FF2B5EF4-FFF2-40B4-BE49-F238E27FC236}">
                  <a16:creationId xmlns:a16="http://schemas.microsoft.com/office/drawing/2014/main" id="{CE574517-3E31-4442-AC10-4E76949B6A71}"/>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9" name="Freeform 728">
              <a:extLst>
                <a:ext uri="{FF2B5EF4-FFF2-40B4-BE49-F238E27FC236}">
                  <a16:creationId xmlns:a16="http://schemas.microsoft.com/office/drawing/2014/main" id="{D7EAB3E0-63DA-413B-BC00-37F478E4D8F0}"/>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0" name="Freeform 729">
              <a:extLst>
                <a:ext uri="{FF2B5EF4-FFF2-40B4-BE49-F238E27FC236}">
                  <a16:creationId xmlns:a16="http://schemas.microsoft.com/office/drawing/2014/main" id="{19AB9A58-A570-4237-AC88-AE8A6F66A0A5}"/>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1" name="Freeform 730">
              <a:extLst>
                <a:ext uri="{FF2B5EF4-FFF2-40B4-BE49-F238E27FC236}">
                  <a16:creationId xmlns:a16="http://schemas.microsoft.com/office/drawing/2014/main" id="{A7065BE1-4E03-446A-B8B8-8B860A08456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2" name="Freeform 731">
              <a:extLst>
                <a:ext uri="{FF2B5EF4-FFF2-40B4-BE49-F238E27FC236}">
                  <a16:creationId xmlns:a16="http://schemas.microsoft.com/office/drawing/2014/main" id="{D84D7FB6-7E69-4BE0-8D93-5A4596252344}"/>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3" name="Freeform 732">
              <a:extLst>
                <a:ext uri="{FF2B5EF4-FFF2-40B4-BE49-F238E27FC236}">
                  <a16:creationId xmlns:a16="http://schemas.microsoft.com/office/drawing/2014/main" id="{45B26F62-72B4-48AC-B893-2968F584CFE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4" name="Freeform 733">
              <a:extLst>
                <a:ext uri="{FF2B5EF4-FFF2-40B4-BE49-F238E27FC236}">
                  <a16:creationId xmlns:a16="http://schemas.microsoft.com/office/drawing/2014/main" id="{DE011B95-E93F-44AB-9F2A-C30938C87EE2}"/>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5" name="Freeform 734">
              <a:extLst>
                <a:ext uri="{FF2B5EF4-FFF2-40B4-BE49-F238E27FC236}">
                  <a16:creationId xmlns:a16="http://schemas.microsoft.com/office/drawing/2014/main" id="{C755E296-2FB5-4C95-94FF-1A1F4678C201}"/>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6" name="Freeform 735">
              <a:extLst>
                <a:ext uri="{FF2B5EF4-FFF2-40B4-BE49-F238E27FC236}">
                  <a16:creationId xmlns:a16="http://schemas.microsoft.com/office/drawing/2014/main" id="{08382E99-9D8D-498D-8748-A42A98742367}"/>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7" name="Freeform 736">
              <a:extLst>
                <a:ext uri="{FF2B5EF4-FFF2-40B4-BE49-F238E27FC236}">
                  <a16:creationId xmlns:a16="http://schemas.microsoft.com/office/drawing/2014/main" id="{FDC1DC66-B31E-40F8-A6A2-3DCC95161788}"/>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8" name="Freeform 737">
              <a:extLst>
                <a:ext uri="{FF2B5EF4-FFF2-40B4-BE49-F238E27FC236}">
                  <a16:creationId xmlns:a16="http://schemas.microsoft.com/office/drawing/2014/main" id="{84C9A41D-1E16-4E89-9CF6-AC78D7D2D193}"/>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9" name="Freeform 738">
              <a:extLst>
                <a:ext uri="{FF2B5EF4-FFF2-40B4-BE49-F238E27FC236}">
                  <a16:creationId xmlns:a16="http://schemas.microsoft.com/office/drawing/2014/main" id="{02741A4E-1C75-4A6F-A341-1D4F81D959F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0" name="Freeform 739">
              <a:extLst>
                <a:ext uri="{FF2B5EF4-FFF2-40B4-BE49-F238E27FC236}">
                  <a16:creationId xmlns:a16="http://schemas.microsoft.com/office/drawing/2014/main" id="{D63AE35D-D8BC-4692-BD50-D1C8305CA929}"/>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1" name="Freeform 740">
              <a:extLst>
                <a:ext uri="{FF2B5EF4-FFF2-40B4-BE49-F238E27FC236}">
                  <a16:creationId xmlns:a16="http://schemas.microsoft.com/office/drawing/2014/main" id="{4F09EF6B-18AD-49EE-8808-19C990659F2C}"/>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2" name="Freeform 741">
              <a:extLst>
                <a:ext uri="{FF2B5EF4-FFF2-40B4-BE49-F238E27FC236}">
                  <a16:creationId xmlns:a16="http://schemas.microsoft.com/office/drawing/2014/main" id="{26053319-4964-4F60-8E68-45D75586CD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3" name="Freeform 742">
              <a:extLst>
                <a:ext uri="{FF2B5EF4-FFF2-40B4-BE49-F238E27FC236}">
                  <a16:creationId xmlns:a16="http://schemas.microsoft.com/office/drawing/2014/main" id="{B9E77741-EF24-42F4-9F60-C4AD753C1E6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4" name="Freeform 743">
              <a:extLst>
                <a:ext uri="{FF2B5EF4-FFF2-40B4-BE49-F238E27FC236}">
                  <a16:creationId xmlns:a16="http://schemas.microsoft.com/office/drawing/2014/main" id="{6ED04FE7-FEF4-464B-88A0-8370361B6E8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5" name="Freeform 744">
              <a:extLst>
                <a:ext uri="{FF2B5EF4-FFF2-40B4-BE49-F238E27FC236}">
                  <a16:creationId xmlns:a16="http://schemas.microsoft.com/office/drawing/2014/main" id="{CC2BE5A9-2F52-4047-818B-E235A11471D7}"/>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6" name="Freeform 745">
              <a:extLst>
                <a:ext uri="{FF2B5EF4-FFF2-40B4-BE49-F238E27FC236}">
                  <a16:creationId xmlns:a16="http://schemas.microsoft.com/office/drawing/2014/main" id="{0264FB9F-0B65-4F41-B1F3-76E6C8D501E1}"/>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7" name="Freeform 746">
              <a:extLst>
                <a:ext uri="{FF2B5EF4-FFF2-40B4-BE49-F238E27FC236}">
                  <a16:creationId xmlns:a16="http://schemas.microsoft.com/office/drawing/2014/main" id="{F3D2E066-F6C9-40A1-8A3C-551AD0ED8C8C}"/>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8" name="Freeform 747">
              <a:extLst>
                <a:ext uri="{FF2B5EF4-FFF2-40B4-BE49-F238E27FC236}">
                  <a16:creationId xmlns:a16="http://schemas.microsoft.com/office/drawing/2014/main" id="{D90161A4-3FFF-4F94-89FB-65C3F3C2244C}"/>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9" name="Freeform 748">
              <a:extLst>
                <a:ext uri="{FF2B5EF4-FFF2-40B4-BE49-F238E27FC236}">
                  <a16:creationId xmlns:a16="http://schemas.microsoft.com/office/drawing/2014/main" id="{B3626079-46E7-4D10-A292-54CE12373A0C}"/>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0" name="Freeform 749">
              <a:extLst>
                <a:ext uri="{FF2B5EF4-FFF2-40B4-BE49-F238E27FC236}">
                  <a16:creationId xmlns:a16="http://schemas.microsoft.com/office/drawing/2014/main" id="{454B35F6-A276-48DD-B5FE-DA1AF91C8D0D}"/>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1" name="Freeform 750">
              <a:extLst>
                <a:ext uri="{FF2B5EF4-FFF2-40B4-BE49-F238E27FC236}">
                  <a16:creationId xmlns:a16="http://schemas.microsoft.com/office/drawing/2014/main" id="{01B9DAAF-41F3-49ED-A3CB-E7D72026F1F6}"/>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2" name="Freeform 751">
              <a:extLst>
                <a:ext uri="{FF2B5EF4-FFF2-40B4-BE49-F238E27FC236}">
                  <a16:creationId xmlns:a16="http://schemas.microsoft.com/office/drawing/2014/main" id="{9218766B-328E-4278-A2CA-31FB6C585A6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3" name="Freeform 752">
              <a:extLst>
                <a:ext uri="{FF2B5EF4-FFF2-40B4-BE49-F238E27FC236}">
                  <a16:creationId xmlns:a16="http://schemas.microsoft.com/office/drawing/2014/main" id="{3A5C3E7B-6F6E-4EF5-B7BF-97D4F8CD28D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4" name="Freeform 753">
              <a:extLst>
                <a:ext uri="{FF2B5EF4-FFF2-40B4-BE49-F238E27FC236}">
                  <a16:creationId xmlns:a16="http://schemas.microsoft.com/office/drawing/2014/main" id="{D42037DD-753A-432E-9A3B-2207032E4ECF}"/>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5" name="Freeform 754">
              <a:extLst>
                <a:ext uri="{FF2B5EF4-FFF2-40B4-BE49-F238E27FC236}">
                  <a16:creationId xmlns:a16="http://schemas.microsoft.com/office/drawing/2014/main" id="{C3748A86-604D-4B75-8668-734DC121A44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6" name="Freeform 755">
              <a:extLst>
                <a:ext uri="{FF2B5EF4-FFF2-40B4-BE49-F238E27FC236}">
                  <a16:creationId xmlns:a16="http://schemas.microsoft.com/office/drawing/2014/main" id="{AD3ABE86-FB2C-4E31-9AD6-A443654AE1B3}"/>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7" name="Freeform 756">
              <a:extLst>
                <a:ext uri="{FF2B5EF4-FFF2-40B4-BE49-F238E27FC236}">
                  <a16:creationId xmlns:a16="http://schemas.microsoft.com/office/drawing/2014/main" id="{C43422C6-C9C2-4F62-A93E-591F7F0689C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8" name="Freeform 757">
              <a:extLst>
                <a:ext uri="{FF2B5EF4-FFF2-40B4-BE49-F238E27FC236}">
                  <a16:creationId xmlns:a16="http://schemas.microsoft.com/office/drawing/2014/main" id="{844709BC-AC1C-4111-BFE6-E79662E8206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9" name="Freeform 758">
              <a:extLst>
                <a:ext uri="{FF2B5EF4-FFF2-40B4-BE49-F238E27FC236}">
                  <a16:creationId xmlns:a16="http://schemas.microsoft.com/office/drawing/2014/main" id="{24B94CEC-D288-49A6-A524-6EE1E190FFEE}"/>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0" name="Freeform 759">
              <a:extLst>
                <a:ext uri="{FF2B5EF4-FFF2-40B4-BE49-F238E27FC236}">
                  <a16:creationId xmlns:a16="http://schemas.microsoft.com/office/drawing/2014/main" id="{E46FBEE9-EDF0-40D7-9B11-36BF98FD57D9}"/>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1" name="Freeform 760">
              <a:extLst>
                <a:ext uri="{FF2B5EF4-FFF2-40B4-BE49-F238E27FC236}">
                  <a16:creationId xmlns:a16="http://schemas.microsoft.com/office/drawing/2014/main" id="{E50A0833-6372-40F7-BCCB-5DD50EF654C8}"/>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2" name="Freeform 761">
              <a:extLst>
                <a:ext uri="{FF2B5EF4-FFF2-40B4-BE49-F238E27FC236}">
                  <a16:creationId xmlns:a16="http://schemas.microsoft.com/office/drawing/2014/main" id="{B10CC0D9-5557-4207-8413-EDD4C2FB65BB}"/>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3" name="Freeform 762">
              <a:extLst>
                <a:ext uri="{FF2B5EF4-FFF2-40B4-BE49-F238E27FC236}">
                  <a16:creationId xmlns:a16="http://schemas.microsoft.com/office/drawing/2014/main" id="{972E8166-EA00-44D6-9A0F-A0C4034086D2}"/>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4" name="Freeform 763">
              <a:extLst>
                <a:ext uri="{FF2B5EF4-FFF2-40B4-BE49-F238E27FC236}">
                  <a16:creationId xmlns:a16="http://schemas.microsoft.com/office/drawing/2014/main" id="{D8E2A137-15FF-42A4-A331-1C8B3A4DD642}"/>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5" name="Freeform 764">
              <a:extLst>
                <a:ext uri="{FF2B5EF4-FFF2-40B4-BE49-F238E27FC236}">
                  <a16:creationId xmlns:a16="http://schemas.microsoft.com/office/drawing/2014/main" id="{5ED7DD79-2757-4EB0-993C-9C439A65C659}"/>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6" name="Freeform 765">
              <a:extLst>
                <a:ext uri="{FF2B5EF4-FFF2-40B4-BE49-F238E27FC236}">
                  <a16:creationId xmlns:a16="http://schemas.microsoft.com/office/drawing/2014/main" id="{B02F72C5-1175-47B9-8ECD-7AF25F4991B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7" name="Freeform 766">
              <a:extLst>
                <a:ext uri="{FF2B5EF4-FFF2-40B4-BE49-F238E27FC236}">
                  <a16:creationId xmlns:a16="http://schemas.microsoft.com/office/drawing/2014/main" id="{063CF99C-B8F4-44AD-AFE5-ABF070F4FD60}"/>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8" name="Freeform 767">
              <a:extLst>
                <a:ext uri="{FF2B5EF4-FFF2-40B4-BE49-F238E27FC236}">
                  <a16:creationId xmlns:a16="http://schemas.microsoft.com/office/drawing/2014/main" id="{10186CFE-4132-4116-A867-51605C6247F4}"/>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9" name="Freeform 768">
              <a:extLst>
                <a:ext uri="{FF2B5EF4-FFF2-40B4-BE49-F238E27FC236}">
                  <a16:creationId xmlns:a16="http://schemas.microsoft.com/office/drawing/2014/main" id="{CC4D8592-284C-4F0D-B625-186C400A654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0" name="Freeform 769">
              <a:extLst>
                <a:ext uri="{FF2B5EF4-FFF2-40B4-BE49-F238E27FC236}">
                  <a16:creationId xmlns:a16="http://schemas.microsoft.com/office/drawing/2014/main" id="{5189A0E1-818F-494E-8B11-91D3E73688F7}"/>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1" name="Freeform 770">
              <a:extLst>
                <a:ext uri="{FF2B5EF4-FFF2-40B4-BE49-F238E27FC236}">
                  <a16:creationId xmlns:a16="http://schemas.microsoft.com/office/drawing/2014/main" id="{7D1F32F4-C8A4-4B10-8EBD-309CD2A8BA3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2" name="Freeform 771">
              <a:extLst>
                <a:ext uri="{FF2B5EF4-FFF2-40B4-BE49-F238E27FC236}">
                  <a16:creationId xmlns:a16="http://schemas.microsoft.com/office/drawing/2014/main" id="{E5547E22-1143-47C3-A717-2993BF2EDDE3}"/>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3" name="Freeform 772">
              <a:extLst>
                <a:ext uri="{FF2B5EF4-FFF2-40B4-BE49-F238E27FC236}">
                  <a16:creationId xmlns:a16="http://schemas.microsoft.com/office/drawing/2014/main" id="{94548615-2E7E-4DD1-8BF5-BF251239A80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4" name="Freeform 773">
              <a:extLst>
                <a:ext uri="{FF2B5EF4-FFF2-40B4-BE49-F238E27FC236}">
                  <a16:creationId xmlns:a16="http://schemas.microsoft.com/office/drawing/2014/main" id="{5FFD6431-527A-4EAF-A9FF-57C79B3EBFC2}"/>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5" name="Freeform 774">
              <a:extLst>
                <a:ext uri="{FF2B5EF4-FFF2-40B4-BE49-F238E27FC236}">
                  <a16:creationId xmlns:a16="http://schemas.microsoft.com/office/drawing/2014/main" id="{8460A944-EBC3-4980-BCE5-F8EB001B822E}"/>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6" name="Freeform 775">
              <a:extLst>
                <a:ext uri="{FF2B5EF4-FFF2-40B4-BE49-F238E27FC236}">
                  <a16:creationId xmlns:a16="http://schemas.microsoft.com/office/drawing/2014/main" id="{A299FC54-89AB-49F1-AA70-08D76923D0B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7" name="Freeform 776">
              <a:extLst>
                <a:ext uri="{FF2B5EF4-FFF2-40B4-BE49-F238E27FC236}">
                  <a16:creationId xmlns:a16="http://schemas.microsoft.com/office/drawing/2014/main" id="{AF5549FC-09A2-42CA-981C-97A8DA2E0DFE}"/>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8" name="Freeform 777">
              <a:extLst>
                <a:ext uri="{FF2B5EF4-FFF2-40B4-BE49-F238E27FC236}">
                  <a16:creationId xmlns:a16="http://schemas.microsoft.com/office/drawing/2014/main" id="{4DAFA0BD-4070-4574-A62F-BC4E1DD226B0}"/>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9" name="Freeform 778">
              <a:extLst>
                <a:ext uri="{FF2B5EF4-FFF2-40B4-BE49-F238E27FC236}">
                  <a16:creationId xmlns:a16="http://schemas.microsoft.com/office/drawing/2014/main" id="{20BF71F4-944F-438C-8C2F-F65613407E4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0" name="Freeform 779">
              <a:extLst>
                <a:ext uri="{FF2B5EF4-FFF2-40B4-BE49-F238E27FC236}">
                  <a16:creationId xmlns:a16="http://schemas.microsoft.com/office/drawing/2014/main" id="{93644E1A-C9A9-422E-86AC-5D7086C16D17}"/>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1" name="Freeform 780">
              <a:extLst>
                <a:ext uri="{FF2B5EF4-FFF2-40B4-BE49-F238E27FC236}">
                  <a16:creationId xmlns:a16="http://schemas.microsoft.com/office/drawing/2014/main" id="{8B88B0D0-C8C6-4057-B798-9AD0FC5957C2}"/>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2" name="Freeform 781">
              <a:extLst>
                <a:ext uri="{FF2B5EF4-FFF2-40B4-BE49-F238E27FC236}">
                  <a16:creationId xmlns:a16="http://schemas.microsoft.com/office/drawing/2014/main" id="{C400BF7E-9A87-4F40-B3E5-A52FDBDA6A4D}"/>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3" name="Freeform 782">
              <a:extLst>
                <a:ext uri="{FF2B5EF4-FFF2-40B4-BE49-F238E27FC236}">
                  <a16:creationId xmlns:a16="http://schemas.microsoft.com/office/drawing/2014/main" id="{B7EF7EAA-2551-4715-9AA4-50AD6F0442F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4" name="Freeform 783">
              <a:extLst>
                <a:ext uri="{FF2B5EF4-FFF2-40B4-BE49-F238E27FC236}">
                  <a16:creationId xmlns:a16="http://schemas.microsoft.com/office/drawing/2014/main" id="{50B67B10-36E7-42F1-95EE-6B3563DA4608}"/>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5" name="Freeform 784">
              <a:extLst>
                <a:ext uri="{FF2B5EF4-FFF2-40B4-BE49-F238E27FC236}">
                  <a16:creationId xmlns:a16="http://schemas.microsoft.com/office/drawing/2014/main" id="{1C65B860-A16D-456A-A24F-F6F72C64F619}"/>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6" name="Freeform 785">
              <a:extLst>
                <a:ext uri="{FF2B5EF4-FFF2-40B4-BE49-F238E27FC236}">
                  <a16:creationId xmlns:a16="http://schemas.microsoft.com/office/drawing/2014/main" id="{E7806369-AD64-42E2-B921-F3ECCC4D2BC4}"/>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7" name="Freeform 786">
              <a:extLst>
                <a:ext uri="{FF2B5EF4-FFF2-40B4-BE49-F238E27FC236}">
                  <a16:creationId xmlns:a16="http://schemas.microsoft.com/office/drawing/2014/main" id="{3F80EC0E-F977-481A-AB41-CA5E38C14DC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8" name="Freeform 787">
              <a:extLst>
                <a:ext uri="{FF2B5EF4-FFF2-40B4-BE49-F238E27FC236}">
                  <a16:creationId xmlns:a16="http://schemas.microsoft.com/office/drawing/2014/main" id="{0E6A6A16-E3EB-4C80-B51C-9CAFFD22CBFE}"/>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9" name="Freeform 788">
              <a:extLst>
                <a:ext uri="{FF2B5EF4-FFF2-40B4-BE49-F238E27FC236}">
                  <a16:creationId xmlns:a16="http://schemas.microsoft.com/office/drawing/2014/main" id="{DF44680F-E3AE-4175-A4D1-32C7B5776903}"/>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0" name="Freeform 789">
              <a:extLst>
                <a:ext uri="{FF2B5EF4-FFF2-40B4-BE49-F238E27FC236}">
                  <a16:creationId xmlns:a16="http://schemas.microsoft.com/office/drawing/2014/main" id="{36B5638F-1667-4B2E-9197-0F8A6D11D05E}"/>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1" name="Freeform 790">
              <a:extLst>
                <a:ext uri="{FF2B5EF4-FFF2-40B4-BE49-F238E27FC236}">
                  <a16:creationId xmlns:a16="http://schemas.microsoft.com/office/drawing/2014/main" id="{6A5F982B-DD8E-4F83-9A12-334411680E0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2" name="Freeform 791">
              <a:extLst>
                <a:ext uri="{FF2B5EF4-FFF2-40B4-BE49-F238E27FC236}">
                  <a16:creationId xmlns:a16="http://schemas.microsoft.com/office/drawing/2014/main" id="{A39954AF-F352-4488-8E7C-FE949F0D619F}"/>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3" name="Freeform 792">
              <a:extLst>
                <a:ext uri="{FF2B5EF4-FFF2-40B4-BE49-F238E27FC236}">
                  <a16:creationId xmlns:a16="http://schemas.microsoft.com/office/drawing/2014/main" id="{F7CD90A1-193A-4ABB-A1FD-F0CFDF556B3B}"/>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4" name="Freeform 793">
              <a:extLst>
                <a:ext uri="{FF2B5EF4-FFF2-40B4-BE49-F238E27FC236}">
                  <a16:creationId xmlns:a16="http://schemas.microsoft.com/office/drawing/2014/main" id="{BD9927F6-6305-42BF-BEA6-89EC4842FC71}"/>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5" name="Freeform 794">
              <a:extLst>
                <a:ext uri="{FF2B5EF4-FFF2-40B4-BE49-F238E27FC236}">
                  <a16:creationId xmlns:a16="http://schemas.microsoft.com/office/drawing/2014/main" id="{3058876E-4239-4F22-848C-098C1A00B734}"/>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6" name="Freeform 795">
              <a:extLst>
                <a:ext uri="{FF2B5EF4-FFF2-40B4-BE49-F238E27FC236}">
                  <a16:creationId xmlns:a16="http://schemas.microsoft.com/office/drawing/2014/main" id="{C96E0FDA-9AD9-4EDB-B67C-A5A7FA8513B1}"/>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7" name="Freeform 796">
              <a:extLst>
                <a:ext uri="{FF2B5EF4-FFF2-40B4-BE49-F238E27FC236}">
                  <a16:creationId xmlns:a16="http://schemas.microsoft.com/office/drawing/2014/main" id="{5519C3D5-7024-4146-A31A-5173FC82F07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8" name="Freeform 797">
              <a:extLst>
                <a:ext uri="{FF2B5EF4-FFF2-40B4-BE49-F238E27FC236}">
                  <a16:creationId xmlns:a16="http://schemas.microsoft.com/office/drawing/2014/main" id="{275D30BD-3C7F-406F-A7D0-44EBB071AC4F}"/>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9" name="Freeform 798">
              <a:extLst>
                <a:ext uri="{FF2B5EF4-FFF2-40B4-BE49-F238E27FC236}">
                  <a16:creationId xmlns:a16="http://schemas.microsoft.com/office/drawing/2014/main" id="{D910B0EA-4C75-42D1-91CB-1C5DCF0E851C}"/>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0" name="Freeform 799">
              <a:extLst>
                <a:ext uri="{FF2B5EF4-FFF2-40B4-BE49-F238E27FC236}">
                  <a16:creationId xmlns:a16="http://schemas.microsoft.com/office/drawing/2014/main" id="{24809DD2-3017-40C7-95CF-A8EB08D7A96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1" name="Freeform 800">
              <a:extLst>
                <a:ext uri="{FF2B5EF4-FFF2-40B4-BE49-F238E27FC236}">
                  <a16:creationId xmlns:a16="http://schemas.microsoft.com/office/drawing/2014/main" id="{79DD7AD8-15B7-411D-B40F-C70C3EFA87D7}"/>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2" name="Freeform 801">
              <a:extLst>
                <a:ext uri="{FF2B5EF4-FFF2-40B4-BE49-F238E27FC236}">
                  <a16:creationId xmlns:a16="http://schemas.microsoft.com/office/drawing/2014/main" id="{9EDBB9C5-444A-4B1D-8551-1989EACD3AC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3" name="Freeform 802">
              <a:extLst>
                <a:ext uri="{FF2B5EF4-FFF2-40B4-BE49-F238E27FC236}">
                  <a16:creationId xmlns:a16="http://schemas.microsoft.com/office/drawing/2014/main" id="{3DAB08C2-615B-4D76-A174-4FD7BEFEADD4}"/>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4" name="Freeform 803">
              <a:extLst>
                <a:ext uri="{FF2B5EF4-FFF2-40B4-BE49-F238E27FC236}">
                  <a16:creationId xmlns:a16="http://schemas.microsoft.com/office/drawing/2014/main" id="{5437CE32-486E-4031-91E5-8A90017D5A1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5" name="Freeform 804">
              <a:extLst>
                <a:ext uri="{FF2B5EF4-FFF2-40B4-BE49-F238E27FC236}">
                  <a16:creationId xmlns:a16="http://schemas.microsoft.com/office/drawing/2014/main" id="{B6D4CCE6-F56C-40D0-B3DF-744C2E432BB1}"/>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6" name="Freeform 805">
              <a:extLst>
                <a:ext uri="{FF2B5EF4-FFF2-40B4-BE49-F238E27FC236}">
                  <a16:creationId xmlns:a16="http://schemas.microsoft.com/office/drawing/2014/main" id="{7E464AFC-69F0-4E68-968C-3A32089CAD52}"/>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7" name="Freeform 806">
              <a:extLst>
                <a:ext uri="{FF2B5EF4-FFF2-40B4-BE49-F238E27FC236}">
                  <a16:creationId xmlns:a16="http://schemas.microsoft.com/office/drawing/2014/main" id="{19035372-EEC5-493D-A842-DE07B80EFEBC}"/>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8" name="Freeform 807">
              <a:extLst>
                <a:ext uri="{FF2B5EF4-FFF2-40B4-BE49-F238E27FC236}">
                  <a16:creationId xmlns:a16="http://schemas.microsoft.com/office/drawing/2014/main" id="{97D1638D-B9A1-4312-B8F9-338EC98E8E4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9" name="Freeform 808">
              <a:extLst>
                <a:ext uri="{FF2B5EF4-FFF2-40B4-BE49-F238E27FC236}">
                  <a16:creationId xmlns:a16="http://schemas.microsoft.com/office/drawing/2014/main" id="{156E2DA1-642E-4974-BAAF-786FA7A16B5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0" name="Freeform 809">
              <a:extLst>
                <a:ext uri="{FF2B5EF4-FFF2-40B4-BE49-F238E27FC236}">
                  <a16:creationId xmlns:a16="http://schemas.microsoft.com/office/drawing/2014/main" id="{1C94B4FD-37CE-430F-9AA2-5EE4C83DDF19}"/>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1" name="Freeform 810">
              <a:extLst>
                <a:ext uri="{FF2B5EF4-FFF2-40B4-BE49-F238E27FC236}">
                  <a16:creationId xmlns:a16="http://schemas.microsoft.com/office/drawing/2014/main" id="{03FACBC3-704E-4100-B760-9B26901A344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2" name="Freeform 811">
              <a:extLst>
                <a:ext uri="{FF2B5EF4-FFF2-40B4-BE49-F238E27FC236}">
                  <a16:creationId xmlns:a16="http://schemas.microsoft.com/office/drawing/2014/main" id="{443BDD34-98E2-4A01-84B3-6E393A8DEE42}"/>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3" name="Freeform 812">
              <a:extLst>
                <a:ext uri="{FF2B5EF4-FFF2-40B4-BE49-F238E27FC236}">
                  <a16:creationId xmlns:a16="http://schemas.microsoft.com/office/drawing/2014/main" id="{0AE14E26-BB8E-4668-A261-51F5351BBAD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4" name="Freeform 813">
              <a:extLst>
                <a:ext uri="{FF2B5EF4-FFF2-40B4-BE49-F238E27FC236}">
                  <a16:creationId xmlns:a16="http://schemas.microsoft.com/office/drawing/2014/main" id="{35F64738-AE62-413E-8BFD-270432A783F5}"/>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5" name="Freeform 814">
              <a:extLst>
                <a:ext uri="{FF2B5EF4-FFF2-40B4-BE49-F238E27FC236}">
                  <a16:creationId xmlns:a16="http://schemas.microsoft.com/office/drawing/2014/main" id="{2492F6BB-F0B8-4AAD-91BF-A74B228F75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grpSp>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pic>
        <p:nvPicPr>
          <p:cNvPr id="2" name="Picture 1">
            <a:extLst>
              <a:ext uri="{FF2B5EF4-FFF2-40B4-BE49-F238E27FC236}">
                <a16:creationId xmlns:a16="http://schemas.microsoft.com/office/drawing/2014/main" id="{F499FDB2-253A-AD37-7850-4AA023DB9665}"/>
              </a:ext>
            </a:extLst>
          </p:cNvPr>
          <p:cNvPicPr>
            <a:picLocks noChangeAspect="1"/>
          </p:cNvPicPr>
          <p:nvPr/>
        </p:nvPicPr>
        <p:blipFill>
          <a:blip r:embed="rId7"/>
          <a:stretch>
            <a:fillRect/>
          </a:stretch>
        </p:blipFill>
        <p:spPr>
          <a:xfrm>
            <a:off x="1047099" y="4634230"/>
            <a:ext cx="3065371" cy="2042279"/>
          </a:xfrm>
          <a:prstGeom prst="rect">
            <a:avLst/>
          </a:prstGeom>
        </p:spPr>
      </p:pic>
      <p:pic>
        <p:nvPicPr>
          <p:cNvPr id="3" name="Picture 2">
            <a:extLst>
              <a:ext uri="{FF2B5EF4-FFF2-40B4-BE49-F238E27FC236}">
                <a16:creationId xmlns:a16="http://schemas.microsoft.com/office/drawing/2014/main" id="{BC88663A-C698-4704-BDD2-D375C6963D6B}"/>
              </a:ext>
            </a:extLst>
          </p:cNvPr>
          <p:cNvPicPr>
            <a:picLocks noChangeAspect="1"/>
          </p:cNvPicPr>
          <p:nvPr/>
        </p:nvPicPr>
        <p:blipFill>
          <a:blip r:embed="rId8"/>
          <a:stretch>
            <a:fillRect/>
          </a:stretch>
        </p:blipFill>
        <p:spPr>
          <a:xfrm>
            <a:off x="4927877" y="4033984"/>
            <a:ext cx="864316" cy="2684618"/>
          </a:xfrm>
          <a:prstGeom prst="rect">
            <a:avLst/>
          </a:prstGeom>
        </p:spPr>
      </p:pic>
      <p:sp>
        <p:nvSpPr>
          <p:cNvPr id="4" name="Red text">
            <a:extLst>
              <a:ext uri="{FF2B5EF4-FFF2-40B4-BE49-F238E27FC236}">
                <a16:creationId xmlns:a16="http://schemas.microsoft.com/office/drawing/2014/main" id="{2B18C8CF-DF30-67B1-A4B6-88DC023F623C}"/>
              </a:ext>
            </a:extLst>
          </p:cNvPr>
          <p:cNvSpPr txBox="1"/>
          <p:nvPr/>
        </p:nvSpPr>
        <p:spPr>
          <a:xfrm>
            <a:off x="9235033" y="2976828"/>
            <a:ext cx="3010840" cy="707886"/>
          </a:xfrm>
          <a:prstGeom prst="rect">
            <a:avLst/>
          </a:prstGeom>
          <a:noFill/>
        </p:spPr>
        <p:txBody>
          <a:bodyPr wrap="square" rtlCol="0">
            <a:spAutoFit/>
          </a:bodyPr>
          <a:lstStyle/>
          <a:p>
            <a:r>
              <a:rPr lang="en-US" sz="2000" dirty="0">
                <a:solidFill>
                  <a:srgbClr val="C00000">
                    <a:alpha val="25000"/>
                  </a:srgbClr>
                </a:solidFill>
                <a:latin typeface="Segoe Print" panose="02000600000000000000" pitchFamily="2" charset="0"/>
              </a:rPr>
              <a:t>Big promises</a:t>
            </a:r>
            <a:br>
              <a:rPr lang="en-US" sz="2000" dirty="0">
                <a:solidFill>
                  <a:srgbClr val="C00000">
                    <a:alpha val="25000"/>
                  </a:srgbClr>
                </a:solidFill>
                <a:latin typeface="Segoe Print" panose="02000600000000000000" pitchFamily="2" charset="0"/>
              </a:rPr>
            </a:br>
            <a:r>
              <a:rPr lang="en-US" sz="2000" dirty="0">
                <a:solidFill>
                  <a:srgbClr val="C00000">
                    <a:alpha val="25000"/>
                  </a:srgbClr>
                </a:solidFill>
                <a:latin typeface="Segoe Print" panose="02000600000000000000" pitchFamily="2" charset="0"/>
              </a:rPr>
              <a:t>Not quite there yet</a:t>
            </a:r>
          </a:p>
        </p:txBody>
      </p:sp>
      <p:pic>
        <p:nvPicPr>
          <p:cNvPr id="7" name="Picture 6">
            <a:extLst>
              <a:ext uri="{FF2B5EF4-FFF2-40B4-BE49-F238E27FC236}">
                <a16:creationId xmlns:a16="http://schemas.microsoft.com/office/drawing/2014/main" id="{D5DA2EDC-01F0-5192-6EFB-709F602CCEDA}"/>
              </a:ext>
            </a:extLst>
          </p:cNvPr>
          <p:cNvPicPr>
            <a:picLocks noChangeAspect="1"/>
          </p:cNvPicPr>
          <p:nvPr/>
        </p:nvPicPr>
        <p:blipFill>
          <a:blip r:embed="rId9"/>
          <a:stretch>
            <a:fillRect/>
          </a:stretch>
        </p:blipFill>
        <p:spPr>
          <a:xfrm>
            <a:off x="-826968" y="5442726"/>
            <a:ext cx="787619" cy="1485737"/>
          </a:xfrm>
          <a:prstGeom prst="rect">
            <a:avLst/>
          </a:prstGeom>
        </p:spPr>
      </p:pic>
      <p:sp>
        <p:nvSpPr>
          <p:cNvPr id="5" name="!!Header whiteout">
            <a:extLst>
              <a:ext uri="{FF2B5EF4-FFF2-40B4-BE49-F238E27FC236}">
                <a16:creationId xmlns:a16="http://schemas.microsoft.com/office/drawing/2014/main" id="{90296908-4F24-F9A3-E68E-D0361B1C3B24}"/>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A8B3E610-D806-DFE6-CA17-7F3CACCEB192}"/>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8656797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Wifi pic" descr="See the source image">
            <a:extLst>
              <a:ext uri="{FF2B5EF4-FFF2-40B4-BE49-F238E27FC236}">
                <a16:creationId xmlns:a16="http://schemas.microsoft.com/office/drawing/2014/main" id="{0A0B62E4-8B93-4E7B-9064-8E0FAED51C7C}"/>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12208458" y="1475901"/>
            <a:ext cx="675471" cy="824536"/>
          </a:xfrm>
          <a:prstGeom prst="rect">
            <a:avLst/>
          </a:prstGeom>
          <a:noFill/>
          <a:extLst>
            <a:ext uri="{909E8E84-426E-40DD-AFC4-6F175D3DCCD1}">
              <a14:hiddenFill xmlns:a14="http://schemas.microsoft.com/office/drawing/2010/main">
                <a:solidFill>
                  <a:srgbClr val="FFFFFF"/>
                </a:solidFill>
              </a14:hiddenFill>
            </a:ext>
          </a:extLst>
        </p:spPr>
      </p:pic>
      <p:pic>
        <p:nvPicPr>
          <p:cNvPr id="126" name="Zigbee pic" descr="See the source image">
            <a:extLst>
              <a:ext uri="{FF2B5EF4-FFF2-40B4-BE49-F238E27FC236}">
                <a16:creationId xmlns:a16="http://schemas.microsoft.com/office/drawing/2014/main" id="{042D25B5-EC94-4557-B2AF-166F9F70744D}"/>
              </a:ext>
            </a:extLst>
          </p:cNvPr>
          <p:cNvPicPr>
            <a:picLocks noChangeAspect="1" noChangeArrowheads="1"/>
          </p:cNvPicPr>
          <p:nvPr/>
        </p:nvPicPr>
        <p:blipFill>
          <a:blip r:embed="rId4" cstate="hqprint">
            <a:lum bright="70000" contrast="-70000"/>
            <a:extLst>
              <a:ext uri="{28A0092B-C50C-407E-A947-70E740481C1C}">
                <a14:useLocalDpi xmlns:a14="http://schemas.microsoft.com/office/drawing/2010/main"/>
              </a:ext>
            </a:extLst>
          </a:blip>
          <a:srcRect/>
          <a:stretch>
            <a:fillRect/>
          </a:stretch>
        </p:blipFill>
        <p:spPr bwMode="auto">
          <a:xfrm>
            <a:off x="2162336" y="1731547"/>
            <a:ext cx="2048933" cy="492224"/>
          </a:xfrm>
          <a:prstGeom prst="rect">
            <a:avLst/>
          </a:prstGeom>
          <a:noFill/>
          <a:extLst>
            <a:ext uri="{909E8E84-426E-40DD-AFC4-6F175D3DCCD1}">
              <a14:hiddenFill xmlns:a14="http://schemas.microsoft.com/office/drawing/2010/main">
                <a:solidFill>
                  <a:srgbClr val="FFFFFF"/>
                </a:solidFill>
              </a14:hiddenFill>
            </a:ext>
          </a:extLst>
        </p:spPr>
      </p:pic>
      <p:pic>
        <p:nvPicPr>
          <p:cNvPr id="127" name="ZWave pic">
            <a:extLst>
              <a:ext uri="{FF2B5EF4-FFF2-40B4-BE49-F238E27FC236}">
                <a16:creationId xmlns:a16="http://schemas.microsoft.com/office/drawing/2014/main" id="{FDB1C5A5-97DC-405B-ACC8-CFA428498657}"/>
              </a:ext>
            </a:extLst>
          </p:cNvPr>
          <p:cNvPicPr>
            <a:picLocks noChangeAspect="1"/>
          </p:cNvPicPr>
          <p:nvPr/>
        </p:nvPicPr>
        <p:blipFill>
          <a:blip r:embed="rId5" cstate="hqprint">
            <a:lum bright="70000" contrast="-70000"/>
            <a:extLst>
              <a:ext uri="{28A0092B-C50C-407E-A947-70E740481C1C}">
                <a14:useLocalDpi xmlns:a14="http://schemas.microsoft.com/office/drawing/2010/main"/>
              </a:ext>
            </a:extLst>
          </a:blip>
          <a:stretch>
            <a:fillRect/>
          </a:stretch>
        </p:blipFill>
        <p:spPr>
          <a:xfrm>
            <a:off x="5308651" y="1540169"/>
            <a:ext cx="1591677" cy="664877"/>
          </a:xfrm>
          <a:prstGeom prst="rect">
            <a:avLst/>
          </a:prstGeom>
        </p:spPr>
      </p:pic>
      <p:pic>
        <p:nvPicPr>
          <p:cNvPr id="128" name="Matter pic">
            <a:extLst>
              <a:ext uri="{FF2B5EF4-FFF2-40B4-BE49-F238E27FC236}">
                <a16:creationId xmlns:a16="http://schemas.microsoft.com/office/drawing/2014/main" id="{F1D1B884-2B1B-4960-9B33-E5AE87031CE1}"/>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7729646" y="1567219"/>
            <a:ext cx="2169328" cy="751385"/>
          </a:xfrm>
          <a:prstGeom prst="rect">
            <a:avLst/>
          </a:prstGeom>
        </p:spPr>
      </p:pic>
      <p:grpSp>
        <p:nvGrpSpPr>
          <p:cNvPr id="129" name="Arrow">
            <a:extLst>
              <a:ext uri="{FF2B5EF4-FFF2-40B4-BE49-F238E27FC236}">
                <a16:creationId xmlns:a16="http://schemas.microsoft.com/office/drawing/2014/main" id="{D7716C03-D54A-4460-8178-CAF52DA4D93E}"/>
              </a:ext>
            </a:extLst>
          </p:cNvPr>
          <p:cNvGrpSpPr>
            <a:grpSpLocks noChangeAspect="1"/>
          </p:cNvGrpSpPr>
          <p:nvPr/>
        </p:nvGrpSpPr>
        <p:grpSpPr bwMode="auto">
          <a:xfrm rot="5824999" flipH="1">
            <a:off x="3397708" y="3315257"/>
            <a:ext cx="904172" cy="943180"/>
            <a:chOff x="1328" y="0"/>
            <a:chExt cx="3106" cy="3240"/>
          </a:xfrm>
          <a:solidFill>
            <a:srgbClr val="C00000">
              <a:alpha val="25000"/>
            </a:srgbClr>
          </a:solidFill>
        </p:grpSpPr>
        <p:sp>
          <p:nvSpPr>
            <p:cNvPr id="130" name="Freeform 716">
              <a:extLst>
                <a:ext uri="{FF2B5EF4-FFF2-40B4-BE49-F238E27FC236}">
                  <a16:creationId xmlns:a16="http://schemas.microsoft.com/office/drawing/2014/main" id="{23E85CE4-650A-431B-A3DD-72C0B8E6D2B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17">
              <a:extLst>
                <a:ext uri="{FF2B5EF4-FFF2-40B4-BE49-F238E27FC236}">
                  <a16:creationId xmlns:a16="http://schemas.microsoft.com/office/drawing/2014/main" id="{26A85730-768F-4733-886E-FE8B6AE0FE85}"/>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18">
              <a:extLst>
                <a:ext uri="{FF2B5EF4-FFF2-40B4-BE49-F238E27FC236}">
                  <a16:creationId xmlns:a16="http://schemas.microsoft.com/office/drawing/2014/main" id="{DDFA3939-208C-4F78-AF6F-82E8A55F2E6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19">
              <a:extLst>
                <a:ext uri="{FF2B5EF4-FFF2-40B4-BE49-F238E27FC236}">
                  <a16:creationId xmlns:a16="http://schemas.microsoft.com/office/drawing/2014/main" id="{E82EEB88-244D-458C-AE0E-540C3376E3C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20">
              <a:extLst>
                <a:ext uri="{FF2B5EF4-FFF2-40B4-BE49-F238E27FC236}">
                  <a16:creationId xmlns:a16="http://schemas.microsoft.com/office/drawing/2014/main" id="{60106DF3-B66A-44FB-9EF2-91B18469645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21">
              <a:extLst>
                <a:ext uri="{FF2B5EF4-FFF2-40B4-BE49-F238E27FC236}">
                  <a16:creationId xmlns:a16="http://schemas.microsoft.com/office/drawing/2014/main" id="{307AA38E-B97B-45C2-AABA-7AC1629F756A}"/>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22">
              <a:extLst>
                <a:ext uri="{FF2B5EF4-FFF2-40B4-BE49-F238E27FC236}">
                  <a16:creationId xmlns:a16="http://schemas.microsoft.com/office/drawing/2014/main" id="{F00646F0-526E-441F-90A3-A879E95130A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23">
              <a:extLst>
                <a:ext uri="{FF2B5EF4-FFF2-40B4-BE49-F238E27FC236}">
                  <a16:creationId xmlns:a16="http://schemas.microsoft.com/office/drawing/2014/main" id="{13ED43B6-C752-43A3-92CC-EFB9ABD02B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24">
              <a:extLst>
                <a:ext uri="{FF2B5EF4-FFF2-40B4-BE49-F238E27FC236}">
                  <a16:creationId xmlns:a16="http://schemas.microsoft.com/office/drawing/2014/main" id="{E7EBFD23-63C5-4737-A490-2799B951C917}"/>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25">
              <a:extLst>
                <a:ext uri="{FF2B5EF4-FFF2-40B4-BE49-F238E27FC236}">
                  <a16:creationId xmlns:a16="http://schemas.microsoft.com/office/drawing/2014/main" id="{0A262656-C09F-4213-8205-D6E4597E61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1" name="Freeform 726">
              <a:extLst>
                <a:ext uri="{FF2B5EF4-FFF2-40B4-BE49-F238E27FC236}">
                  <a16:creationId xmlns:a16="http://schemas.microsoft.com/office/drawing/2014/main" id="{7A8356DD-5E21-4D14-9CCE-7406E7FC738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27">
              <a:extLst>
                <a:ext uri="{FF2B5EF4-FFF2-40B4-BE49-F238E27FC236}">
                  <a16:creationId xmlns:a16="http://schemas.microsoft.com/office/drawing/2014/main" id="{F059C968-41F9-4067-A6BE-7D9E2ABE70B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28">
              <a:extLst>
                <a:ext uri="{FF2B5EF4-FFF2-40B4-BE49-F238E27FC236}">
                  <a16:creationId xmlns:a16="http://schemas.microsoft.com/office/drawing/2014/main" id="{2DCA237C-4801-4ADC-8547-CFDF3F9DBB9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29">
              <a:extLst>
                <a:ext uri="{FF2B5EF4-FFF2-40B4-BE49-F238E27FC236}">
                  <a16:creationId xmlns:a16="http://schemas.microsoft.com/office/drawing/2014/main" id="{403CB60A-E410-412E-91BC-6C8CD15C8F82}"/>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30">
              <a:extLst>
                <a:ext uri="{FF2B5EF4-FFF2-40B4-BE49-F238E27FC236}">
                  <a16:creationId xmlns:a16="http://schemas.microsoft.com/office/drawing/2014/main" id="{3761E2C9-89CA-4901-8FFF-448C38D824D9}"/>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31">
              <a:extLst>
                <a:ext uri="{FF2B5EF4-FFF2-40B4-BE49-F238E27FC236}">
                  <a16:creationId xmlns:a16="http://schemas.microsoft.com/office/drawing/2014/main" id="{97F91C05-3629-4EC6-8101-000D85930130}"/>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32">
              <a:extLst>
                <a:ext uri="{FF2B5EF4-FFF2-40B4-BE49-F238E27FC236}">
                  <a16:creationId xmlns:a16="http://schemas.microsoft.com/office/drawing/2014/main" id="{CAB5C4EA-16FA-4DE1-8A1B-628BC9B4C5A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33">
              <a:extLst>
                <a:ext uri="{FF2B5EF4-FFF2-40B4-BE49-F238E27FC236}">
                  <a16:creationId xmlns:a16="http://schemas.microsoft.com/office/drawing/2014/main" id="{D619EA25-4381-4D3B-9A09-3002BB3C388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34">
              <a:extLst>
                <a:ext uri="{FF2B5EF4-FFF2-40B4-BE49-F238E27FC236}">
                  <a16:creationId xmlns:a16="http://schemas.microsoft.com/office/drawing/2014/main" id="{3B425AE5-87CC-4906-87C0-7E757477A504}"/>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35">
              <a:extLst>
                <a:ext uri="{FF2B5EF4-FFF2-40B4-BE49-F238E27FC236}">
                  <a16:creationId xmlns:a16="http://schemas.microsoft.com/office/drawing/2014/main" id="{154B8FD4-C380-4663-8C7C-F0B75FE7232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36">
              <a:extLst>
                <a:ext uri="{FF2B5EF4-FFF2-40B4-BE49-F238E27FC236}">
                  <a16:creationId xmlns:a16="http://schemas.microsoft.com/office/drawing/2014/main" id="{EA7E5A8D-2F59-45F9-980D-8407BD704F4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37">
              <a:extLst>
                <a:ext uri="{FF2B5EF4-FFF2-40B4-BE49-F238E27FC236}">
                  <a16:creationId xmlns:a16="http://schemas.microsoft.com/office/drawing/2014/main" id="{C8F5197E-736B-4CC6-86E5-E488AA271397}"/>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38">
              <a:extLst>
                <a:ext uri="{FF2B5EF4-FFF2-40B4-BE49-F238E27FC236}">
                  <a16:creationId xmlns:a16="http://schemas.microsoft.com/office/drawing/2014/main" id="{B7B5149F-63B9-49AA-A6F4-50F0DED7543F}"/>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39">
              <a:extLst>
                <a:ext uri="{FF2B5EF4-FFF2-40B4-BE49-F238E27FC236}">
                  <a16:creationId xmlns:a16="http://schemas.microsoft.com/office/drawing/2014/main" id="{D28E5B0C-36EC-4F72-AF82-D04D06B0C352}"/>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40">
              <a:extLst>
                <a:ext uri="{FF2B5EF4-FFF2-40B4-BE49-F238E27FC236}">
                  <a16:creationId xmlns:a16="http://schemas.microsoft.com/office/drawing/2014/main" id="{78F32C4B-F1A2-4D13-84D3-35CBDACABBD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41">
              <a:extLst>
                <a:ext uri="{FF2B5EF4-FFF2-40B4-BE49-F238E27FC236}">
                  <a16:creationId xmlns:a16="http://schemas.microsoft.com/office/drawing/2014/main" id="{21819441-4145-4B02-AF47-523E20D17A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42">
              <a:extLst>
                <a:ext uri="{FF2B5EF4-FFF2-40B4-BE49-F238E27FC236}">
                  <a16:creationId xmlns:a16="http://schemas.microsoft.com/office/drawing/2014/main" id="{7D5EA2A2-39A0-4C7C-9466-DF5C5991AC0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43">
              <a:extLst>
                <a:ext uri="{FF2B5EF4-FFF2-40B4-BE49-F238E27FC236}">
                  <a16:creationId xmlns:a16="http://schemas.microsoft.com/office/drawing/2014/main" id="{836AE5AC-766D-4409-98FA-14E80DF288A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44">
              <a:extLst>
                <a:ext uri="{FF2B5EF4-FFF2-40B4-BE49-F238E27FC236}">
                  <a16:creationId xmlns:a16="http://schemas.microsoft.com/office/drawing/2014/main" id="{C4EC19F9-CEED-47C6-A958-563F60DB1031}"/>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45">
              <a:extLst>
                <a:ext uri="{FF2B5EF4-FFF2-40B4-BE49-F238E27FC236}">
                  <a16:creationId xmlns:a16="http://schemas.microsoft.com/office/drawing/2014/main" id="{CB2C3852-1873-4319-89DA-C3658016F5F0}"/>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46">
              <a:extLst>
                <a:ext uri="{FF2B5EF4-FFF2-40B4-BE49-F238E27FC236}">
                  <a16:creationId xmlns:a16="http://schemas.microsoft.com/office/drawing/2014/main" id="{33CEDAEA-C3AF-48BB-917A-A31F0F6BA6A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47">
              <a:extLst>
                <a:ext uri="{FF2B5EF4-FFF2-40B4-BE49-F238E27FC236}">
                  <a16:creationId xmlns:a16="http://schemas.microsoft.com/office/drawing/2014/main" id="{805888A1-022F-44E0-A0F7-CF2CC56C27D3}"/>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48">
              <a:extLst>
                <a:ext uri="{FF2B5EF4-FFF2-40B4-BE49-F238E27FC236}">
                  <a16:creationId xmlns:a16="http://schemas.microsoft.com/office/drawing/2014/main" id="{E475B97E-0699-45B8-80C8-C16B72891FB8}"/>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49">
              <a:extLst>
                <a:ext uri="{FF2B5EF4-FFF2-40B4-BE49-F238E27FC236}">
                  <a16:creationId xmlns:a16="http://schemas.microsoft.com/office/drawing/2014/main" id="{2B1F65FC-F159-4FF6-BEAF-E2E1191C8557}"/>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50">
              <a:extLst>
                <a:ext uri="{FF2B5EF4-FFF2-40B4-BE49-F238E27FC236}">
                  <a16:creationId xmlns:a16="http://schemas.microsoft.com/office/drawing/2014/main" id="{79E425C0-1A35-4D50-B34A-B47E2B88EF02}"/>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51">
              <a:extLst>
                <a:ext uri="{FF2B5EF4-FFF2-40B4-BE49-F238E27FC236}">
                  <a16:creationId xmlns:a16="http://schemas.microsoft.com/office/drawing/2014/main" id="{8B5EA741-E746-4EE5-93A4-04C2DDF641C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52">
              <a:extLst>
                <a:ext uri="{FF2B5EF4-FFF2-40B4-BE49-F238E27FC236}">
                  <a16:creationId xmlns:a16="http://schemas.microsoft.com/office/drawing/2014/main" id="{D4FCB177-0899-4882-BAA6-971625C6BFC6}"/>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53">
              <a:extLst>
                <a:ext uri="{FF2B5EF4-FFF2-40B4-BE49-F238E27FC236}">
                  <a16:creationId xmlns:a16="http://schemas.microsoft.com/office/drawing/2014/main" id="{B00F75C0-CD62-4D78-B063-9A050219D73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54">
              <a:extLst>
                <a:ext uri="{FF2B5EF4-FFF2-40B4-BE49-F238E27FC236}">
                  <a16:creationId xmlns:a16="http://schemas.microsoft.com/office/drawing/2014/main" id="{7DDB357C-AD02-4977-9EC1-1234D8900DD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55">
              <a:extLst>
                <a:ext uri="{FF2B5EF4-FFF2-40B4-BE49-F238E27FC236}">
                  <a16:creationId xmlns:a16="http://schemas.microsoft.com/office/drawing/2014/main" id="{324CE8E4-868F-4970-AA2C-D656007C977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56">
              <a:extLst>
                <a:ext uri="{FF2B5EF4-FFF2-40B4-BE49-F238E27FC236}">
                  <a16:creationId xmlns:a16="http://schemas.microsoft.com/office/drawing/2014/main" id="{7086D4DF-7BF7-456F-9B01-786C3621B76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57">
              <a:extLst>
                <a:ext uri="{FF2B5EF4-FFF2-40B4-BE49-F238E27FC236}">
                  <a16:creationId xmlns:a16="http://schemas.microsoft.com/office/drawing/2014/main" id="{53082A77-5607-4857-8365-4B4753162E17}"/>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58">
              <a:extLst>
                <a:ext uri="{FF2B5EF4-FFF2-40B4-BE49-F238E27FC236}">
                  <a16:creationId xmlns:a16="http://schemas.microsoft.com/office/drawing/2014/main" id="{EEFB6E67-4299-4F61-BA09-179E72CCAA06}"/>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59">
              <a:extLst>
                <a:ext uri="{FF2B5EF4-FFF2-40B4-BE49-F238E27FC236}">
                  <a16:creationId xmlns:a16="http://schemas.microsoft.com/office/drawing/2014/main" id="{3BF4AB3D-54D2-479B-826B-54BCADB3FED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60">
              <a:extLst>
                <a:ext uri="{FF2B5EF4-FFF2-40B4-BE49-F238E27FC236}">
                  <a16:creationId xmlns:a16="http://schemas.microsoft.com/office/drawing/2014/main" id="{305D92C9-D34A-4B2C-B917-DD5D4439C64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61">
              <a:extLst>
                <a:ext uri="{FF2B5EF4-FFF2-40B4-BE49-F238E27FC236}">
                  <a16:creationId xmlns:a16="http://schemas.microsoft.com/office/drawing/2014/main" id="{42F6496F-0085-46B9-9689-B860732C3EED}"/>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62">
              <a:extLst>
                <a:ext uri="{FF2B5EF4-FFF2-40B4-BE49-F238E27FC236}">
                  <a16:creationId xmlns:a16="http://schemas.microsoft.com/office/drawing/2014/main" id="{ECCA2DF7-5202-4596-928D-60A23D017A43}"/>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63">
              <a:extLst>
                <a:ext uri="{FF2B5EF4-FFF2-40B4-BE49-F238E27FC236}">
                  <a16:creationId xmlns:a16="http://schemas.microsoft.com/office/drawing/2014/main" id="{361206E6-7465-4BBF-ACAD-1C7E0365E77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64">
              <a:extLst>
                <a:ext uri="{FF2B5EF4-FFF2-40B4-BE49-F238E27FC236}">
                  <a16:creationId xmlns:a16="http://schemas.microsoft.com/office/drawing/2014/main" id="{CE3E13DB-7553-44B1-BC64-3A34983AEAD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65">
              <a:extLst>
                <a:ext uri="{FF2B5EF4-FFF2-40B4-BE49-F238E27FC236}">
                  <a16:creationId xmlns:a16="http://schemas.microsoft.com/office/drawing/2014/main" id="{0B0EF2A3-D40B-4A24-B2BD-B1E3E120DF2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66">
              <a:extLst>
                <a:ext uri="{FF2B5EF4-FFF2-40B4-BE49-F238E27FC236}">
                  <a16:creationId xmlns:a16="http://schemas.microsoft.com/office/drawing/2014/main" id="{1EF72D41-5575-45CF-A115-54DC3698EA8C}"/>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67">
              <a:extLst>
                <a:ext uri="{FF2B5EF4-FFF2-40B4-BE49-F238E27FC236}">
                  <a16:creationId xmlns:a16="http://schemas.microsoft.com/office/drawing/2014/main" id="{E648BC80-0E0F-4808-88C2-DBF7437EF838}"/>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68">
              <a:extLst>
                <a:ext uri="{FF2B5EF4-FFF2-40B4-BE49-F238E27FC236}">
                  <a16:creationId xmlns:a16="http://schemas.microsoft.com/office/drawing/2014/main" id="{08CDEDD4-3625-456B-8A04-946289B87475}"/>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69">
              <a:extLst>
                <a:ext uri="{FF2B5EF4-FFF2-40B4-BE49-F238E27FC236}">
                  <a16:creationId xmlns:a16="http://schemas.microsoft.com/office/drawing/2014/main" id="{12FA01C1-6F33-4B89-8211-3A6B27ED6906}"/>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70">
              <a:extLst>
                <a:ext uri="{FF2B5EF4-FFF2-40B4-BE49-F238E27FC236}">
                  <a16:creationId xmlns:a16="http://schemas.microsoft.com/office/drawing/2014/main" id="{DD7A7B50-A44B-4B12-A69D-DDC6EFC251A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71">
              <a:extLst>
                <a:ext uri="{FF2B5EF4-FFF2-40B4-BE49-F238E27FC236}">
                  <a16:creationId xmlns:a16="http://schemas.microsoft.com/office/drawing/2014/main" id="{E835CC9F-D964-45CC-BCB9-FAA4A1CC249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72">
              <a:extLst>
                <a:ext uri="{FF2B5EF4-FFF2-40B4-BE49-F238E27FC236}">
                  <a16:creationId xmlns:a16="http://schemas.microsoft.com/office/drawing/2014/main" id="{1A2D2ADC-E6A1-4DC5-8BA7-2EC5330564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73">
              <a:extLst>
                <a:ext uri="{FF2B5EF4-FFF2-40B4-BE49-F238E27FC236}">
                  <a16:creationId xmlns:a16="http://schemas.microsoft.com/office/drawing/2014/main" id="{1787B974-34D7-41CD-A9F0-C54B8004D4E9}"/>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74">
              <a:extLst>
                <a:ext uri="{FF2B5EF4-FFF2-40B4-BE49-F238E27FC236}">
                  <a16:creationId xmlns:a16="http://schemas.microsoft.com/office/drawing/2014/main" id="{04E73674-C685-4B83-A6B3-184959AE1612}"/>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75">
              <a:extLst>
                <a:ext uri="{FF2B5EF4-FFF2-40B4-BE49-F238E27FC236}">
                  <a16:creationId xmlns:a16="http://schemas.microsoft.com/office/drawing/2014/main" id="{DF92DAF2-4919-4C21-A4CE-4F1F01536A8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76">
              <a:extLst>
                <a:ext uri="{FF2B5EF4-FFF2-40B4-BE49-F238E27FC236}">
                  <a16:creationId xmlns:a16="http://schemas.microsoft.com/office/drawing/2014/main" id="{4F5684A6-2E9E-4E06-A879-4C7C7E48FEA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77">
              <a:extLst>
                <a:ext uri="{FF2B5EF4-FFF2-40B4-BE49-F238E27FC236}">
                  <a16:creationId xmlns:a16="http://schemas.microsoft.com/office/drawing/2014/main" id="{F9389196-412D-4F01-BB77-D86C9F21308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78">
              <a:extLst>
                <a:ext uri="{FF2B5EF4-FFF2-40B4-BE49-F238E27FC236}">
                  <a16:creationId xmlns:a16="http://schemas.microsoft.com/office/drawing/2014/main" id="{E0CA2657-F6FE-4649-8119-07877CB2FFFF}"/>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79">
              <a:extLst>
                <a:ext uri="{FF2B5EF4-FFF2-40B4-BE49-F238E27FC236}">
                  <a16:creationId xmlns:a16="http://schemas.microsoft.com/office/drawing/2014/main" id="{D0D29C42-450B-4928-94B6-65C8C5B336CC}"/>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80">
              <a:extLst>
                <a:ext uri="{FF2B5EF4-FFF2-40B4-BE49-F238E27FC236}">
                  <a16:creationId xmlns:a16="http://schemas.microsoft.com/office/drawing/2014/main" id="{AC9CC9A7-A7CE-47E5-97B0-7F039063D915}"/>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81">
              <a:extLst>
                <a:ext uri="{FF2B5EF4-FFF2-40B4-BE49-F238E27FC236}">
                  <a16:creationId xmlns:a16="http://schemas.microsoft.com/office/drawing/2014/main" id="{2BFB9E47-EAF6-406C-9E69-0328CD1AD05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82">
              <a:extLst>
                <a:ext uri="{FF2B5EF4-FFF2-40B4-BE49-F238E27FC236}">
                  <a16:creationId xmlns:a16="http://schemas.microsoft.com/office/drawing/2014/main" id="{95C34BEA-E3E1-44F3-B4FC-889FBABB2F5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83">
              <a:extLst>
                <a:ext uri="{FF2B5EF4-FFF2-40B4-BE49-F238E27FC236}">
                  <a16:creationId xmlns:a16="http://schemas.microsoft.com/office/drawing/2014/main" id="{D9F93EC7-33A9-482C-B8B7-5B5EBBD9432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84">
              <a:extLst>
                <a:ext uri="{FF2B5EF4-FFF2-40B4-BE49-F238E27FC236}">
                  <a16:creationId xmlns:a16="http://schemas.microsoft.com/office/drawing/2014/main" id="{7C6E95E4-32BB-4132-A9B1-4FADEF86A14D}"/>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85">
              <a:extLst>
                <a:ext uri="{FF2B5EF4-FFF2-40B4-BE49-F238E27FC236}">
                  <a16:creationId xmlns:a16="http://schemas.microsoft.com/office/drawing/2014/main" id="{F7620738-F4AF-4C83-8AC3-7A77262C4E0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86">
              <a:extLst>
                <a:ext uri="{FF2B5EF4-FFF2-40B4-BE49-F238E27FC236}">
                  <a16:creationId xmlns:a16="http://schemas.microsoft.com/office/drawing/2014/main" id="{B5529BB2-C73C-4660-BB7E-CE4E5AC49D0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87">
              <a:extLst>
                <a:ext uri="{FF2B5EF4-FFF2-40B4-BE49-F238E27FC236}">
                  <a16:creationId xmlns:a16="http://schemas.microsoft.com/office/drawing/2014/main" id="{BB1D0BB7-AAC5-44FF-B29E-57AA53B7600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88">
              <a:extLst>
                <a:ext uri="{FF2B5EF4-FFF2-40B4-BE49-F238E27FC236}">
                  <a16:creationId xmlns:a16="http://schemas.microsoft.com/office/drawing/2014/main" id="{C7B67A52-553E-4017-B729-F80535443427}"/>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89">
              <a:extLst>
                <a:ext uri="{FF2B5EF4-FFF2-40B4-BE49-F238E27FC236}">
                  <a16:creationId xmlns:a16="http://schemas.microsoft.com/office/drawing/2014/main" id="{038AA719-404E-4F78-91AC-D6809A012EC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90">
              <a:extLst>
                <a:ext uri="{FF2B5EF4-FFF2-40B4-BE49-F238E27FC236}">
                  <a16:creationId xmlns:a16="http://schemas.microsoft.com/office/drawing/2014/main" id="{50EDA016-E600-4372-81F9-B51437487554}"/>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91">
              <a:extLst>
                <a:ext uri="{FF2B5EF4-FFF2-40B4-BE49-F238E27FC236}">
                  <a16:creationId xmlns:a16="http://schemas.microsoft.com/office/drawing/2014/main" id="{971BA61F-548A-44EA-B9D9-0791252DD30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92">
              <a:extLst>
                <a:ext uri="{FF2B5EF4-FFF2-40B4-BE49-F238E27FC236}">
                  <a16:creationId xmlns:a16="http://schemas.microsoft.com/office/drawing/2014/main" id="{0877FF3B-3247-492C-91C1-CA0F84D14A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93">
              <a:extLst>
                <a:ext uri="{FF2B5EF4-FFF2-40B4-BE49-F238E27FC236}">
                  <a16:creationId xmlns:a16="http://schemas.microsoft.com/office/drawing/2014/main" id="{3AF67FFA-CE46-4D1A-A34B-387353BAA5E3}"/>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94">
              <a:extLst>
                <a:ext uri="{FF2B5EF4-FFF2-40B4-BE49-F238E27FC236}">
                  <a16:creationId xmlns:a16="http://schemas.microsoft.com/office/drawing/2014/main" id="{51448D65-F363-4B4C-9FF2-2538E364F4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95">
              <a:extLst>
                <a:ext uri="{FF2B5EF4-FFF2-40B4-BE49-F238E27FC236}">
                  <a16:creationId xmlns:a16="http://schemas.microsoft.com/office/drawing/2014/main" id="{466C766C-64F9-48EC-AB8B-9FC08F86F6FC}"/>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96">
              <a:extLst>
                <a:ext uri="{FF2B5EF4-FFF2-40B4-BE49-F238E27FC236}">
                  <a16:creationId xmlns:a16="http://schemas.microsoft.com/office/drawing/2014/main" id="{81590008-9D28-4E9C-8134-821AAA842C3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97">
              <a:extLst>
                <a:ext uri="{FF2B5EF4-FFF2-40B4-BE49-F238E27FC236}">
                  <a16:creationId xmlns:a16="http://schemas.microsoft.com/office/drawing/2014/main" id="{C45EC691-62FE-4117-A8D9-D32C300C435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98">
              <a:extLst>
                <a:ext uri="{FF2B5EF4-FFF2-40B4-BE49-F238E27FC236}">
                  <a16:creationId xmlns:a16="http://schemas.microsoft.com/office/drawing/2014/main" id="{024D81C4-C259-482D-8E04-9C6FAD377B3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99">
              <a:extLst>
                <a:ext uri="{FF2B5EF4-FFF2-40B4-BE49-F238E27FC236}">
                  <a16:creationId xmlns:a16="http://schemas.microsoft.com/office/drawing/2014/main" id="{A47F1831-82EC-4541-AF3A-BCA85AD7A47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800">
              <a:extLst>
                <a:ext uri="{FF2B5EF4-FFF2-40B4-BE49-F238E27FC236}">
                  <a16:creationId xmlns:a16="http://schemas.microsoft.com/office/drawing/2014/main" id="{C32D5F90-E43F-4EF0-8C12-5C2AE7389E7E}"/>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6" name="Freeform 801">
              <a:extLst>
                <a:ext uri="{FF2B5EF4-FFF2-40B4-BE49-F238E27FC236}">
                  <a16:creationId xmlns:a16="http://schemas.microsoft.com/office/drawing/2014/main" id="{57DBB7E4-79EA-4D96-AB61-5AD5E64AE9C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802">
              <a:extLst>
                <a:ext uri="{FF2B5EF4-FFF2-40B4-BE49-F238E27FC236}">
                  <a16:creationId xmlns:a16="http://schemas.microsoft.com/office/drawing/2014/main" id="{C9715C07-1947-4588-A12D-EAFECFFCD10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803">
              <a:extLst>
                <a:ext uri="{FF2B5EF4-FFF2-40B4-BE49-F238E27FC236}">
                  <a16:creationId xmlns:a16="http://schemas.microsoft.com/office/drawing/2014/main" id="{6F9D2FC2-D45C-4AED-BCCE-FC996CC09A1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804">
              <a:extLst>
                <a:ext uri="{FF2B5EF4-FFF2-40B4-BE49-F238E27FC236}">
                  <a16:creationId xmlns:a16="http://schemas.microsoft.com/office/drawing/2014/main" id="{B080787B-5460-4AD1-B277-7DE43BBA6D3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805">
              <a:extLst>
                <a:ext uri="{FF2B5EF4-FFF2-40B4-BE49-F238E27FC236}">
                  <a16:creationId xmlns:a16="http://schemas.microsoft.com/office/drawing/2014/main" id="{F64066C8-88BF-49DA-9F4C-B5DDB529B739}"/>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806">
              <a:extLst>
                <a:ext uri="{FF2B5EF4-FFF2-40B4-BE49-F238E27FC236}">
                  <a16:creationId xmlns:a16="http://schemas.microsoft.com/office/drawing/2014/main" id="{968A8720-6BE7-484C-916E-5CF8742E3EE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807">
              <a:extLst>
                <a:ext uri="{FF2B5EF4-FFF2-40B4-BE49-F238E27FC236}">
                  <a16:creationId xmlns:a16="http://schemas.microsoft.com/office/drawing/2014/main" id="{3AF88C12-97C1-4077-8D14-0A0BA68DDDBC}"/>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808">
              <a:extLst>
                <a:ext uri="{FF2B5EF4-FFF2-40B4-BE49-F238E27FC236}">
                  <a16:creationId xmlns:a16="http://schemas.microsoft.com/office/drawing/2014/main" id="{10E9E76A-4C5F-4569-B3F4-60EED94C58BD}"/>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809">
              <a:extLst>
                <a:ext uri="{FF2B5EF4-FFF2-40B4-BE49-F238E27FC236}">
                  <a16:creationId xmlns:a16="http://schemas.microsoft.com/office/drawing/2014/main" id="{FAD20C02-A1F8-49E9-A962-BAEB5D36BF00}"/>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810">
              <a:extLst>
                <a:ext uri="{FF2B5EF4-FFF2-40B4-BE49-F238E27FC236}">
                  <a16:creationId xmlns:a16="http://schemas.microsoft.com/office/drawing/2014/main" id="{71B352AF-C17B-4860-BADB-F9CBB490091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811">
              <a:extLst>
                <a:ext uri="{FF2B5EF4-FFF2-40B4-BE49-F238E27FC236}">
                  <a16:creationId xmlns:a16="http://schemas.microsoft.com/office/drawing/2014/main" id="{E6F54109-B983-4B36-9E19-69C486E85DF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812">
              <a:extLst>
                <a:ext uri="{FF2B5EF4-FFF2-40B4-BE49-F238E27FC236}">
                  <a16:creationId xmlns:a16="http://schemas.microsoft.com/office/drawing/2014/main" id="{2C4F97C1-3148-4126-BEAA-7AC83BD05C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813">
              <a:extLst>
                <a:ext uri="{FF2B5EF4-FFF2-40B4-BE49-F238E27FC236}">
                  <a16:creationId xmlns:a16="http://schemas.microsoft.com/office/drawing/2014/main" id="{83F8C7B5-B48C-4ADC-8D23-C10C3B99A59B}"/>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814">
              <a:extLst>
                <a:ext uri="{FF2B5EF4-FFF2-40B4-BE49-F238E27FC236}">
                  <a16:creationId xmlns:a16="http://schemas.microsoft.com/office/drawing/2014/main" id="{B2EB69CE-CC54-404D-8058-BD8FB08C259B}"/>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30" name="Red text">
            <a:extLst>
              <a:ext uri="{FF2B5EF4-FFF2-40B4-BE49-F238E27FC236}">
                <a16:creationId xmlns:a16="http://schemas.microsoft.com/office/drawing/2014/main" id="{50BCA09B-3FAA-4E5B-810F-367ACE46A0A5}"/>
              </a:ext>
            </a:extLst>
          </p:cNvPr>
          <p:cNvSpPr txBox="1"/>
          <p:nvPr/>
        </p:nvSpPr>
        <p:spPr>
          <a:xfrm>
            <a:off x="3165600" y="2597384"/>
            <a:ext cx="3074748" cy="707886"/>
          </a:xfrm>
          <a:prstGeom prst="rect">
            <a:avLst/>
          </a:prstGeom>
          <a:noFill/>
        </p:spPr>
        <p:txBody>
          <a:bodyPr wrap="square" rtlCol="0">
            <a:spAutoFit/>
          </a:bodyPr>
          <a:lstStyle/>
          <a:p>
            <a:r>
              <a:rPr lang="en-US" sz="2000" dirty="0">
                <a:solidFill>
                  <a:srgbClr val="C00000">
                    <a:alpha val="25000"/>
                  </a:srgbClr>
                </a:solidFill>
                <a:latin typeface="Segoe Print" panose="02000600000000000000" pitchFamily="2" charset="0"/>
              </a:rPr>
              <a:t>Require a radio transmitter / receiver</a:t>
            </a:r>
          </a:p>
        </p:txBody>
      </p:sp>
      <p:grpSp>
        <p:nvGrpSpPr>
          <p:cNvPr id="120" name="Arrow">
            <a:extLst>
              <a:ext uri="{FF2B5EF4-FFF2-40B4-BE49-F238E27FC236}">
                <a16:creationId xmlns:a16="http://schemas.microsoft.com/office/drawing/2014/main" id="{10932469-87EB-4817-BE90-C1A943C24653}"/>
              </a:ext>
            </a:extLst>
          </p:cNvPr>
          <p:cNvGrpSpPr>
            <a:grpSpLocks noChangeAspect="1"/>
          </p:cNvGrpSpPr>
          <p:nvPr/>
        </p:nvGrpSpPr>
        <p:grpSpPr bwMode="auto">
          <a:xfrm rot="1587717" flipH="1">
            <a:off x="4225925" y="3581043"/>
            <a:ext cx="904172" cy="943180"/>
            <a:chOff x="1328" y="0"/>
            <a:chExt cx="3106" cy="3240"/>
          </a:xfrm>
          <a:solidFill>
            <a:srgbClr val="C00000">
              <a:alpha val="25000"/>
            </a:srgbClr>
          </a:solidFill>
        </p:grpSpPr>
        <p:sp>
          <p:nvSpPr>
            <p:cNvPr id="121" name="Freeform 716">
              <a:extLst>
                <a:ext uri="{FF2B5EF4-FFF2-40B4-BE49-F238E27FC236}">
                  <a16:creationId xmlns:a16="http://schemas.microsoft.com/office/drawing/2014/main" id="{23ADAAD5-DC0F-4069-B4FC-2A7D1744A85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717">
              <a:extLst>
                <a:ext uri="{FF2B5EF4-FFF2-40B4-BE49-F238E27FC236}">
                  <a16:creationId xmlns:a16="http://schemas.microsoft.com/office/drawing/2014/main" id="{63A8F335-A714-43BF-BA90-64AC56CB0D28}"/>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718">
              <a:extLst>
                <a:ext uri="{FF2B5EF4-FFF2-40B4-BE49-F238E27FC236}">
                  <a16:creationId xmlns:a16="http://schemas.microsoft.com/office/drawing/2014/main" id="{67A04F15-CEB4-4D6E-88D2-9DFA4AF38F76}"/>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719">
              <a:extLst>
                <a:ext uri="{FF2B5EF4-FFF2-40B4-BE49-F238E27FC236}">
                  <a16:creationId xmlns:a16="http://schemas.microsoft.com/office/drawing/2014/main" id="{E94A90C9-3CE0-40B1-9795-CF4876BE7384}"/>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20">
              <a:extLst>
                <a:ext uri="{FF2B5EF4-FFF2-40B4-BE49-F238E27FC236}">
                  <a16:creationId xmlns:a16="http://schemas.microsoft.com/office/drawing/2014/main" id="{68D9BF64-660A-4983-BC89-25DD743BAD1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721">
              <a:extLst>
                <a:ext uri="{FF2B5EF4-FFF2-40B4-BE49-F238E27FC236}">
                  <a16:creationId xmlns:a16="http://schemas.microsoft.com/office/drawing/2014/main" id="{65EDABFE-C2AF-41B7-B8ED-05C294B97AB1}"/>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22">
              <a:extLst>
                <a:ext uri="{FF2B5EF4-FFF2-40B4-BE49-F238E27FC236}">
                  <a16:creationId xmlns:a16="http://schemas.microsoft.com/office/drawing/2014/main" id="{74B6C3E8-97F9-4594-84FF-859361399AEF}"/>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23">
              <a:extLst>
                <a:ext uri="{FF2B5EF4-FFF2-40B4-BE49-F238E27FC236}">
                  <a16:creationId xmlns:a16="http://schemas.microsoft.com/office/drawing/2014/main" id="{4240B772-EBE3-43C1-ABEE-6B37937DF90A}"/>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24">
              <a:extLst>
                <a:ext uri="{FF2B5EF4-FFF2-40B4-BE49-F238E27FC236}">
                  <a16:creationId xmlns:a16="http://schemas.microsoft.com/office/drawing/2014/main" id="{EBB4AB8E-E2D4-4315-A88F-85303DBFEA45}"/>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25">
              <a:extLst>
                <a:ext uri="{FF2B5EF4-FFF2-40B4-BE49-F238E27FC236}">
                  <a16:creationId xmlns:a16="http://schemas.microsoft.com/office/drawing/2014/main" id="{1B5A90F7-EA1F-4A24-B0BC-27BE46C731DB}"/>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26">
              <a:extLst>
                <a:ext uri="{FF2B5EF4-FFF2-40B4-BE49-F238E27FC236}">
                  <a16:creationId xmlns:a16="http://schemas.microsoft.com/office/drawing/2014/main" id="{BB9BDF38-5E83-4413-8118-D12B5A08A981}"/>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27">
              <a:extLst>
                <a:ext uri="{FF2B5EF4-FFF2-40B4-BE49-F238E27FC236}">
                  <a16:creationId xmlns:a16="http://schemas.microsoft.com/office/drawing/2014/main" id="{1E3BF51A-7CBA-43D4-9103-DF182FB1E19E}"/>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28">
              <a:extLst>
                <a:ext uri="{FF2B5EF4-FFF2-40B4-BE49-F238E27FC236}">
                  <a16:creationId xmlns:a16="http://schemas.microsoft.com/office/drawing/2014/main" id="{7AFA05C3-E2B1-43D5-8D62-06761B673DEF}"/>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29">
              <a:extLst>
                <a:ext uri="{FF2B5EF4-FFF2-40B4-BE49-F238E27FC236}">
                  <a16:creationId xmlns:a16="http://schemas.microsoft.com/office/drawing/2014/main" id="{EFE5A3C5-3FF6-4E08-B473-E45C0F7512FD}"/>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30">
              <a:extLst>
                <a:ext uri="{FF2B5EF4-FFF2-40B4-BE49-F238E27FC236}">
                  <a16:creationId xmlns:a16="http://schemas.microsoft.com/office/drawing/2014/main" id="{26B46A0C-72E3-4E1B-B98B-B3A382C0983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31">
              <a:extLst>
                <a:ext uri="{FF2B5EF4-FFF2-40B4-BE49-F238E27FC236}">
                  <a16:creationId xmlns:a16="http://schemas.microsoft.com/office/drawing/2014/main" id="{3DEB44A6-75C4-4A4F-BB7A-4000B231EB6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32">
              <a:extLst>
                <a:ext uri="{FF2B5EF4-FFF2-40B4-BE49-F238E27FC236}">
                  <a16:creationId xmlns:a16="http://schemas.microsoft.com/office/drawing/2014/main" id="{64A3238F-7B45-4226-93F1-25EC856D96B2}"/>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33">
              <a:extLst>
                <a:ext uri="{FF2B5EF4-FFF2-40B4-BE49-F238E27FC236}">
                  <a16:creationId xmlns:a16="http://schemas.microsoft.com/office/drawing/2014/main" id="{67398EF4-B45B-4293-91F0-C25776954EE3}"/>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34">
              <a:extLst>
                <a:ext uri="{FF2B5EF4-FFF2-40B4-BE49-F238E27FC236}">
                  <a16:creationId xmlns:a16="http://schemas.microsoft.com/office/drawing/2014/main" id="{5DF2D6CA-1F6A-4F9A-8A20-692CF3EE3F5D}"/>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35">
              <a:extLst>
                <a:ext uri="{FF2B5EF4-FFF2-40B4-BE49-F238E27FC236}">
                  <a16:creationId xmlns:a16="http://schemas.microsoft.com/office/drawing/2014/main" id="{D2522C74-C2BC-4A3C-8B61-E20547FA6F9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36">
              <a:extLst>
                <a:ext uri="{FF2B5EF4-FFF2-40B4-BE49-F238E27FC236}">
                  <a16:creationId xmlns:a16="http://schemas.microsoft.com/office/drawing/2014/main" id="{3ABCB9A4-A083-48DA-A8C1-7417CDC9A02A}"/>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37">
              <a:extLst>
                <a:ext uri="{FF2B5EF4-FFF2-40B4-BE49-F238E27FC236}">
                  <a16:creationId xmlns:a16="http://schemas.microsoft.com/office/drawing/2014/main" id="{DB2716C7-23A2-411E-924B-D52DD08796E8}"/>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38">
              <a:extLst>
                <a:ext uri="{FF2B5EF4-FFF2-40B4-BE49-F238E27FC236}">
                  <a16:creationId xmlns:a16="http://schemas.microsoft.com/office/drawing/2014/main" id="{228304F1-D81D-4F79-9195-8655A0A02EBC}"/>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39">
              <a:extLst>
                <a:ext uri="{FF2B5EF4-FFF2-40B4-BE49-F238E27FC236}">
                  <a16:creationId xmlns:a16="http://schemas.microsoft.com/office/drawing/2014/main" id="{296F4DAE-838C-49CB-849C-36307ADC077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40">
              <a:extLst>
                <a:ext uri="{FF2B5EF4-FFF2-40B4-BE49-F238E27FC236}">
                  <a16:creationId xmlns:a16="http://schemas.microsoft.com/office/drawing/2014/main" id="{60973832-0AA4-4E20-9973-D46B92F35F58}"/>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41">
              <a:extLst>
                <a:ext uri="{FF2B5EF4-FFF2-40B4-BE49-F238E27FC236}">
                  <a16:creationId xmlns:a16="http://schemas.microsoft.com/office/drawing/2014/main" id="{91E33599-B674-4F31-BD94-A8440AA6EE30}"/>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42">
              <a:extLst>
                <a:ext uri="{FF2B5EF4-FFF2-40B4-BE49-F238E27FC236}">
                  <a16:creationId xmlns:a16="http://schemas.microsoft.com/office/drawing/2014/main" id="{6D99C9DA-788B-4DDF-AF10-3989348B1A9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43">
              <a:extLst>
                <a:ext uri="{FF2B5EF4-FFF2-40B4-BE49-F238E27FC236}">
                  <a16:creationId xmlns:a16="http://schemas.microsoft.com/office/drawing/2014/main" id="{81AA9266-AF61-4C5F-826F-9F03E25385B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44">
              <a:extLst>
                <a:ext uri="{FF2B5EF4-FFF2-40B4-BE49-F238E27FC236}">
                  <a16:creationId xmlns:a16="http://schemas.microsoft.com/office/drawing/2014/main" id="{5A4A6C35-F286-4124-ACCC-0C16582A9860}"/>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45">
              <a:extLst>
                <a:ext uri="{FF2B5EF4-FFF2-40B4-BE49-F238E27FC236}">
                  <a16:creationId xmlns:a16="http://schemas.microsoft.com/office/drawing/2014/main" id="{5554E6A0-81DE-45CC-9419-81F50B5892EB}"/>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46">
              <a:extLst>
                <a:ext uri="{FF2B5EF4-FFF2-40B4-BE49-F238E27FC236}">
                  <a16:creationId xmlns:a16="http://schemas.microsoft.com/office/drawing/2014/main" id="{55A1F73D-57E6-4F58-A1CB-8B3F7A186860}"/>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47">
              <a:extLst>
                <a:ext uri="{FF2B5EF4-FFF2-40B4-BE49-F238E27FC236}">
                  <a16:creationId xmlns:a16="http://schemas.microsoft.com/office/drawing/2014/main" id="{DA97FA1E-F10A-4713-97D3-764E7314CC1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48">
              <a:extLst>
                <a:ext uri="{FF2B5EF4-FFF2-40B4-BE49-F238E27FC236}">
                  <a16:creationId xmlns:a16="http://schemas.microsoft.com/office/drawing/2014/main" id="{04B7CAC2-328A-43BC-8B2B-B11B8C939669}"/>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749">
              <a:extLst>
                <a:ext uri="{FF2B5EF4-FFF2-40B4-BE49-F238E27FC236}">
                  <a16:creationId xmlns:a16="http://schemas.microsoft.com/office/drawing/2014/main" id="{E362FC38-9194-4C1B-8E2B-25B9BE12139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750">
              <a:extLst>
                <a:ext uri="{FF2B5EF4-FFF2-40B4-BE49-F238E27FC236}">
                  <a16:creationId xmlns:a16="http://schemas.microsoft.com/office/drawing/2014/main" id="{C1513352-19B2-4F7E-81B1-74B579F87BD8}"/>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751">
              <a:extLst>
                <a:ext uri="{FF2B5EF4-FFF2-40B4-BE49-F238E27FC236}">
                  <a16:creationId xmlns:a16="http://schemas.microsoft.com/office/drawing/2014/main" id="{89C33536-F868-406B-9D86-F773E9963513}"/>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752">
              <a:extLst>
                <a:ext uri="{FF2B5EF4-FFF2-40B4-BE49-F238E27FC236}">
                  <a16:creationId xmlns:a16="http://schemas.microsoft.com/office/drawing/2014/main" id="{F9FE997A-4FA2-41D4-900D-43265C4FE92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753">
              <a:extLst>
                <a:ext uri="{FF2B5EF4-FFF2-40B4-BE49-F238E27FC236}">
                  <a16:creationId xmlns:a16="http://schemas.microsoft.com/office/drawing/2014/main" id="{CE5606A5-6B0F-487E-85BE-78CF6DF6A583}"/>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754">
              <a:extLst>
                <a:ext uri="{FF2B5EF4-FFF2-40B4-BE49-F238E27FC236}">
                  <a16:creationId xmlns:a16="http://schemas.microsoft.com/office/drawing/2014/main" id="{BFFF74CC-CCE4-49A8-94AE-AC921A8E58CB}"/>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755">
              <a:extLst>
                <a:ext uri="{FF2B5EF4-FFF2-40B4-BE49-F238E27FC236}">
                  <a16:creationId xmlns:a16="http://schemas.microsoft.com/office/drawing/2014/main" id="{DCE5D807-5D29-4072-8BCC-07B68AAB65EF}"/>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756">
              <a:extLst>
                <a:ext uri="{FF2B5EF4-FFF2-40B4-BE49-F238E27FC236}">
                  <a16:creationId xmlns:a16="http://schemas.microsoft.com/office/drawing/2014/main" id="{9EFFB4F7-4511-4329-A42F-99B5385A39BC}"/>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757">
              <a:extLst>
                <a:ext uri="{FF2B5EF4-FFF2-40B4-BE49-F238E27FC236}">
                  <a16:creationId xmlns:a16="http://schemas.microsoft.com/office/drawing/2014/main" id="{FB9D82B6-1CB5-4258-97FB-41B9697C0561}"/>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758">
              <a:extLst>
                <a:ext uri="{FF2B5EF4-FFF2-40B4-BE49-F238E27FC236}">
                  <a16:creationId xmlns:a16="http://schemas.microsoft.com/office/drawing/2014/main" id="{608CC61D-1BB0-4FB3-950B-502726FB1B69}"/>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759">
              <a:extLst>
                <a:ext uri="{FF2B5EF4-FFF2-40B4-BE49-F238E27FC236}">
                  <a16:creationId xmlns:a16="http://schemas.microsoft.com/office/drawing/2014/main" id="{B389A7AD-3413-4ED4-9AFA-EDB8123DB164}"/>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760">
              <a:extLst>
                <a:ext uri="{FF2B5EF4-FFF2-40B4-BE49-F238E27FC236}">
                  <a16:creationId xmlns:a16="http://schemas.microsoft.com/office/drawing/2014/main" id="{E0028DC0-0A9C-4B05-AAE9-49DF995070DD}"/>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761">
              <a:extLst>
                <a:ext uri="{FF2B5EF4-FFF2-40B4-BE49-F238E27FC236}">
                  <a16:creationId xmlns:a16="http://schemas.microsoft.com/office/drawing/2014/main" id="{101DCECF-C3C1-4A9E-AFEA-96764E41FFE7}"/>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762">
              <a:extLst>
                <a:ext uri="{FF2B5EF4-FFF2-40B4-BE49-F238E27FC236}">
                  <a16:creationId xmlns:a16="http://schemas.microsoft.com/office/drawing/2014/main" id="{0A0F3B64-D86C-49C4-91A1-272C8973ECFC}"/>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763">
              <a:extLst>
                <a:ext uri="{FF2B5EF4-FFF2-40B4-BE49-F238E27FC236}">
                  <a16:creationId xmlns:a16="http://schemas.microsoft.com/office/drawing/2014/main" id="{65152A8D-B5E7-4E1A-A1CE-43450A5EC6D5}"/>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4" name="Freeform 764">
              <a:extLst>
                <a:ext uri="{FF2B5EF4-FFF2-40B4-BE49-F238E27FC236}">
                  <a16:creationId xmlns:a16="http://schemas.microsoft.com/office/drawing/2014/main" id="{B0B2C3C9-0BB2-4656-9231-6EE735BE1D72}"/>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5" name="Freeform 765">
              <a:extLst>
                <a:ext uri="{FF2B5EF4-FFF2-40B4-BE49-F238E27FC236}">
                  <a16:creationId xmlns:a16="http://schemas.microsoft.com/office/drawing/2014/main" id="{E75A4444-EFC1-414B-A4B5-C0C556DB540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6" name="Freeform 766">
              <a:extLst>
                <a:ext uri="{FF2B5EF4-FFF2-40B4-BE49-F238E27FC236}">
                  <a16:creationId xmlns:a16="http://schemas.microsoft.com/office/drawing/2014/main" id="{9DCCCEB2-F0B3-4EC3-89DB-68D5661C902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7" name="Freeform 767">
              <a:extLst>
                <a:ext uri="{FF2B5EF4-FFF2-40B4-BE49-F238E27FC236}">
                  <a16:creationId xmlns:a16="http://schemas.microsoft.com/office/drawing/2014/main" id="{A9159C0C-8E30-41BC-A9A0-572A20A214C0}"/>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8" name="Freeform 768">
              <a:extLst>
                <a:ext uri="{FF2B5EF4-FFF2-40B4-BE49-F238E27FC236}">
                  <a16:creationId xmlns:a16="http://schemas.microsoft.com/office/drawing/2014/main" id="{5E73F7CF-CF83-483A-B742-1D29C360E4A0}"/>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9" name="Freeform 769">
              <a:extLst>
                <a:ext uri="{FF2B5EF4-FFF2-40B4-BE49-F238E27FC236}">
                  <a16:creationId xmlns:a16="http://schemas.microsoft.com/office/drawing/2014/main" id="{AA4D63DE-8E9F-49D5-8C1E-3EC73A406C6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0" name="Freeform 770">
              <a:extLst>
                <a:ext uri="{FF2B5EF4-FFF2-40B4-BE49-F238E27FC236}">
                  <a16:creationId xmlns:a16="http://schemas.microsoft.com/office/drawing/2014/main" id="{AB42D457-7762-4E98-BCB1-B2DFCFDCEC33}"/>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1" name="Freeform 771">
              <a:extLst>
                <a:ext uri="{FF2B5EF4-FFF2-40B4-BE49-F238E27FC236}">
                  <a16:creationId xmlns:a16="http://schemas.microsoft.com/office/drawing/2014/main" id="{E2C4A1D7-9602-42BA-A42B-06BDA3FCFC1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2" name="Freeform 772">
              <a:extLst>
                <a:ext uri="{FF2B5EF4-FFF2-40B4-BE49-F238E27FC236}">
                  <a16:creationId xmlns:a16="http://schemas.microsoft.com/office/drawing/2014/main" id="{50EBB689-7EE6-40B6-B1BE-CB8524AB9571}"/>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3" name="Freeform 773">
              <a:extLst>
                <a:ext uri="{FF2B5EF4-FFF2-40B4-BE49-F238E27FC236}">
                  <a16:creationId xmlns:a16="http://schemas.microsoft.com/office/drawing/2014/main" id="{5DA70B26-E6AB-4364-BF71-7A7267A713B3}"/>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4" name="Freeform 774">
              <a:extLst>
                <a:ext uri="{FF2B5EF4-FFF2-40B4-BE49-F238E27FC236}">
                  <a16:creationId xmlns:a16="http://schemas.microsoft.com/office/drawing/2014/main" id="{5B4C107D-A436-4017-9DD4-5EB30CFD67C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5" name="Freeform 775">
              <a:extLst>
                <a:ext uri="{FF2B5EF4-FFF2-40B4-BE49-F238E27FC236}">
                  <a16:creationId xmlns:a16="http://schemas.microsoft.com/office/drawing/2014/main" id="{F5464365-1A16-4748-A1A4-F8138D9A8EA2}"/>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6" name="Freeform 776">
              <a:extLst>
                <a:ext uri="{FF2B5EF4-FFF2-40B4-BE49-F238E27FC236}">
                  <a16:creationId xmlns:a16="http://schemas.microsoft.com/office/drawing/2014/main" id="{53C8F0DB-03DF-4AEA-B0ED-1A8DDBA0FAF2}"/>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7" name="Freeform 777">
              <a:extLst>
                <a:ext uri="{FF2B5EF4-FFF2-40B4-BE49-F238E27FC236}">
                  <a16:creationId xmlns:a16="http://schemas.microsoft.com/office/drawing/2014/main" id="{8D7A68AF-D1D0-401E-9F42-76ED6C5A30BC}"/>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8" name="Freeform 778">
              <a:extLst>
                <a:ext uri="{FF2B5EF4-FFF2-40B4-BE49-F238E27FC236}">
                  <a16:creationId xmlns:a16="http://schemas.microsoft.com/office/drawing/2014/main" id="{D18A16C8-A969-4FE1-9DDD-C443F036F6F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9" name="Freeform 779">
              <a:extLst>
                <a:ext uri="{FF2B5EF4-FFF2-40B4-BE49-F238E27FC236}">
                  <a16:creationId xmlns:a16="http://schemas.microsoft.com/office/drawing/2014/main" id="{2E0F0BD5-DD83-4055-85FE-6C4E71D0CE5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0" name="Freeform 780">
              <a:extLst>
                <a:ext uri="{FF2B5EF4-FFF2-40B4-BE49-F238E27FC236}">
                  <a16:creationId xmlns:a16="http://schemas.microsoft.com/office/drawing/2014/main" id="{FC032757-79DA-4F63-954E-C5FA3E0C5DD6}"/>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1" name="Freeform 781">
              <a:extLst>
                <a:ext uri="{FF2B5EF4-FFF2-40B4-BE49-F238E27FC236}">
                  <a16:creationId xmlns:a16="http://schemas.microsoft.com/office/drawing/2014/main" id="{88933033-20AA-4CE2-BB86-A0CA00265036}"/>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2" name="Freeform 782">
              <a:extLst>
                <a:ext uri="{FF2B5EF4-FFF2-40B4-BE49-F238E27FC236}">
                  <a16:creationId xmlns:a16="http://schemas.microsoft.com/office/drawing/2014/main" id="{B5DD9CA8-F6CD-4019-A8E7-2960D41BA78B}"/>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3" name="Freeform 783">
              <a:extLst>
                <a:ext uri="{FF2B5EF4-FFF2-40B4-BE49-F238E27FC236}">
                  <a16:creationId xmlns:a16="http://schemas.microsoft.com/office/drawing/2014/main" id="{BB511AD7-6978-4C0D-9795-28752DE7689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4" name="Freeform 784">
              <a:extLst>
                <a:ext uri="{FF2B5EF4-FFF2-40B4-BE49-F238E27FC236}">
                  <a16:creationId xmlns:a16="http://schemas.microsoft.com/office/drawing/2014/main" id="{EEFFB8C9-62B2-4D3E-A0D3-163E958855A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5" name="Freeform 785">
              <a:extLst>
                <a:ext uri="{FF2B5EF4-FFF2-40B4-BE49-F238E27FC236}">
                  <a16:creationId xmlns:a16="http://schemas.microsoft.com/office/drawing/2014/main" id="{3429448E-9A7E-44A4-8B5E-E8C6575913D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6" name="Freeform 786">
              <a:extLst>
                <a:ext uri="{FF2B5EF4-FFF2-40B4-BE49-F238E27FC236}">
                  <a16:creationId xmlns:a16="http://schemas.microsoft.com/office/drawing/2014/main" id="{2D0DF9C2-A77E-4458-9561-401C4FD07287}"/>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7" name="Freeform 787">
              <a:extLst>
                <a:ext uri="{FF2B5EF4-FFF2-40B4-BE49-F238E27FC236}">
                  <a16:creationId xmlns:a16="http://schemas.microsoft.com/office/drawing/2014/main" id="{3B2ECE0C-1F3A-45E5-8C8B-37192973E6E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8" name="Freeform 788">
              <a:extLst>
                <a:ext uri="{FF2B5EF4-FFF2-40B4-BE49-F238E27FC236}">
                  <a16:creationId xmlns:a16="http://schemas.microsoft.com/office/drawing/2014/main" id="{52CCD996-D31D-429C-9426-0A9701C1D111}"/>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9" name="Freeform 789">
              <a:extLst>
                <a:ext uri="{FF2B5EF4-FFF2-40B4-BE49-F238E27FC236}">
                  <a16:creationId xmlns:a16="http://schemas.microsoft.com/office/drawing/2014/main" id="{69D2D661-4346-46F7-B440-616578242B79}"/>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0" name="Freeform 790">
              <a:extLst>
                <a:ext uri="{FF2B5EF4-FFF2-40B4-BE49-F238E27FC236}">
                  <a16:creationId xmlns:a16="http://schemas.microsoft.com/office/drawing/2014/main" id="{D3273536-CF16-4203-8CC4-C1E6BDD89542}"/>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1" name="Freeform 791">
              <a:extLst>
                <a:ext uri="{FF2B5EF4-FFF2-40B4-BE49-F238E27FC236}">
                  <a16:creationId xmlns:a16="http://schemas.microsoft.com/office/drawing/2014/main" id="{AD482CF2-A25E-4468-AEDA-C243742D65A6}"/>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2" name="Freeform 792">
              <a:extLst>
                <a:ext uri="{FF2B5EF4-FFF2-40B4-BE49-F238E27FC236}">
                  <a16:creationId xmlns:a16="http://schemas.microsoft.com/office/drawing/2014/main" id="{12FD0467-B2E5-472C-8DF8-E29110049A1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3" name="Freeform 793">
              <a:extLst>
                <a:ext uri="{FF2B5EF4-FFF2-40B4-BE49-F238E27FC236}">
                  <a16:creationId xmlns:a16="http://schemas.microsoft.com/office/drawing/2014/main" id="{9DECC6BF-FF89-4825-8642-9E40566FFE45}"/>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4" name="Freeform 794">
              <a:extLst>
                <a:ext uri="{FF2B5EF4-FFF2-40B4-BE49-F238E27FC236}">
                  <a16:creationId xmlns:a16="http://schemas.microsoft.com/office/drawing/2014/main" id="{C62F1476-0E59-4209-B62D-0720457EA1B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5" name="Freeform 795">
              <a:extLst>
                <a:ext uri="{FF2B5EF4-FFF2-40B4-BE49-F238E27FC236}">
                  <a16:creationId xmlns:a16="http://schemas.microsoft.com/office/drawing/2014/main" id="{87BD5297-3146-47E5-A775-40EC82944E5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6" name="Freeform 796">
              <a:extLst>
                <a:ext uri="{FF2B5EF4-FFF2-40B4-BE49-F238E27FC236}">
                  <a16:creationId xmlns:a16="http://schemas.microsoft.com/office/drawing/2014/main" id="{803579F1-5B42-44BD-9FFA-D93F0C48EADA}"/>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7" name="Freeform 797">
              <a:extLst>
                <a:ext uri="{FF2B5EF4-FFF2-40B4-BE49-F238E27FC236}">
                  <a16:creationId xmlns:a16="http://schemas.microsoft.com/office/drawing/2014/main" id="{6CF00BB7-6352-470E-8E13-9BB62321F9A9}"/>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8" name="Freeform 798">
              <a:extLst>
                <a:ext uri="{FF2B5EF4-FFF2-40B4-BE49-F238E27FC236}">
                  <a16:creationId xmlns:a16="http://schemas.microsoft.com/office/drawing/2014/main" id="{28EF1C99-8718-4AA9-B795-41CBB632A12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9" name="Freeform 799">
              <a:extLst>
                <a:ext uri="{FF2B5EF4-FFF2-40B4-BE49-F238E27FC236}">
                  <a16:creationId xmlns:a16="http://schemas.microsoft.com/office/drawing/2014/main" id="{CB2AEBDD-F617-4337-8215-A5F8501F1ECD}"/>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0" name="Freeform 800">
              <a:extLst>
                <a:ext uri="{FF2B5EF4-FFF2-40B4-BE49-F238E27FC236}">
                  <a16:creationId xmlns:a16="http://schemas.microsoft.com/office/drawing/2014/main" id="{BB7B5684-25EC-4A91-AE7D-28A1844AAD6A}"/>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1" name="Freeform 801">
              <a:extLst>
                <a:ext uri="{FF2B5EF4-FFF2-40B4-BE49-F238E27FC236}">
                  <a16:creationId xmlns:a16="http://schemas.microsoft.com/office/drawing/2014/main" id="{4A89A7B0-B152-4520-BA54-90416791CEA1}"/>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2" name="Freeform 802">
              <a:extLst>
                <a:ext uri="{FF2B5EF4-FFF2-40B4-BE49-F238E27FC236}">
                  <a16:creationId xmlns:a16="http://schemas.microsoft.com/office/drawing/2014/main" id="{9841BE9F-7965-4A78-B72F-E178A5D5656E}"/>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3" name="Freeform 803">
              <a:extLst>
                <a:ext uri="{FF2B5EF4-FFF2-40B4-BE49-F238E27FC236}">
                  <a16:creationId xmlns:a16="http://schemas.microsoft.com/office/drawing/2014/main" id="{7853BB01-37B8-4968-9900-4C73F79BADEE}"/>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4" name="Freeform 804">
              <a:extLst>
                <a:ext uri="{FF2B5EF4-FFF2-40B4-BE49-F238E27FC236}">
                  <a16:creationId xmlns:a16="http://schemas.microsoft.com/office/drawing/2014/main" id="{3BAE373E-802A-4322-947E-60AD993E50C6}"/>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5" name="Freeform 805">
              <a:extLst>
                <a:ext uri="{FF2B5EF4-FFF2-40B4-BE49-F238E27FC236}">
                  <a16:creationId xmlns:a16="http://schemas.microsoft.com/office/drawing/2014/main" id="{F9B78148-E200-4621-89BE-D7481040C8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6" name="Freeform 806">
              <a:extLst>
                <a:ext uri="{FF2B5EF4-FFF2-40B4-BE49-F238E27FC236}">
                  <a16:creationId xmlns:a16="http://schemas.microsoft.com/office/drawing/2014/main" id="{065A8EA3-76A2-43AA-81A7-F6FB5837BC1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7" name="Freeform 807">
              <a:extLst>
                <a:ext uri="{FF2B5EF4-FFF2-40B4-BE49-F238E27FC236}">
                  <a16:creationId xmlns:a16="http://schemas.microsoft.com/office/drawing/2014/main" id="{E18D18CB-59C5-4A31-B851-F9CA7F90318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8" name="Freeform 808">
              <a:extLst>
                <a:ext uri="{FF2B5EF4-FFF2-40B4-BE49-F238E27FC236}">
                  <a16:creationId xmlns:a16="http://schemas.microsoft.com/office/drawing/2014/main" id="{D82962F5-20EC-48EC-8552-80817FC96CDE}"/>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9" name="Freeform 809">
              <a:extLst>
                <a:ext uri="{FF2B5EF4-FFF2-40B4-BE49-F238E27FC236}">
                  <a16:creationId xmlns:a16="http://schemas.microsoft.com/office/drawing/2014/main" id="{75670662-5848-4E6E-8650-8DE3CA36E746}"/>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0" name="Freeform 810">
              <a:extLst>
                <a:ext uri="{FF2B5EF4-FFF2-40B4-BE49-F238E27FC236}">
                  <a16:creationId xmlns:a16="http://schemas.microsoft.com/office/drawing/2014/main" id="{41903D8D-2CB2-45A6-9339-1F5B4BEDFF60}"/>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1" name="Freeform 811">
              <a:extLst>
                <a:ext uri="{FF2B5EF4-FFF2-40B4-BE49-F238E27FC236}">
                  <a16:creationId xmlns:a16="http://schemas.microsoft.com/office/drawing/2014/main" id="{7D748681-7BBD-4F83-9309-1DCF947BABD0}"/>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2" name="Freeform 812">
              <a:extLst>
                <a:ext uri="{FF2B5EF4-FFF2-40B4-BE49-F238E27FC236}">
                  <a16:creationId xmlns:a16="http://schemas.microsoft.com/office/drawing/2014/main" id="{309D7ED2-242C-4E4D-BACA-BB6C87001148}"/>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3" name="Freeform 813">
              <a:extLst>
                <a:ext uri="{FF2B5EF4-FFF2-40B4-BE49-F238E27FC236}">
                  <a16:creationId xmlns:a16="http://schemas.microsoft.com/office/drawing/2014/main" id="{F5E97F72-2C04-48BC-A4BF-CC058CC6EADC}"/>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4" name="Freeform 814">
              <a:extLst>
                <a:ext uri="{FF2B5EF4-FFF2-40B4-BE49-F238E27FC236}">
                  <a16:creationId xmlns:a16="http://schemas.microsoft.com/office/drawing/2014/main" id="{8A8514E6-0863-4CE6-9496-0A857744CB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325" name="Red text">
            <a:extLst>
              <a:ext uri="{FF2B5EF4-FFF2-40B4-BE49-F238E27FC236}">
                <a16:creationId xmlns:a16="http://schemas.microsoft.com/office/drawing/2014/main" id="{143714C0-ECC2-4BF0-851B-02E2EA3433C9}"/>
              </a:ext>
            </a:extLst>
          </p:cNvPr>
          <p:cNvSpPr txBox="1"/>
          <p:nvPr/>
        </p:nvSpPr>
        <p:spPr>
          <a:xfrm>
            <a:off x="9235033" y="2683213"/>
            <a:ext cx="3010840"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Requires a Thread border router</a:t>
            </a:r>
          </a:p>
        </p:txBody>
      </p:sp>
      <p:grpSp>
        <p:nvGrpSpPr>
          <p:cNvPr id="326" name="Arrow">
            <a:extLst>
              <a:ext uri="{FF2B5EF4-FFF2-40B4-BE49-F238E27FC236}">
                <a16:creationId xmlns:a16="http://schemas.microsoft.com/office/drawing/2014/main" id="{056C3969-A751-44EE-A02C-0DF5F063382C}"/>
              </a:ext>
            </a:extLst>
          </p:cNvPr>
          <p:cNvGrpSpPr>
            <a:grpSpLocks noChangeAspect="1"/>
          </p:cNvGrpSpPr>
          <p:nvPr/>
        </p:nvGrpSpPr>
        <p:grpSpPr bwMode="auto">
          <a:xfrm rot="16200000" flipV="1">
            <a:off x="8306991" y="2988800"/>
            <a:ext cx="904172" cy="943180"/>
            <a:chOff x="1328" y="0"/>
            <a:chExt cx="3106" cy="3240"/>
          </a:xfrm>
          <a:solidFill>
            <a:srgbClr val="C00000"/>
          </a:solidFill>
        </p:grpSpPr>
        <p:sp>
          <p:nvSpPr>
            <p:cNvPr id="327" name="Freeform 716">
              <a:extLst>
                <a:ext uri="{FF2B5EF4-FFF2-40B4-BE49-F238E27FC236}">
                  <a16:creationId xmlns:a16="http://schemas.microsoft.com/office/drawing/2014/main" id="{2DBB117E-397F-4238-A4E5-420874C4746D}"/>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28" name="Freeform 717">
              <a:extLst>
                <a:ext uri="{FF2B5EF4-FFF2-40B4-BE49-F238E27FC236}">
                  <a16:creationId xmlns:a16="http://schemas.microsoft.com/office/drawing/2014/main" id="{EB1524D4-FE83-4154-ABF4-7799713F2450}"/>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29" name="Freeform 718">
              <a:extLst>
                <a:ext uri="{FF2B5EF4-FFF2-40B4-BE49-F238E27FC236}">
                  <a16:creationId xmlns:a16="http://schemas.microsoft.com/office/drawing/2014/main" id="{B9CE8515-EAE0-459B-8393-04E13ED7F293}"/>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0" name="Freeform 719">
              <a:extLst>
                <a:ext uri="{FF2B5EF4-FFF2-40B4-BE49-F238E27FC236}">
                  <a16:creationId xmlns:a16="http://schemas.microsoft.com/office/drawing/2014/main" id="{7F51FE01-F218-43C3-83EA-B6DDD4A42EB8}"/>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1" name="Freeform 720">
              <a:extLst>
                <a:ext uri="{FF2B5EF4-FFF2-40B4-BE49-F238E27FC236}">
                  <a16:creationId xmlns:a16="http://schemas.microsoft.com/office/drawing/2014/main" id="{2C324003-DD88-4D89-9BC2-FCBD51B884AE}"/>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2" name="Freeform 721">
              <a:extLst>
                <a:ext uri="{FF2B5EF4-FFF2-40B4-BE49-F238E27FC236}">
                  <a16:creationId xmlns:a16="http://schemas.microsoft.com/office/drawing/2014/main" id="{418FB233-CB11-4C76-9C1A-6DB9B3E8B32F}"/>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3" name="Freeform 722">
              <a:extLst>
                <a:ext uri="{FF2B5EF4-FFF2-40B4-BE49-F238E27FC236}">
                  <a16:creationId xmlns:a16="http://schemas.microsoft.com/office/drawing/2014/main" id="{554A0019-C954-445B-872A-9D83C80F1574}"/>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4" name="Freeform 723">
              <a:extLst>
                <a:ext uri="{FF2B5EF4-FFF2-40B4-BE49-F238E27FC236}">
                  <a16:creationId xmlns:a16="http://schemas.microsoft.com/office/drawing/2014/main" id="{DE0C8A3A-1A70-4BB4-AF7F-25C788C5949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5" name="Freeform 724">
              <a:extLst>
                <a:ext uri="{FF2B5EF4-FFF2-40B4-BE49-F238E27FC236}">
                  <a16:creationId xmlns:a16="http://schemas.microsoft.com/office/drawing/2014/main" id="{D58446F9-2445-4813-8958-1E36543923E6}"/>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6" name="Freeform 725">
              <a:extLst>
                <a:ext uri="{FF2B5EF4-FFF2-40B4-BE49-F238E27FC236}">
                  <a16:creationId xmlns:a16="http://schemas.microsoft.com/office/drawing/2014/main" id="{DC1DFCD9-490A-4662-A95F-A1E7181D4B8A}"/>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7" name="Freeform 726">
              <a:extLst>
                <a:ext uri="{FF2B5EF4-FFF2-40B4-BE49-F238E27FC236}">
                  <a16:creationId xmlns:a16="http://schemas.microsoft.com/office/drawing/2014/main" id="{B3251587-0974-4E6F-8826-A9BCE872F05E}"/>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8" name="Freeform 727">
              <a:extLst>
                <a:ext uri="{FF2B5EF4-FFF2-40B4-BE49-F238E27FC236}">
                  <a16:creationId xmlns:a16="http://schemas.microsoft.com/office/drawing/2014/main" id="{CE574517-3E31-4442-AC10-4E76949B6A71}"/>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39" name="Freeform 728">
              <a:extLst>
                <a:ext uri="{FF2B5EF4-FFF2-40B4-BE49-F238E27FC236}">
                  <a16:creationId xmlns:a16="http://schemas.microsoft.com/office/drawing/2014/main" id="{D7EAB3E0-63DA-413B-BC00-37F478E4D8F0}"/>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0" name="Freeform 729">
              <a:extLst>
                <a:ext uri="{FF2B5EF4-FFF2-40B4-BE49-F238E27FC236}">
                  <a16:creationId xmlns:a16="http://schemas.microsoft.com/office/drawing/2014/main" id="{19AB9A58-A570-4237-AC88-AE8A6F66A0A5}"/>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1" name="Freeform 730">
              <a:extLst>
                <a:ext uri="{FF2B5EF4-FFF2-40B4-BE49-F238E27FC236}">
                  <a16:creationId xmlns:a16="http://schemas.microsoft.com/office/drawing/2014/main" id="{A7065BE1-4E03-446A-B8B8-8B860A084567}"/>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2" name="Freeform 731">
              <a:extLst>
                <a:ext uri="{FF2B5EF4-FFF2-40B4-BE49-F238E27FC236}">
                  <a16:creationId xmlns:a16="http://schemas.microsoft.com/office/drawing/2014/main" id="{D84D7FB6-7E69-4BE0-8D93-5A4596252344}"/>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3" name="Freeform 732">
              <a:extLst>
                <a:ext uri="{FF2B5EF4-FFF2-40B4-BE49-F238E27FC236}">
                  <a16:creationId xmlns:a16="http://schemas.microsoft.com/office/drawing/2014/main" id="{45B26F62-72B4-48AC-B893-2968F584CFE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4" name="Freeform 733">
              <a:extLst>
                <a:ext uri="{FF2B5EF4-FFF2-40B4-BE49-F238E27FC236}">
                  <a16:creationId xmlns:a16="http://schemas.microsoft.com/office/drawing/2014/main" id="{DE011B95-E93F-44AB-9F2A-C30938C87EE2}"/>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5" name="Freeform 734">
              <a:extLst>
                <a:ext uri="{FF2B5EF4-FFF2-40B4-BE49-F238E27FC236}">
                  <a16:creationId xmlns:a16="http://schemas.microsoft.com/office/drawing/2014/main" id="{C755E296-2FB5-4C95-94FF-1A1F4678C201}"/>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6" name="Freeform 735">
              <a:extLst>
                <a:ext uri="{FF2B5EF4-FFF2-40B4-BE49-F238E27FC236}">
                  <a16:creationId xmlns:a16="http://schemas.microsoft.com/office/drawing/2014/main" id="{08382E99-9D8D-498D-8748-A42A98742367}"/>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7" name="Freeform 736">
              <a:extLst>
                <a:ext uri="{FF2B5EF4-FFF2-40B4-BE49-F238E27FC236}">
                  <a16:creationId xmlns:a16="http://schemas.microsoft.com/office/drawing/2014/main" id="{FDC1DC66-B31E-40F8-A6A2-3DCC95161788}"/>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8" name="Freeform 737">
              <a:extLst>
                <a:ext uri="{FF2B5EF4-FFF2-40B4-BE49-F238E27FC236}">
                  <a16:creationId xmlns:a16="http://schemas.microsoft.com/office/drawing/2014/main" id="{84C9A41D-1E16-4E89-9CF6-AC78D7D2D193}"/>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49" name="Freeform 738">
              <a:extLst>
                <a:ext uri="{FF2B5EF4-FFF2-40B4-BE49-F238E27FC236}">
                  <a16:creationId xmlns:a16="http://schemas.microsoft.com/office/drawing/2014/main" id="{02741A4E-1C75-4A6F-A341-1D4F81D959F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0" name="Freeform 739">
              <a:extLst>
                <a:ext uri="{FF2B5EF4-FFF2-40B4-BE49-F238E27FC236}">
                  <a16:creationId xmlns:a16="http://schemas.microsoft.com/office/drawing/2014/main" id="{D63AE35D-D8BC-4692-BD50-D1C8305CA929}"/>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1" name="Freeform 740">
              <a:extLst>
                <a:ext uri="{FF2B5EF4-FFF2-40B4-BE49-F238E27FC236}">
                  <a16:creationId xmlns:a16="http://schemas.microsoft.com/office/drawing/2014/main" id="{4F09EF6B-18AD-49EE-8808-19C990659F2C}"/>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2" name="Freeform 741">
              <a:extLst>
                <a:ext uri="{FF2B5EF4-FFF2-40B4-BE49-F238E27FC236}">
                  <a16:creationId xmlns:a16="http://schemas.microsoft.com/office/drawing/2014/main" id="{26053319-4964-4F60-8E68-45D75586CD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3" name="Freeform 742">
              <a:extLst>
                <a:ext uri="{FF2B5EF4-FFF2-40B4-BE49-F238E27FC236}">
                  <a16:creationId xmlns:a16="http://schemas.microsoft.com/office/drawing/2014/main" id="{B9E77741-EF24-42F4-9F60-C4AD753C1E6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4" name="Freeform 743">
              <a:extLst>
                <a:ext uri="{FF2B5EF4-FFF2-40B4-BE49-F238E27FC236}">
                  <a16:creationId xmlns:a16="http://schemas.microsoft.com/office/drawing/2014/main" id="{6ED04FE7-FEF4-464B-88A0-8370361B6E8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5" name="Freeform 744">
              <a:extLst>
                <a:ext uri="{FF2B5EF4-FFF2-40B4-BE49-F238E27FC236}">
                  <a16:creationId xmlns:a16="http://schemas.microsoft.com/office/drawing/2014/main" id="{CC2BE5A9-2F52-4047-818B-E235A11471D7}"/>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6" name="Freeform 745">
              <a:extLst>
                <a:ext uri="{FF2B5EF4-FFF2-40B4-BE49-F238E27FC236}">
                  <a16:creationId xmlns:a16="http://schemas.microsoft.com/office/drawing/2014/main" id="{0264FB9F-0B65-4F41-B1F3-76E6C8D501E1}"/>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7" name="Freeform 746">
              <a:extLst>
                <a:ext uri="{FF2B5EF4-FFF2-40B4-BE49-F238E27FC236}">
                  <a16:creationId xmlns:a16="http://schemas.microsoft.com/office/drawing/2014/main" id="{F3D2E066-F6C9-40A1-8A3C-551AD0ED8C8C}"/>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8" name="Freeform 747">
              <a:extLst>
                <a:ext uri="{FF2B5EF4-FFF2-40B4-BE49-F238E27FC236}">
                  <a16:creationId xmlns:a16="http://schemas.microsoft.com/office/drawing/2014/main" id="{D90161A4-3FFF-4F94-89FB-65C3F3C2244C}"/>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59" name="Freeform 748">
              <a:extLst>
                <a:ext uri="{FF2B5EF4-FFF2-40B4-BE49-F238E27FC236}">
                  <a16:creationId xmlns:a16="http://schemas.microsoft.com/office/drawing/2014/main" id="{B3626079-46E7-4D10-A292-54CE12373A0C}"/>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0" name="Freeform 749">
              <a:extLst>
                <a:ext uri="{FF2B5EF4-FFF2-40B4-BE49-F238E27FC236}">
                  <a16:creationId xmlns:a16="http://schemas.microsoft.com/office/drawing/2014/main" id="{454B35F6-A276-48DD-B5FE-DA1AF91C8D0D}"/>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1" name="Freeform 750">
              <a:extLst>
                <a:ext uri="{FF2B5EF4-FFF2-40B4-BE49-F238E27FC236}">
                  <a16:creationId xmlns:a16="http://schemas.microsoft.com/office/drawing/2014/main" id="{01B9DAAF-41F3-49ED-A3CB-E7D72026F1F6}"/>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2" name="Freeform 751">
              <a:extLst>
                <a:ext uri="{FF2B5EF4-FFF2-40B4-BE49-F238E27FC236}">
                  <a16:creationId xmlns:a16="http://schemas.microsoft.com/office/drawing/2014/main" id="{9218766B-328E-4278-A2CA-31FB6C585A6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3" name="Freeform 752">
              <a:extLst>
                <a:ext uri="{FF2B5EF4-FFF2-40B4-BE49-F238E27FC236}">
                  <a16:creationId xmlns:a16="http://schemas.microsoft.com/office/drawing/2014/main" id="{3A5C3E7B-6F6E-4EF5-B7BF-97D4F8CD28D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4" name="Freeform 753">
              <a:extLst>
                <a:ext uri="{FF2B5EF4-FFF2-40B4-BE49-F238E27FC236}">
                  <a16:creationId xmlns:a16="http://schemas.microsoft.com/office/drawing/2014/main" id="{D42037DD-753A-432E-9A3B-2207032E4ECF}"/>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5" name="Freeform 754">
              <a:extLst>
                <a:ext uri="{FF2B5EF4-FFF2-40B4-BE49-F238E27FC236}">
                  <a16:creationId xmlns:a16="http://schemas.microsoft.com/office/drawing/2014/main" id="{C3748A86-604D-4B75-8668-734DC121A443}"/>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6" name="Freeform 755">
              <a:extLst>
                <a:ext uri="{FF2B5EF4-FFF2-40B4-BE49-F238E27FC236}">
                  <a16:creationId xmlns:a16="http://schemas.microsoft.com/office/drawing/2014/main" id="{AD3ABE86-FB2C-4E31-9AD6-A443654AE1B3}"/>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7" name="Freeform 756">
              <a:extLst>
                <a:ext uri="{FF2B5EF4-FFF2-40B4-BE49-F238E27FC236}">
                  <a16:creationId xmlns:a16="http://schemas.microsoft.com/office/drawing/2014/main" id="{C43422C6-C9C2-4F62-A93E-591F7F0689C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8" name="Freeform 757">
              <a:extLst>
                <a:ext uri="{FF2B5EF4-FFF2-40B4-BE49-F238E27FC236}">
                  <a16:creationId xmlns:a16="http://schemas.microsoft.com/office/drawing/2014/main" id="{844709BC-AC1C-4111-BFE6-E79662E8206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69" name="Freeform 758">
              <a:extLst>
                <a:ext uri="{FF2B5EF4-FFF2-40B4-BE49-F238E27FC236}">
                  <a16:creationId xmlns:a16="http://schemas.microsoft.com/office/drawing/2014/main" id="{24B94CEC-D288-49A6-A524-6EE1E190FFEE}"/>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0" name="Freeform 759">
              <a:extLst>
                <a:ext uri="{FF2B5EF4-FFF2-40B4-BE49-F238E27FC236}">
                  <a16:creationId xmlns:a16="http://schemas.microsoft.com/office/drawing/2014/main" id="{E46FBEE9-EDF0-40D7-9B11-36BF98FD57D9}"/>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1" name="Freeform 760">
              <a:extLst>
                <a:ext uri="{FF2B5EF4-FFF2-40B4-BE49-F238E27FC236}">
                  <a16:creationId xmlns:a16="http://schemas.microsoft.com/office/drawing/2014/main" id="{E50A0833-6372-40F7-BCCB-5DD50EF654C8}"/>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2" name="Freeform 761">
              <a:extLst>
                <a:ext uri="{FF2B5EF4-FFF2-40B4-BE49-F238E27FC236}">
                  <a16:creationId xmlns:a16="http://schemas.microsoft.com/office/drawing/2014/main" id="{B10CC0D9-5557-4207-8413-EDD4C2FB65BB}"/>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3" name="Freeform 762">
              <a:extLst>
                <a:ext uri="{FF2B5EF4-FFF2-40B4-BE49-F238E27FC236}">
                  <a16:creationId xmlns:a16="http://schemas.microsoft.com/office/drawing/2014/main" id="{972E8166-EA00-44D6-9A0F-A0C4034086D2}"/>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4" name="Freeform 763">
              <a:extLst>
                <a:ext uri="{FF2B5EF4-FFF2-40B4-BE49-F238E27FC236}">
                  <a16:creationId xmlns:a16="http://schemas.microsoft.com/office/drawing/2014/main" id="{D8E2A137-15FF-42A4-A331-1C8B3A4DD642}"/>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5" name="Freeform 764">
              <a:extLst>
                <a:ext uri="{FF2B5EF4-FFF2-40B4-BE49-F238E27FC236}">
                  <a16:creationId xmlns:a16="http://schemas.microsoft.com/office/drawing/2014/main" id="{5ED7DD79-2757-4EB0-993C-9C439A65C659}"/>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6" name="Freeform 765">
              <a:extLst>
                <a:ext uri="{FF2B5EF4-FFF2-40B4-BE49-F238E27FC236}">
                  <a16:creationId xmlns:a16="http://schemas.microsoft.com/office/drawing/2014/main" id="{B02F72C5-1175-47B9-8ECD-7AF25F4991B1}"/>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7" name="Freeform 766">
              <a:extLst>
                <a:ext uri="{FF2B5EF4-FFF2-40B4-BE49-F238E27FC236}">
                  <a16:creationId xmlns:a16="http://schemas.microsoft.com/office/drawing/2014/main" id="{063CF99C-B8F4-44AD-AFE5-ABF070F4FD60}"/>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8" name="Freeform 767">
              <a:extLst>
                <a:ext uri="{FF2B5EF4-FFF2-40B4-BE49-F238E27FC236}">
                  <a16:creationId xmlns:a16="http://schemas.microsoft.com/office/drawing/2014/main" id="{10186CFE-4132-4116-A867-51605C6247F4}"/>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79" name="Freeform 768">
              <a:extLst>
                <a:ext uri="{FF2B5EF4-FFF2-40B4-BE49-F238E27FC236}">
                  <a16:creationId xmlns:a16="http://schemas.microsoft.com/office/drawing/2014/main" id="{CC4D8592-284C-4F0D-B625-186C400A654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0" name="Freeform 769">
              <a:extLst>
                <a:ext uri="{FF2B5EF4-FFF2-40B4-BE49-F238E27FC236}">
                  <a16:creationId xmlns:a16="http://schemas.microsoft.com/office/drawing/2014/main" id="{5189A0E1-818F-494E-8B11-91D3E73688F7}"/>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1" name="Freeform 770">
              <a:extLst>
                <a:ext uri="{FF2B5EF4-FFF2-40B4-BE49-F238E27FC236}">
                  <a16:creationId xmlns:a16="http://schemas.microsoft.com/office/drawing/2014/main" id="{7D1F32F4-C8A4-4B10-8EBD-309CD2A8BA32}"/>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2" name="Freeform 771">
              <a:extLst>
                <a:ext uri="{FF2B5EF4-FFF2-40B4-BE49-F238E27FC236}">
                  <a16:creationId xmlns:a16="http://schemas.microsoft.com/office/drawing/2014/main" id="{E5547E22-1143-47C3-A717-2993BF2EDDE3}"/>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3" name="Freeform 772">
              <a:extLst>
                <a:ext uri="{FF2B5EF4-FFF2-40B4-BE49-F238E27FC236}">
                  <a16:creationId xmlns:a16="http://schemas.microsoft.com/office/drawing/2014/main" id="{94548615-2E7E-4DD1-8BF5-BF251239A80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4" name="Freeform 773">
              <a:extLst>
                <a:ext uri="{FF2B5EF4-FFF2-40B4-BE49-F238E27FC236}">
                  <a16:creationId xmlns:a16="http://schemas.microsoft.com/office/drawing/2014/main" id="{5FFD6431-527A-4EAF-A9FF-57C79B3EBFC2}"/>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5" name="Freeform 774">
              <a:extLst>
                <a:ext uri="{FF2B5EF4-FFF2-40B4-BE49-F238E27FC236}">
                  <a16:creationId xmlns:a16="http://schemas.microsoft.com/office/drawing/2014/main" id="{8460A944-EBC3-4980-BCE5-F8EB001B822E}"/>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6" name="Freeform 775">
              <a:extLst>
                <a:ext uri="{FF2B5EF4-FFF2-40B4-BE49-F238E27FC236}">
                  <a16:creationId xmlns:a16="http://schemas.microsoft.com/office/drawing/2014/main" id="{A299FC54-89AB-49F1-AA70-08D76923D0B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7" name="Freeform 776">
              <a:extLst>
                <a:ext uri="{FF2B5EF4-FFF2-40B4-BE49-F238E27FC236}">
                  <a16:creationId xmlns:a16="http://schemas.microsoft.com/office/drawing/2014/main" id="{AF5549FC-09A2-42CA-981C-97A8DA2E0DFE}"/>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8" name="Freeform 777">
              <a:extLst>
                <a:ext uri="{FF2B5EF4-FFF2-40B4-BE49-F238E27FC236}">
                  <a16:creationId xmlns:a16="http://schemas.microsoft.com/office/drawing/2014/main" id="{4DAFA0BD-4070-4574-A62F-BC4E1DD226B0}"/>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89" name="Freeform 778">
              <a:extLst>
                <a:ext uri="{FF2B5EF4-FFF2-40B4-BE49-F238E27FC236}">
                  <a16:creationId xmlns:a16="http://schemas.microsoft.com/office/drawing/2014/main" id="{20BF71F4-944F-438C-8C2F-F65613407E44}"/>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0" name="Freeform 779">
              <a:extLst>
                <a:ext uri="{FF2B5EF4-FFF2-40B4-BE49-F238E27FC236}">
                  <a16:creationId xmlns:a16="http://schemas.microsoft.com/office/drawing/2014/main" id="{93644E1A-C9A9-422E-86AC-5D7086C16D17}"/>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1" name="Freeform 780">
              <a:extLst>
                <a:ext uri="{FF2B5EF4-FFF2-40B4-BE49-F238E27FC236}">
                  <a16:creationId xmlns:a16="http://schemas.microsoft.com/office/drawing/2014/main" id="{8B88B0D0-C8C6-4057-B798-9AD0FC5957C2}"/>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2" name="Freeform 781">
              <a:extLst>
                <a:ext uri="{FF2B5EF4-FFF2-40B4-BE49-F238E27FC236}">
                  <a16:creationId xmlns:a16="http://schemas.microsoft.com/office/drawing/2014/main" id="{C400BF7E-9A87-4F40-B3E5-A52FDBDA6A4D}"/>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3" name="Freeform 782">
              <a:extLst>
                <a:ext uri="{FF2B5EF4-FFF2-40B4-BE49-F238E27FC236}">
                  <a16:creationId xmlns:a16="http://schemas.microsoft.com/office/drawing/2014/main" id="{B7EF7EAA-2551-4715-9AA4-50AD6F0442F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4" name="Freeform 783">
              <a:extLst>
                <a:ext uri="{FF2B5EF4-FFF2-40B4-BE49-F238E27FC236}">
                  <a16:creationId xmlns:a16="http://schemas.microsoft.com/office/drawing/2014/main" id="{50B67B10-36E7-42F1-95EE-6B3563DA4608}"/>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5" name="Freeform 784">
              <a:extLst>
                <a:ext uri="{FF2B5EF4-FFF2-40B4-BE49-F238E27FC236}">
                  <a16:creationId xmlns:a16="http://schemas.microsoft.com/office/drawing/2014/main" id="{1C65B860-A16D-456A-A24F-F6F72C64F619}"/>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6" name="Freeform 785">
              <a:extLst>
                <a:ext uri="{FF2B5EF4-FFF2-40B4-BE49-F238E27FC236}">
                  <a16:creationId xmlns:a16="http://schemas.microsoft.com/office/drawing/2014/main" id="{E7806369-AD64-42E2-B921-F3ECCC4D2BC4}"/>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7" name="Freeform 786">
              <a:extLst>
                <a:ext uri="{FF2B5EF4-FFF2-40B4-BE49-F238E27FC236}">
                  <a16:creationId xmlns:a16="http://schemas.microsoft.com/office/drawing/2014/main" id="{3F80EC0E-F977-481A-AB41-CA5E38C14DC5}"/>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8" name="Freeform 787">
              <a:extLst>
                <a:ext uri="{FF2B5EF4-FFF2-40B4-BE49-F238E27FC236}">
                  <a16:creationId xmlns:a16="http://schemas.microsoft.com/office/drawing/2014/main" id="{0E6A6A16-E3EB-4C80-B51C-9CAFFD22CBFE}"/>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399" name="Freeform 788">
              <a:extLst>
                <a:ext uri="{FF2B5EF4-FFF2-40B4-BE49-F238E27FC236}">
                  <a16:creationId xmlns:a16="http://schemas.microsoft.com/office/drawing/2014/main" id="{DF44680F-E3AE-4175-A4D1-32C7B5776903}"/>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0" name="Freeform 789">
              <a:extLst>
                <a:ext uri="{FF2B5EF4-FFF2-40B4-BE49-F238E27FC236}">
                  <a16:creationId xmlns:a16="http://schemas.microsoft.com/office/drawing/2014/main" id="{36B5638F-1667-4B2E-9197-0F8A6D11D05E}"/>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1" name="Freeform 790">
              <a:extLst>
                <a:ext uri="{FF2B5EF4-FFF2-40B4-BE49-F238E27FC236}">
                  <a16:creationId xmlns:a16="http://schemas.microsoft.com/office/drawing/2014/main" id="{6A5F982B-DD8E-4F83-9A12-334411680E0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2" name="Freeform 791">
              <a:extLst>
                <a:ext uri="{FF2B5EF4-FFF2-40B4-BE49-F238E27FC236}">
                  <a16:creationId xmlns:a16="http://schemas.microsoft.com/office/drawing/2014/main" id="{A39954AF-F352-4488-8E7C-FE949F0D619F}"/>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3" name="Freeform 792">
              <a:extLst>
                <a:ext uri="{FF2B5EF4-FFF2-40B4-BE49-F238E27FC236}">
                  <a16:creationId xmlns:a16="http://schemas.microsoft.com/office/drawing/2014/main" id="{F7CD90A1-193A-4ABB-A1FD-F0CFDF556B3B}"/>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4" name="Freeform 793">
              <a:extLst>
                <a:ext uri="{FF2B5EF4-FFF2-40B4-BE49-F238E27FC236}">
                  <a16:creationId xmlns:a16="http://schemas.microsoft.com/office/drawing/2014/main" id="{BD9927F6-6305-42BF-BEA6-89EC4842FC71}"/>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5" name="Freeform 794">
              <a:extLst>
                <a:ext uri="{FF2B5EF4-FFF2-40B4-BE49-F238E27FC236}">
                  <a16:creationId xmlns:a16="http://schemas.microsoft.com/office/drawing/2014/main" id="{3058876E-4239-4F22-848C-098C1A00B734}"/>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6" name="Freeform 795">
              <a:extLst>
                <a:ext uri="{FF2B5EF4-FFF2-40B4-BE49-F238E27FC236}">
                  <a16:creationId xmlns:a16="http://schemas.microsoft.com/office/drawing/2014/main" id="{C96E0FDA-9AD9-4EDB-B67C-A5A7FA8513B1}"/>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7" name="Freeform 796">
              <a:extLst>
                <a:ext uri="{FF2B5EF4-FFF2-40B4-BE49-F238E27FC236}">
                  <a16:creationId xmlns:a16="http://schemas.microsoft.com/office/drawing/2014/main" id="{5519C3D5-7024-4146-A31A-5173FC82F07D}"/>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8" name="Freeform 797">
              <a:extLst>
                <a:ext uri="{FF2B5EF4-FFF2-40B4-BE49-F238E27FC236}">
                  <a16:creationId xmlns:a16="http://schemas.microsoft.com/office/drawing/2014/main" id="{275D30BD-3C7F-406F-A7D0-44EBB071AC4F}"/>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09" name="Freeform 798">
              <a:extLst>
                <a:ext uri="{FF2B5EF4-FFF2-40B4-BE49-F238E27FC236}">
                  <a16:creationId xmlns:a16="http://schemas.microsoft.com/office/drawing/2014/main" id="{D910B0EA-4C75-42D1-91CB-1C5DCF0E851C}"/>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0" name="Freeform 799">
              <a:extLst>
                <a:ext uri="{FF2B5EF4-FFF2-40B4-BE49-F238E27FC236}">
                  <a16:creationId xmlns:a16="http://schemas.microsoft.com/office/drawing/2014/main" id="{24809DD2-3017-40C7-95CF-A8EB08D7A96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1" name="Freeform 800">
              <a:extLst>
                <a:ext uri="{FF2B5EF4-FFF2-40B4-BE49-F238E27FC236}">
                  <a16:creationId xmlns:a16="http://schemas.microsoft.com/office/drawing/2014/main" id="{79DD7AD8-15B7-411D-B40F-C70C3EFA87D7}"/>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2" name="Freeform 801">
              <a:extLst>
                <a:ext uri="{FF2B5EF4-FFF2-40B4-BE49-F238E27FC236}">
                  <a16:creationId xmlns:a16="http://schemas.microsoft.com/office/drawing/2014/main" id="{9EDBB9C5-444A-4B1D-8551-1989EACD3AC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3" name="Freeform 802">
              <a:extLst>
                <a:ext uri="{FF2B5EF4-FFF2-40B4-BE49-F238E27FC236}">
                  <a16:creationId xmlns:a16="http://schemas.microsoft.com/office/drawing/2014/main" id="{3DAB08C2-615B-4D76-A174-4FD7BEFEADD4}"/>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4" name="Freeform 803">
              <a:extLst>
                <a:ext uri="{FF2B5EF4-FFF2-40B4-BE49-F238E27FC236}">
                  <a16:creationId xmlns:a16="http://schemas.microsoft.com/office/drawing/2014/main" id="{5437CE32-486E-4031-91E5-8A90017D5A1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5" name="Freeform 804">
              <a:extLst>
                <a:ext uri="{FF2B5EF4-FFF2-40B4-BE49-F238E27FC236}">
                  <a16:creationId xmlns:a16="http://schemas.microsoft.com/office/drawing/2014/main" id="{B6D4CCE6-F56C-40D0-B3DF-744C2E432BB1}"/>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6" name="Freeform 805">
              <a:extLst>
                <a:ext uri="{FF2B5EF4-FFF2-40B4-BE49-F238E27FC236}">
                  <a16:creationId xmlns:a16="http://schemas.microsoft.com/office/drawing/2014/main" id="{7E464AFC-69F0-4E68-968C-3A32089CAD52}"/>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7" name="Freeform 806">
              <a:extLst>
                <a:ext uri="{FF2B5EF4-FFF2-40B4-BE49-F238E27FC236}">
                  <a16:creationId xmlns:a16="http://schemas.microsoft.com/office/drawing/2014/main" id="{19035372-EEC5-493D-A842-DE07B80EFEBC}"/>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8" name="Freeform 807">
              <a:extLst>
                <a:ext uri="{FF2B5EF4-FFF2-40B4-BE49-F238E27FC236}">
                  <a16:creationId xmlns:a16="http://schemas.microsoft.com/office/drawing/2014/main" id="{97D1638D-B9A1-4312-B8F9-338EC98E8E4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19" name="Freeform 808">
              <a:extLst>
                <a:ext uri="{FF2B5EF4-FFF2-40B4-BE49-F238E27FC236}">
                  <a16:creationId xmlns:a16="http://schemas.microsoft.com/office/drawing/2014/main" id="{156E2DA1-642E-4974-BAAF-786FA7A16B5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0" name="Freeform 809">
              <a:extLst>
                <a:ext uri="{FF2B5EF4-FFF2-40B4-BE49-F238E27FC236}">
                  <a16:creationId xmlns:a16="http://schemas.microsoft.com/office/drawing/2014/main" id="{1C94B4FD-37CE-430F-9AA2-5EE4C83DDF19}"/>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1" name="Freeform 810">
              <a:extLst>
                <a:ext uri="{FF2B5EF4-FFF2-40B4-BE49-F238E27FC236}">
                  <a16:creationId xmlns:a16="http://schemas.microsoft.com/office/drawing/2014/main" id="{03FACBC3-704E-4100-B760-9B26901A344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2" name="Freeform 811">
              <a:extLst>
                <a:ext uri="{FF2B5EF4-FFF2-40B4-BE49-F238E27FC236}">
                  <a16:creationId xmlns:a16="http://schemas.microsoft.com/office/drawing/2014/main" id="{443BDD34-98E2-4A01-84B3-6E393A8DEE42}"/>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3" name="Freeform 812">
              <a:extLst>
                <a:ext uri="{FF2B5EF4-FFF2-40B4-BE49-F238E27FC236}">
                  <a16:creationId xmlns:a16="http://schemas.microsoft.com/office/drawing/2014/main" id="{0AE14E26-BB8E-4668-A261-51F5351BBAD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4" name="Freeform 813">
              <a:extLst>
                <a:ext uri="{FF2B5EF4-FFF2-40B4-BE49-F238E27FC236}">
                  <a16:creationId xmlns:a16="http://schemas.microsoft.com/office/drawing/2014/main" id="{35F64738-AE62-413E-8BFD-270432A783F5}"/>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sp>
          <p:nvSpPr>
            <p:cNvPr id="425" name="Freeform 814">
              <a:extLst>
                <a:ext uri="{FF2B5EF4-FFF2-40B4-BE49-F238E27FC236}">
                  <a16:creationId xmlns:a16="http://schemas.microsoft.com/office/drawing/2014/main" id="{2492F6BB-F0B8-4AAD-91BF-A74B228F75D0}"/>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alpha val="25000"/>
                  </a:srgbClr>
                </a:solidFill>
              </a:endParaRPr>
            </a:p>
          </p:txBody>
        </p:sp>
      </p:grpSp>
      <p:sp>
        <p:nvSpPr>
          <p:cNvPr id="23" name="!!Protocol text">
            <a:extLst>
              <a:ext uri="{FF2B5EF4-FFF2-40B4-BE49-F238E27FC236}">
                <a16:creationId xmlns:a16="http://schemas.microsoft.com/office/drawing/2014/main" id="{095E374C-7667-43DC-858C-B93E157CE848}"/>
              </a:ext>
            </a:extLst>
          </p:cNvPr>
          <p:cNvSpPr txBox="1"/>
          <p:nvPr/>
        </p:nvSpPr>
        <p:spPr>
          <a:xfrm>
            <a:off x="3742267" y="661247"/>
            <a:ext cx="4715933" cy="523220"/>
          </a:xfrm>
          <a:prstGeom prst="rect">
            <a:avLst/>
          </a:prstGeom>
          <a:noFill/>
        </p:spPr>
        <p:txBody>
          <a:bodyPr wrap="square" rtlCol="0">
            <a:spAutoFit/>
          </a:bodyPr>
          <a:lstStyle/>
          <a:p>
            <a:pPr algn="ctr"/>
            <a:r>
              <a:rPr lang="en-US" sz="2800" dirty="0">
                <a:solidFill>
                  <a:srgbClr val="2D3E50"/>
                </a:solidFill>
                <a:latin typeface="Roboto" panose="02000000000000000000" pitchFamily="2" charset="0"/>
                <a:ea typeface="Roboto" panose="02000000000000000000" pitchFamily="2" charset="0"/>
              </a:rPr>
              <a:t>Picking a </a:t>
            </a:r>
            <a:r>
              <a:rPr lang="en-US" sz="2800" b="1" dirty="0">
                <a:solidFill>
                  <a:srgbClr val="2D3E50"/>
                </a:solidFill>
                <a:latin typeface="Roboto" panose="02000000000000000000" pitchFamily="2" charset="0"/>
                <a:ea typeface="Roboto" panose="02000000000000000000" pitchFamily="2" charset="0"/>
              </a:rPr>
              <a:t>protocol </a:t>
            </a:r>
            <a:endParaRPr lang="en-US" sz="2800" dirty="0">
              <a:solidFill>
                <a:srgbClr val="2D3E50"/>
              </a:solidFill>
              <a:latin typeface="Roboto" panose="02000000000000000000" pitchFamily="2" charset="0"/>
              <a:ea typeface="Roboto" panose="02000000000000000000" pitchFamily="2" charset="0"/>
            </a:endParaRPr>
          </a:p>
        </p:txBody>
      </p:sp>
      <p:pic>
        <p:nvPicPr>
          <p:cNvPr id="2" name="Picture 1">
            <a:extLst>
              <a:ext uri="{FF2B5EF4-FFF2-40B4-BE49-F238E27FC236}">
                <a16:creationId xmlns:a16="http://schemas.microsoft.com/office/drawing/2014/main" id="{F499FDB2-253A-AD37-7850-4AA023DB9665}"/>
              </a:ext>
            </a:extLst>
          </p:cNvPr>
          <p:cNvPicPr>
            <a:picLocks noChangeAspect="1"/>
          </p:cNvPicPr>
          <p:nvPr/>
        </p:nvPicPr>
        <p:blipFill>
          <a:blip r:embed="rId7">
            <a:lum bright="70000" contrast="-70000"/>
          </a:blip>
          <a:stretch>
            <a:fillRect/>
          </a:stretch>
        </p:blipFill>
        <p:spPr>
          <a:xfrm>
            <a:off x="1047099" y="4634230"/>
            <a:ext cx="3065371" cy="2042279"/>
          </a:xfrm>
          <a:prstGeom prst="rect">
            <a:avLst/>
          </a:prstGeom>
        </p:spPr>
      </p:pic>
      <p:pic>
        <p:nvPicPr>
          <p:cNvPr id="3" name="Picture 2">
            <a:extLst>
              <a:ext uri="{FF2B5EF4-FFF2-40B4-BE49-F238E27FC236}">
                <a16:creationId xmlns:a16="http://schemas.microsoft.com/office/drawing/2014/main" id="{BC88663A-C698-4704-BDD2-D375C6963D6B}"/>
              </a:ext>
            </a:extLst>
          </p:cNvPr>
          <p:cNvPicPr>
            <a:picLocks noChangeAspect="1"/>
          </p:cNvPicPr>
          <p:nvPr/>
        </p:nvPicPr>
        <p:blipFill>
          <a:blip r:embed="rId8">
            <a:lum bright="70000" contrast="-70000"/>
          </a:blip>
          <a:stretch>
            <a:fillRect/>
          </a:stretch>
        </p:blipFill>
        <p:spPr>
          <a:xfrm>
            <a:off x="4927877" y="4033984"/>
            <a:ext cx="864316" cy="2684618"/>
          </a:xfrm>
          <a:prstGeom prst="rect">
            <a:avLst/>
          </a:prstGeom>
        </p:spPr>
      </p:pic>
      <p:sp>
        <p:nvSpPr>
          <p:cNvPr id="4" name="Red text">
            <a:extLst>
              <a:ext uri="{FF2B5EF4-FFF2-40B4-BE49-F238E27FC236}">
                <a16:creationId xmlns:a16="http://schemas.microsoft.com/office/drawing/2014/main" id="{05B27A95-1736-AFF0-C63B-C7F679CEFA0A}"/>
              </a:ext>
            </a:extLst>
          </p:cNvPr>
          <p:cNvSpPr txBox="1"/>
          <p:nvPr/>
        </p:nvSpPr>
        <p:spPr>
          <a:xfrm>
            <a:off x="6826212" y="4119946"/>
            <a:ext cx="4817642"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2D3E50"/>
                </a:solidFill>
                <a:latin typeface="Roboto" panose="02000000000000000000" pitchFamily="2" charset="0"/>
                <a:ea typeface="Roboto" panose="02000000000000000000" pitchFamily="2" charset="0"/>
              </a:rPr>
              <a:t>Apple TV 4k</a:t>
            </a:r>
          </a:p>
          <a:p>
            <a:pPr marL="342900" indent="-342900">
              <a:buFont typeface="Arial" panose="020B0604020202020204" pitchFamily="34" charset="0"/>
              <a:buChar char="•"/>
            </a:pPr>
            <a:r>
              <a:rPr lang="en-US" sz="2000" dirty="0">
                <a:solidFill>
                  <a:srgbClr val="2D3E50"/>
                </a:solidFill>
                <a:latin typeface="Roboto" panose="02000000000000000000" pitchFamily="2" charset="0"/>
                <a:ea typeface="Roboto" panose="02000000000000000000" pitchFamily="2" charset="0"/>
              </a:rPr>
              <a:t>Apple </a:t>
            </a:r>
            <a:r>
              <a:rPr lang="en-US" sz="2000" dirty="0" err="1">
                <a:solidFill>
                  <a:srgbClr val="2D3E50"/>
                </a:solidFill>
                <a:latin typeface="Roboto" panose="02000000000000000000" pitchFamily="2" charset="0"/>
                <a:ea typeface="Roboto" panose="02000000000000000000" pitchFamily="2" charset="0"/>
              </a:rPr>
              <a:t>HomePod</a:t>
            </a:r>
            <a:r>
              <a:rPr lang="en-US" sz="2000" dirty="0">
                <a:solidFill>
                  <a:srgbClr val="2D3E50"/>
                </a:solidFill>
                <a:latin typeface="Roboto" panose="02000000000000000000" pitchFamily="2" charset="0"/>
                <a:ea typeface="Roboto" panose="02000000000000000000" pitchFamily="2" charset="0"/>
              </a:rPr>
              <a:t> Mini</a:t>
            </a:r>
          </a:p>
          <a:p>
            <a:pPr marL="342900" indent="-342900">
              <a:buFont typeface="Arial" panose="020B0604020202020204" pitchFamily="34" charset="0"/>
              <a:buChar char="•"/>
            </a:pPr>
            <a:r>
              <a:rPr lang="en-US" sz="2000" dirty="0">
                <a:solidFill>
                  <a:srgbClr val="2D3E50"/>
                </a:solidFill>
                <a:latin typeface="Roboto" panose="02000000000000000000" pitchFamily="2" charset="0"/>
                <a:ea typeface="Roboto" panose="02000000000000000000" pitchFamily="2" charset="0"/>
              </a:rPr>
              <a:t>Amazon Echo smart speakers</a:t>
            </a:r>
          </a:p>
          <a:p>
            <a:pPr marL="342900" indent="-342900">
              <a:buFont typeface="Arial" panose="020B0604020202020204" pitchFamily="34" charset="0"/>
              <a:buChar char="•"/>
            </a:pPr>
            <a:r>
              <a:rPr lang="en-US" sz="2000" dirty="0">
                <a:solidFill>
                  <a:srgbClr val="2D3E50"/>
                </a:solidFill>
                <a:latin typeface="Roboto" panose="02000000000000000000" pitchFamily="2" charset="0"/>
                <a:ea typeface="Roboto" panose="02000000000000000000" pitchFamily="2" charset="0"/>
              </a:rPr>
              <a:t>Amazon </a:t>
            </a:r>
            <a:r>
              <a:rPr lang="en-US" sz="2000" dirty="0" err="1">
                <a:solidFill>
                  <a:srgbClr val="2D3E50"/>
                </a:solidFill>
                <a:latin typeface="Roboto" panose="02000000000000000000" pitchFamily="2" charset="0"/>
                <a:ea typeface="Roboto" panose="02000000000000000000" pitchFamily="2" charset="0"/>
              </a:rPr>
              <a:t>Eero</a:t>
            </a:r>
            <a:r>
              <a:rPr lang="en-US" sz="2000" dirty="0">
                <a:solidFill>
                  <a:srgbClr val="2D3E50"/>
                </a:solidFill>
                <a:latin typeface="Roboto" panose="02000000000000000000" pitchFamily="2" charset="0"/>
                <a:ea typeface="Roboto" panose="02000000000000000000" pitchFamily="2" charset="0"/>
              </a:rPr>
              <a:t> mesh routers</a:t>
            </a:r>
          </a:p>
          <a:p>
            <a:pPr marL="342900" indent="-342900">
              <a:buFont typeface="Arial" panose="020B0604020202020204" pitchFamily="34" charset="0"/>
              <a:buChar char="•"/>
            </a:pPr>
            <a:r>
              <a:rPr lang="en-US" sz="2000" dirty="0">
                <a:solidFill>
                  <a:srgbClr val="2D3E50"/>
                </a:solidFill>
                <a:latin typeface="Roboto" panose="02000000000000000000" pitchFamily="2" charset="0"/>
                <a:ea typeface="Roboto" panose="02000000000000000000" pitchFamily="2" charset="0"/>
              </a:rPr>
              <a:t>Next Hub / Next </a:t>
            </a:r>
            <a:r>
              <a:rPr lang="en-US" sz="2000" dirty="0" err="1">
                <a:solidFill>
                  <a:srgbClr val="2D3E50"/>
                </a:solidFill>
                <a:latin typeface="Roboto" panose="02000000000000000000" pitchFamily="2" charset="0"/>
                <a:ea typeface="Roboto" panose="02000000000000000000" pitchFamily="2" charset="0"/>
              </a:rPr>
              <a:t>WiFi</a:t>
            </a:r>
            <a:r>
              <a:rPr lang="en-US" sz="2000" dirty="0">
                <a:solidFill>
                  <a:srgbClr val="2D3E50"/>
                </a:solidFill>
                <a:latin typeface="Roboto" panose="02000000000000000000" pitchFamily="2" charset="0"/>
                <a:ea typeface="Roboto" panose="02000000000000000000" pitchFamily="2" charset="0"/>
              </a:rPr>
              <a:t> routers</a:t>
            </a:r>
          </a:p>
        </p:txBody>
      </p:sp>
      <p:sp>
        <p:nvSpPr>
          <p:cNvPr id="5" name="!!Header whiteout">
            <a:extLst>
              <a:ext uri="{FF2B5EF4-FFF2-40B4-BE49-F238E27FC236}">
                <a16:creationId xmlns:a16="http://schemas.microsoft.com/office/drawing/2014/main" id="{2C646A3E-824A-79DF-9CBE-B943632DF81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0F09FCF5-F753-66F1-4561-F5DACFAFDDFE}"/>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09071696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3686205" y="3173472"/>
            <a:ext cx="4820550"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Hubs, Protocols, and Devices</a:t>
            </a:r>
          </a:p>
        </p:txBody>
      </p:sp>
      <p:cxnSp>
        <p:nvCxnSpPr>
          <p:cNvPr id="10" name="Straight Arrow Connector 9">
            <a:extLst>
              <a:ext uri="{FF2B5EF4-FFF2-40B4-BE49-F238E27FC236}">
                <a16:creationId xmlns:a16="http://schemas.microsoft.com/office/drawing/2014/main" id="{4DF26750-A64A-2203-F677-0B06AA987F5C}"/>
              </a:ext>
            </a:extLst>
          </p:cNvPr>
          <p:cNvCxnSpPr>
            <a:cxnSpLocks/>
          </p:cNvCxnSpPr>
          <p:nvPr/>
        </p:nvCxnSpPr>
        <p:spPr>
          <a:xfrm flipV="1">
            <a:off x="2631816" y="3618854"/>
            <a:ext cx="1648515" cy="1425425"/>
          </a:xfrm>
          <a:prstGeom prst="straightConnector1">
            <a:avLst/>
          </a:prstGeom>
          <a:ln>
            <a:solidFill>
              <a:schemeClr val="tx2"/>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A3ABF45-8AC1-205F-51EF-7D7E28035ABC}"/>
              </a:ext>
            </a:extLst>
          </p:cNvPr>
          <p:cNvCxnSpPr>
            <a:cxnSpLocks/>
          </p:cNvCxnSpPr>
          <p:nvPr/>
        </p:nvCxnSpPr>
        <p:spPr>
          <a:xfrm flipV="1">
            <a:off x="5707723" y="3618854"/>
            <a:ext cx="0" cy="1271537"/>
          </a:xfrm>
          <a:prstGeom prst="straightConnector1">
            <a:avLst/>
          </a:prstGeom>
          <a:ln>
            <a:solidFill>
              <a:schemeClr val="tx2"/>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8C7998E-7534-30C3-7D9B-736B60652CD6}"/>
              </a:ext>
            </a:extLst>
          </p:cNvPr>
          <p:cNvCxnSpPr>
            <a:cxnSpLocks/>
          </p:cNvCxnSpPr>
          <p:nvPr/>
        </p:nvCxnSpPr>
        <p:spPr>
          <a:xfrm flipH="1" flipV="1">
            <a:off x="7968974" y="3618854"/>
            <a:ext cx="1017767" cy="1271537"/>
          </a:xfrm>
          <a:prstGeom prst="straightConnector1">
            <a:avLst/>
          </a:prstGeom>
          <a:ln>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F4D6EE91-87D5-0013-7A58-ACA1AAB915B1}"/>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792200" y="4903452"/>
            <a:ext cx="1591677" cy="664877"/>
          </a:xfrm>
          <a:prstGeom prst="rect">
            <a:avLst/>
          </a:prstGeom>
        </p:spPr>
      </p:pic>
      <p:pic>
        <p:nvPicPr>
          <p:cNvPr id="4" name="Picture 3">
            <a:extLst>
              <a:ext uri="{FF2B5EF4-FFF2-40B4-BE49-F238E27FC236}">
                <a16:creationId xmlns:a16="http://schemas.microsoft.com/office/drawing/2014/main" id="{9E027E69-F519-647F-2E26-BA1ADE936508}"/>
              </a:ext>
            </a:extLst>
          </p:cNvPr>
          <p:cNvPicPr>
            <a:picLocks noChangeAspect="1"/>
          </p:cNvPicPr>
          <p:nvPr/>
        </p:nvPicPr>
        <p:blipFill>
          <a:blip r:embed="rId4"/>
          <a:srcRect/>
          <a:stretch/>
        </p:blipFill>
        <p:spPr>
          <a:xfrm>
            <a:off x="1353951" y="5185105"/>
            <a:ext cx="2555729" cy="383224"/>
          </a:xfrm>
          <a:prstGeom prst="rect">
            <a:avLst/>
          </a:prstGeom>
        </p:spPr>
      </p:pic>
      <p:grpSp>
        <p:nvGrpSpPr>
          <p:cNvPr id="5" name="Group 4">
            <a:extLst>
              <a:ext uri="{FF2B5EF4-FFF2-40B4-BE49-F238E27FC236}">
                <a16:creationId xmlns:a16="http://schemas.microsoft.com/office/drawing/2014/main" id="{45D5A7C1-3D70-0CE9-A6F2-37581E76FE17}"/>
              </a:ext>
            </a:extLst>
          </p:cNvPr>
          <p:cNvGrpSpPr/>
          <p:nvPr/>
        </p:nvGrpSpPr>
        <p:grpSpPr>
          <a:xfrm>
            <a:off x="9368112" y="5185105"/>
            <a:ext cx="804078" cy="1510692"/>
            <a:chOff x="2749295" y="7089060"/>
            <a:chExt cx="804078" cy="1510692"/>
          </a:xfrm>
        </p:grpSpPr>
        <p:pic>
          <p:nvPicPr>
            <p:cNvPr id="9" name="Stickman">
              <a:extLst>
                <a:ext uri="{FF2B5EF4-FFF2-40B4-BE49-F238E27FC236}">
                  <a16:creationId xmlns:a16="http://schemas.microsoft.com/office/drawing/2014/main" id="{718EFBF4-1276-8CC8-9F52-C877BD4555EB}"/>
                </a:ext>
              </a:extLst>
            </p:cNvPr>
            <p:cNvPicPr>
              <a:picLocks noChangeAspect="1"/>
            </p:cNvPicPr>
            <p:nvPr/>
          </p:nvPicPr>
          <p:blipFill>
            <a:blip r:embed="rId5">
              <a:extLst>
                <a:ext uri="{28A0092B-C50C-407E-A947-70E740481C1C}">
                  <a14:useLocalDpi xmlns:a14="http://schemas.microsoft.com/office/drawing/2010/main"/>
                </a:ext>
              </a:extLst>
            </a:blip>
            <a:srcRect/>
            <a:stretch/>
          </p:blipFill>
          <p:spPr>
            <a:xfrm>
              <a:off x="2749295" y="7089060"/>
              <a:ext cx="804078" cy="1510692"/>
            </a:xfrm>
            <a:prstGeom prst="rect">
              <a:avLst/>
            </a:prstGeom>
          </p:spPr>
        </p:pic>
        <p:sp>
          <p:nvSpPr>
            <p:cNvPr id="12" name="Eye 2">
              <a:extLst>
                <a:ext uri="{FF2B5EF4-FFF2-40B4-BE49-F238E27FC236}">
                  <a16:creationId xmlns:a16="http://schemas.microsoft.com/office/drawing/2014/main" id="{3D9D2DF5-7A03-2B52-3812-E0C84C956BC3}"/>
                </a:ext>
              </a:extLst>
            </p:cNvPr>
            <p:cNvSpPr/>
            <p:nvPr/>
          </p:nvSpPr>
          <p:spPr>
            <a:xfrm>
              <a:off x="3011332" y="7273329"/>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Eye 1">
              <a:extLst>
                <a:ext uri="{FF2B5EF4-FFF2-40B4-BE49-F238E27FC236}">
                  <a16:creationId xmlns:a16="http://schemas.microsoft.com/office/drawing/2014/main" id="{6069E1F0-05A2-12DB-B335-9C711C47335E}"/>
                </a:ext>
              </a:extLst>
            </p:cNvPr>
            <p:cNvSpPr/>
            <p:nvPr/>
          </p:nvSpPr>
          <p:spPr>
            <a:xfrm>
              <a:off x="3148728" y="7268564"/>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5" name="Smile">
              <a:extLst>
                <a:ext uri="{FF2B5EF4-FFF2-40B4-BE49-F238E27FC236}">
                  <a16:creationId xmlns:a16="http://schemas.microsoft.com/office/drawing/2014/main" id="{755A31B1-0FFB-D541-663B-68D0C16725FB}"/>
                </a:ext>
              </a:extLst>
            </p:cNvPr>
            <p:cNvSpPr/>
            <p:nvPr/>
          </p:nvSpPr>
          <p:spPr>
            <a:xfrm>
              <a:off x="3002824" y="7378073"/>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Speech3">
            <a:extLst>
              <a:ext uri="{FF2B5EF4-FFF2-40B4-BE49-F238E27FC236}">
                <a16:creationId xmlns:a16="http://schemas.microsoft.com/office/drawing/2014/main" id="{F2A8D7F4-3F24-348B-889C-66F92ECA0AF1}"/>
              </a:ext>
            </a:extLst>
          </p:cNvPr>
          <p:cNvSpPr/>
          <p:nvPr/>
        </p:nvSpPr>
        <p:spPr>
          <a:xfrm>
            <a:off x="9148573" y="4566964"/>
            <a:ext cx="2162918" cy="390011"/>
          </a:xfrm>
          <a:prstGeom prst="wedgeRectCallout">
            <a:avLst>
              <a:gd name="adj1" fmla="val -23158"/>
              <a:gd name="adj2" fmla="val 88786"/>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peech box 3">
            <a:extLst>
              <a:ext uri="{FF2B5EF4-FFF2-40B4-BE49-F238E27FC236}">
                <a16:creationId xmlns:a16="http://schemas.microsoft.com/office/drawing/2014/main" id="{FD6EA430-8E45-D871-1222-76476B032B8F}"/>
              </a:ext>
            </a:extLst>
          </p:cNvPr>
          <p:cNvSpPr txBox="1"/>
          <p:nvPr/>
        </p:nvSpPr>
        <p:spPr>
          <a:xfrm>
            <a:off x="9148573" y="4587643"/>
            <a:ext cx="276257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Let's GOOOOOOOO!</a:t>
            </a:r>
          </a:p>
        </p:txBody>
      </p:sp>
      <p:pic>
        <p:nvPicPr>
          <p:cNvPr id="18" name="Zigbee pic" descr="See the source image">
            <a:extLst>
              <a:ext uri="{FF2B5EF4-FFF2-40B4-BE49-F238E27FC236}">
                <a16:creationId xmlns:a16="http://schemas.microsoft.com/office/drawing/2014/main" id="{2B6CF52C-153D-4802-5D81-FE86939CC106}"/>
              </a:ext>
            </a:extLst>
          </p:cNvPr>
          <p:cNvPicPr>
            <a:picLocks noChangeAspect="1" noChangeArrowheads="1"/>
          </p:cNvPicPr>
          <p:nvPr/>
        </p:nvPicPr>
        <p:blipFill>
          <a:blip r:embed="rId6" cstate="hqprint">
            <a:extLst>
              <a:ext uri="{28A0092B-C50C-407E-A947-70E740481C1C}">
                <a14:useLocalDpi xmlns:a14="http://schemas.microsoft.com/office/drawing/2010/main"/>
              </a:ext>
            </a:extLst>
          </a:blip>
          <a:srcRect/>
          <a:stretch>
            <a:fillRect/>
          </a:stretch>
        </p:blipFill>
        <p:spPr bwMode="auto">
          <a:xfrm>
            <a:off x="4926709" y="5721898"/>
            <a:ext cx="1562028" cy="375253"/>
          </a:xfrm>
          <a:prstGeom prst="rect">
            <a:avLst/>
          </a:prstGeom>
          <a:noFill/>
          <a:extLst>
            <a:ext uri="{909E8E84-426E-40DD-AFC4-6F175D3DCCD1}">
              <a14:hiddenFill xmlns:a14="http://schemas.microsoft.com/office/drawing/2010/main">
                <a:solidFill>
                  <a:srgbClr val="FFFFFF"/>
                </a:solidFill>
              </a14:hiddenFill>
            </a:ext>
          </a:extLst>
        </p:spPr>
      </p:pic>
      <p:pic>
        <p:nvPicPr>
          <p:cNvPr id="19" name="Matter pic">
            <a:extLst>
              <a:ext uri="{FF2B5EF4-FFF2-40B4-BE49-F238E27FC236}">
                <a16:creationId xmlns:a16="http://schemas.microsoft.com/office/drawing/2014/main" id="{5EA16BC5-4767-2747-EF46-890953D6792F}"/>
              </a:ext>
            </a:extLst>
          </p:cNvPr>
          <p:cNvPicPr>
            <a:picLocks noChangeAspect="1"/>
          </p:cNvPicPr>
          <p:nvPr/>
        </p:nvPicPr>
        <p:blipFill>
          <a:blip r:embed="rId7" cstate="hqprint">
            <a:extLst>
              <a:ext uri="{28A0092B-C50C-407E-A947-70E740481C1C}">
                <a14:useLocalDpi xmlns:a14="http://schemas.microsoft.com/office/drawing/2010/main"/>
              </a:ext>
            </a:extLst>
          </a:blip>
          <a:stretch>
            <a:fillRect/>
          </a:stretch>
        </p:blipFill>
        <p:spPr>
          <a:xfrm>
            <a:off x="4657410" y="6047500"/>
            <a:ext cx="2100626" cy="727589"/>
          </a:xfrm>
          <a:prstGeom prst="rect">
            <a:avLst/>
          </a:prstGeom>
        </p:spPr>
      </p:pic>
      <p:pic>
        <p:nvPicPr>
          <p:cNvPr id="24" name="Picture 23">
            <a:extLst>
              <a:ext uri="{FF2B5EF4-FFF2-40B4-BE49-F238E27FC236}">
                <a16:creationId xmlns:a16="http://schemas.microsoft.com/office/drawing/2014/main" id="{F957B662-8E0F-0392-02EA-9A6B5BF33205}"/>
              </a:ext>
            </a:extLst>
          </p:cNvPr>
          <p:cNvPicPr>
            <a:picLocks noChangeAspect="1"/>
          </p:cNvPicPr>
          <p:nvPr/>
        </p:nvPicPr>
        <p:blipFill>
          <a:blip r:embed="rId8"/>
          <a:stretch>
            <a:fillRect/>
          </a:stretch>
        </p:blipFill>
        <p:spPr>
          <a:xfrm>
            <a:off x="0" y="7979351"/>
            <a:ext cx="15857566" cy="7501949"/>
          </a:xfrm>
          <a:prstGeom prst="rect">
            <a:avLst/>
          </a:prstGeom>
        </p:spPr>
      </p:pic>
      <p:sp>
        <p:nvSpPr>
          <p:cNvPr id="6" name="!!Header whiteout">
            <a:extLst>
              <a:ext uri="{FF2B5EF4-FFF2-40B4-BE49-F238E27FC236}">
                <a16:creationId xmlns:a16="http://schemas.microsoft.com/office/drawing/2014/main" id="{CFC0DA8C-6270-8B15-4B3C-DFD72700B32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D8873FD3-15D0-19E3-2193-ED519D2D100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13539686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4121426" y="1103372"/>
            <a:ext cx="3950120"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Devices</a:t>
            </a:r>
          </a:p>
        </p:txBody>
      </p:sp>
      <p:grpSp>
        <p:nvGrpSpPr>
          <p:cNvPr id="6" name="Group 5">
            <a:extLst>
              <a:ext uri="{FF2B5EF4-FFF2-40B4-BE49-F238E27FC236}">
                <a16:creationId xmlns:a16="http://schemas.microsoft.com/office/drawing/2014/main" id="{906336EE-6FD4-4E01-89E4-FBD5B40039D2}"/>
              </a:ext>
            </a:extLst>
          </p:cNvPr>
          <p:cNvGrpSpPr/>
          <p:nvPr/>
        </p:nvGrpSpPr>
        <p:grpSpPr>
          <a:xfrm>
            <a:off x="13762312" y="5347308"/>
            <a:ext cx="804078" cy="1510692"/>
            <a:chOff x="2749295" y="7089060"/>
            <a:chExt cx="804078" cy="1510692"/>
          </a:xfrm>
        </p:grpSpPr>
        <p:pic>
          <p:nvPicPr>
            <p:cNvPr id="7" name="Stickman">
              <a:extLst>
                <a:ext uri="{FF2B5EF4-FFF2-40B4-BE49-F238E27FC236}">
                  <a16:creationId xmlns:a16="http://schemas.microsoft.com/office/drawing/2014/main" id="{C2127E48-D035-0DC8-2CD6-6F5C8DCCEB8C}"/>
                </a:ext>
              </a:extLst>
            </p:cNvPr>
            <p:cNvPicPr>
              <a:picLocks noChangeAspect="1"/>
            </p:cNvPicPr>
            <p:nvPr/>
          </p:nvPicPr>
          <p:blipFill>
            <a:blip r:embed="rId3">
              <a:extLst>
                <a:ext uri="{28A0092B-C50C-407E-A947-70E740481C1C}">
                  <a14:useLocalDpi xmlns:a14="http://schemas.microsoft.com/office/drawing/2010/main"/>
                </a:ext>
              </a:extLst>
            </a:blip>
            <a:srcRect/>
            <a:stretch/>
          </p:blipFill>
          <p:spPr>
            <a:xfrm>
              <a:off x="2749295" y="7089060"/>
              <a:ext cx="804078" cy="1510692"/>
            </a:xfrm>
            <a:prstGeom prst="rect">
              <a:avLst/>
            </a:prstGeom>
          </p:spPr>
        </p:pic>
        <p:sp>
          <p:nvSpPr>
            <p:cNvPr id="8" name="Eye 2">
              <a:extLst>
                <a:ext uri="{FF2B5EF4-FFF2-40B4-BE49-F238E27FC236}">
                  <a16:creationId xmlns:a16="http://schemas.microsoft.com/office/drawing/2014/main" id="{90D6B0DA-D2EF-20A6-5CD4-D223303307C4}"/>
                </a:ext>
              </a:extLst>
            </p:cNvPr>
            <p:cNvSpPr/>
            <p:nvPr/>
          </p:nvSpPr>
          <p:spPr>
            <a:xfrm>
              <a:off x="3011332" y="7273329"/>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0" name="Eye 1">
              <a:extLst>
                <a:ext uri="{FF2B5EF4-FFF2-40B4-BE49-F238E27FC236}">
                  <a16:creationId xmlns:a16="http://schemas.microsoft.com/office/drawing/2014/main" id="{0F043BD1-03AC-6F18-BBCD-74CB6025589C}"/>
                </a:ext>
              </a:extLst>
            </p:cNvPr>
            <p:cNvSpPr/>
            <p:nvPr/>
          </p:nvSpPr>
          <p:spPr>
            <a:xfrm>
              <a:off x="3148728" y="7268564"/>
              <a:ext cx="45719" cy="45719"/>
            </a:xfrm>
            <a:prstGeom prst="ellipse">
              <a:avLst/>
            </a:prstGeom>
            <a:solidFill>
              <a:schemeClr val="accent1"/>
            </a:solidFill>
            <a:ln>
              <a:solidFill>
                <a:schemeClr val="accent1"/>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1" name="Smile">
              <a:extLst>
                <a:ext uri="{FF2B5EF4-FFF2-40B4-BE49-F238E27FC236}">
                  <a16:creationId xmlns:a16="http://schemas.microsoft.com/office/drawing/2014/main" id="{B6C595F8-D771-DFCD-D46E-031A5435821E}"/>
                </a:ext>
              </a:extLst>
            </p:cNvPr>
            <p:cNvSpPr/>
            <p:nvPr/>
          </p:nvSpPr>
          <p:spPr>
            <a:xfrm>
              <a:off x="3002824" y="7378073"/>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 name="!!Speech3">
            <a:extLst>
              <a:ext uri="{FF2B5EF4-FFF2-40B4-BE49-F238E27FC236}">
                <a16:creationId xmlns:a16="http://schemas.microsoft.com/office/drawing/2014/main" id="{DD3642C0-AC96-294F-0B2F-967FBFFDB238}"/>
              </a:ext>
            </a:extLst>
          </p:cNvPr>
          <p:cNvSpPr/>
          <p:nvPr/>
        </p:nvSpPr>
        <p:spPr>
          <a:xfrm>
            <a:off x="13542773" y="4729167"/>
            <a:ext cx="2162918" cy="390011"/>
          </a:xfrm>
          <a:prstGeom prst="wedgeRectCallout">
            <a:avLst>
              <a:gd name="adj1" fmla="val -23158"/>
              <a:gd name="adj2" fmla="val 88786"/>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peech box 3">
            <a:extLst>
              <a:ext uri="{FF2B5EF4-FFF2-40B4-BE49-F238E27FC236}">
                <a16:creationId xmlns:a16="http://schemas.microsoft.com/office/drawing/2014/main" id="{075C936B-32EF-FD92-B986-A1BD77521310}"/>
              </a:ext>
            </a:extLst>
          </p:cNvPr>
          <p:cNvSpPr txBox="1"/>
          <p:nvPr/>
        </p:nvSpPr>
        <p:spPr>
          <a:xfrm>
            <a:off x="13542773" y="4749846"/>
            <a:ext cx="276257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Let's GOOOOOOOO!</a:t>
            </a:r>
          </a:p>
        </p:txBody>
      </p:sp>
      <p:pic>
        <p:nvPicPr>
          <p:cNvPr id="33" name="Picture 32">
            <a:extLst>
              <a:ext uri="{FF2B5EF4-FFF2-40B4-BE49-F238E27FC236}">
                <a16:creationId xmlns:a16="http://schemas.microsoft.com/office/drawing/2014/main" id="{85640492-885F-BF53-A678-572067FA069B}"/>
              </a:ext>
            </a:extLst>
          </p:cNvPr>
          <p:cNvPicPr>
            <a:picLocks noChangeAspect="1"/>
          </p:cNvPicPr>
          <p:nvPr/>
        </p:nvPicPr>
        <p:blipFill>
          <a:blip r:embed="rId4"/>
          <a:srcRect/>
          <a:stretch/>
        </p:blipFill>
        <p:spPr>
          <a:xfrm>
            <a:off x="-1368" y="1845251"/>
            <a:ext cx="15784101" cy="7501949"/>
          </a:xfrm>
          <a:prstGeom prst="rect">
            <a:avLst/>
          </a:prstGeom>
        </p:spPr>
      </p:pic>
      <p:pic>
        <p:nvPicPr>
          <p:cNvPr id="38" name="Picture 37">
            <a:extLst>
              <a:ext uri="{FF2B5EF4-FFF2-40B4-BE49-F238E27FC236}">
                <a16:creationId xmlns:a16="http://schemas.microsoft.com/office/drawing/2014/main" id="{F3F495C3-9A64-9DE1-688F-FE850CE04828}"/>
              </a:ext>
            </a:extLst>
          </p:cNvPr>
          <p:cNvPicPr>
            <a:picLocks noChangeAspect="1"/>
          </p:cNvPicPr>
          <p:nvPr/>
        </p:nvPicPr>
        <p:blipFill>
          <a:blip r:embed="rId5"/>
          <a:srcRect/>
          <a:stretch/>
        </p:blipFill>
        <p:spPr>
          <a:xfrm>
            <a:off x="3208417" y="1837963"/>
            <a:ext cx="5110424" cy="5804808"/>
          </a:xfrm>
          <a:prstGeom prst="rect">
            <a:avLst/>
          </a:prstGeom>
        </p:spPr>
      </p:pic>
      <p:sp>
        <p:nvSpPr>
          <p:cNvPr id="2" name="!!Header whiteout">
            <a:extLst>
              <a:ext uri="{FF2B5EF4-FFF2-40B4-BE49-F238E27FC236}">
                <a16:creationId xmlns:a16="http://schemas.microsoft.com/office/drawing/2014/main" id="{DE74FB61-AA0C-EBFB-CDF1-6E5E0B9EABBA}"/>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A1A76D9B-0897-DBDE-9E03-69E7B631266D}"/>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673856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p:cTn id="7" dur="500" fill="hold"/>
                                        <p:tgtEl>
                                          <p:spTgt spid="38"/>
                                        </p:tgtEl>
                                        <p:attrNameLst>
                                          <p:attrName>ppt_w</p:attrName>
                                        </p:attrNameLst>
                                      </p:cBhvr>
                                      <p:tavLst>
                                        <p:tav tm="0">
                                          <p:val>
                                            <p:fltVal val="0"/>
                                          </p:val>
                                        </p:tav>
                                        <p:tav tm="100000">
                                          <p:val>
                                            <p:strVal val="#ppt_w"/>
                                          </p:val>
                                        </p:tav>
                                      </p:tavLst>
                                    </p:anim>
                                    <p:anim calcmode="lin" valueType="num">
                                      <p:cBhvr>
                                        <p:cTn id="8" dur="500" fill="hold"/>
                                        <p:tgtEl>
                                          <p:spTgt spid="38"/>
                                        </p:tgtEl>
                                        <p:attrNameLst>
                                          <p:attrName>ppt_h</p:attrName>
                                        </p:attrNameLst>
                                      </p:cBhvr>
                                      <p:tavLst>
                                        <p:tav tm="0">
                                          <p:val>
                                            <p:fltVal val="0"/>
                                          </p:val>
                                        </p:tav>
                                        <p:tav tm="100000">
                                          <p:val>
                                            <p:strVal val="#ppt_h"/>
                                          </p:val>
                                        </p:tav>
                                      </p:tavLst>
                                    </p:anim>
                                    <p:animEffect transition="in" filter="fade">
                                      <p:cBhvr>
                                        <p:cTn id="9" dur="500"/>
                                        <p:tgtEl>
                                          <p:spTgt spid="38"/>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xit" presetSubtype="32" fill="hold" nodeType="clickEffect">
                                  <p:stCondLst>
                                    <p:cond delay="0"/>
                                  </p:stCondLst>
                                  <p:childTnLst>
                                    <p:anim calcmode="lin" valueType="num">
                                      <p:cBhvr>
                                        <p:cTn id="13" dur="500"/>
                                        <p:tgtEl>
                                          <p:spTgt spid="38"/>
                                        </p:tgtEl>
                                        <p:attrNameLst>
                                          <p:attrName>ppt_w</p:attrName>
                                        </p:attrNameLst>
                                      </p:cBhvr>
                                      <p:tavLst>
                                        <p:tav tm="0">
                                          <p:val>
                                            <p:strVal val="ppt_w"/>
                                          </p:val>
                                        </p:tav>
                                        <p:tav tm="100000">
                                          <p:val>
                                            <p:fltVal val="0"/>
                                          </p:val>
                                        </p:tav>
                                      </p:tavLst>
                                    </p:anim>
                                    <p:anim calcmode="lin" valueType="num">
                                      <p:cBhvr>
                                        <p:cTn id="14" dur="500"/>
                                        <p:tgtEl>
                                          <p:spTgt spid="38"/>
                                        </p:tgtEl>
                                        <p:attrNameLst>
                                          <p:attrName>ppt_h</p:attrName>
                                        </p:attrNameLst>
                                      </p:cBhvr>
                                      <p:tavLst>
                                        <p:tav tm="0">
                                          <p:val>
                                            <p:strVal val="ppt_h"/>
                                          </p:val>
                                        </p:tav>
                                        <p:tav tm="100000">
                                          <p:val>
                                            <p:fltVal val="0"/>
                                          </p:val>
                                        </p:tav>
                                      </p:tavLst>
                                    </p:anim>
                                    <p:animEffect transition="out" filter="fade">
                                      <p:cBhvr>
                                        <p:cTn id="15" dur="500"/>
                                        <p:tgtEl>
                                          <p:spTgt spid="38"/>
                                        </p:tgtEl>
                                      </p:cBhvr>
                                    </p:animEffect>
                                    <p:set>
                                      <p:cBhvr>
                                        <p:cTn id="16" dur="1" fill="hold">
                                          <p:stCondLst>
                                            <p:cond delay="499"/>
                                          </p:stCondLst>
                                        </p:cTn>
                                        <p:tgtEl>
                                          <p:spTgt spid="3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4121426" y="1103372"/>
            <a:ext cx="3950120"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Devices</a:t>
            </a:r>
          </a:p>
        </p:txBody>
      </p:sp>
      <p:pic>
        <p:nvPicPr>
          <p:cNvPr id="2" name="Picture 1">
            <a:extLst>
              <a:ext uri="{FF2B5EF4-FFF2-40B4-BE49-F238E27FC236}">
                <a16:creationId xmlns:a16="http://schemas.microsoft.com/office/drawing/2014/main" id="{B63858B0-D826-2458-E6A3-D16808573C44}"/>
              </a:ext>
            </a:extLst>
          </p:cNvPr>
          <p:cNvPicPr>
            <a:picLocks noChangeAspect="1"/>
          </p:cNvPicPr>
          <p:nvPr/>
        </p:nvPicPr>
        <p:blipFill>
          <a:blip r:embed="rId3"/>
          <a:srcRect/>
          <a:stretch/>
        </p:blipFill>
        <p:spPr>
          <a:xfrm>
            <a:off x="-1368" y="1845251"/>
            <a:ext cx="15784101" cy="7501948"/>
          </a:xfrm>
          <a:prstGeom prst="rect">
            <a:avLst/>
          </a:prstGeom>
        </p:spPr>
      </p:pic>
      <p:grpSp>
        <p:nvGrpSpPr>
          <p:cNvPr id="5" name="Arrow">
            <a:extLst>
              <a:ext uri="{FF2B5EF4-FFF2-40B4-BE49-F238E27FC236}">
                <a16:creationId xmlns:a16="http://schemas.microsoft.com/office/drawing/2014/main" id="{28C2A1C5-0379-0EC9-AF7B-4D089380D69D}"/>
              </a:ext>
            </a:extLst>
          </p:cNvPr>
          <p:cNvGrpSpPr>
            <a:grpSpLocks noChangeAspect="1"/>
          </p:cNvGrpSpPr>
          <p:nvPr/>
        </p:nvGrpSpPr>
        <p:grpSpPr bwMode="auto">
          <a:xfrm rot="5181494">
            <a:off x="4890400" y="4901131"/>
            <a:ext cx="904172" cy="943180"/>
            <a:chOff x="1328" y="0"/>
            <a:chExt cx="3106" cy="3240"/>
          </a:xfrm>
          <a:solidFill>
            <a:srgbClr val="C00000"/>
          </a:solidFill>
        </p:grpSpPr>
        <p:sp>
          <p:nvSpPr>
            <p:cNvPr id="6" name="Freeform 716">
              <a:extLst>
                <a:ext uri="{FF2B5EF4-FFF2-40B4-BE49-F238E27FC236}">
                  <a16:creationId xmlns:a16="http://schemas.microsoft.com/office/drawing/2014/main" id="{7ED90648-F007-73E7-E4D5-5FE859C55643}"/>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 name="Freeform 717">
              <a:extLst>
                <a:ext uri="{FF2B5EF4-FFF2-40B4-BE49-F238E27FC236}">
                  <a16:creationId xmlns:a16="http://schemas.microsoft.com/office/drawing/2014/main" id="{0045CDFC-25C4-F7E9-404E-8CD36DC1634A}"/>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 name="Freeform 718">
              <a:extLst>
                <a:ext uri="{FF2B5EF4-FFF2-40B4-BE49-F238E27FC236}">
                  <a16:creationId xmlns:a16="http://schemas.microsoft.com/office/drawing/2014/main" id="{1B1A3B58-6E81-2351-32F2-CB0DA52B4AD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 name="Freeform 719">
              <a:extLst>
                <a:ext uri="{FF2B5EF4-FFF2-40B4-BE49-F238E27FC236}">
                  <a16:creationId xmlns:a16="http://schemas.microsoft.com/office/drawing/2014/main" id="{14A2E2A9-E05B-6258-3C73-DBF333A63E06}"/>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 name="Freeform 720">
              <a:extLst>
                <a:ext uri="{FF2B5EF4-FFF2-40B4-BE49-F238E27FC236}">
                  <a16:creationId xmlns:a16="http://schemas.microsoft.com/office/drawing/2014/main" id="{5D295DF8-DC47-DAC0-1D52-2D742CE851C3}"/>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 name="Freeform 721">
              <a:extLst>
                <a:ext uri="{FF2B5EF4-FFF2-40B4-BE49-F238E27FC236}">
                  <a16:creationId xmlns:a16="http://schemas.microsoft.com/office/drawing/2014/main" id="{6BF0765F-2256-F482-8D5E-FAFB1F8D65E5}"/>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 name="Freeform 722">
              <a:extLst>
                <a:ext uri="{FF2B5EF4-FFF2-40B4-BE49-F238E27FC236}">
                  <a16:creationId xmlns:a16="http://schemas.microsoft.com/office/drawing/2014/main" id="{2570E480-9CF1-3188-B7C8-BC632057C105}"/>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 name="Freeform 723">
              <a:extLst>
                <a:ext uri="{FF2B5EF4-FFF2-40B4-BE49-F238E27FC236}">
                  <a16:creationId xmlns:a16="http://schemas.microsoft.com/office/drawing/2014/main" id="{54D2B3E9-6275-E151-DAFB-25CE4CFB0728}"/>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 name="Freeform 724">
              <a:extLst>
                <a:ext uri="{FF2B5EF4-FFF2-40B4-BE49-F238E27FC236}">
                  <a16:creationId xmlns:a16="http://schemas.microsoft.com/office/drawing/2014/main" id="{C72EAB73-6F26-FFF5-7E78-1057E06AC09F}"/>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25">
              <a:extLst>
                <a:ext uri="{FF2B5EF4-FFF2-40B4-BE49-F238E27FC236}">
                  <a16:creationId xmlns:a16="http://schemas.microsoft.com/office/drawing/2014/main" id="{070F80BC-CAEE-8E79-3BC3-DE6D9E93C997}"/>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 name="Freeform 726">
              <a:extLst>
                <a:ext uri="{FF2B5EF4-FFF2-40B4-BE49-F238E27FC236}">
                  <a16:creationId xmlns:a16="http://schemas.microsoft.com/office/drawing/2014/main" id="{080CE342-1FD5-1B85-202E-12A138A4B5EA}"/>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27">
              <a:extLst>
                <a:ext uri="{FF2B5EF4-FFF2-40B4-BE49-F238E27FC236}">
                  <a16:creationId xmlns:a16="http://schemas.microsoft.com/office/drawing/2014/main" id="{49EDABDC-D7D7-C9B3-F432-13E635A1CA64}"/>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28">
              <a:extLst>
                <a:ext uri="{FF2B5EF4-FFF2-40B4-BE49-F238E27FC236}">
                  <a16:creationId xmlns:a16="http://schemas.microsoft.com/office/drawing/2014/main" id="{787B7EB0-810D-A9DA-83C8-4E7EA225CFF6}"/>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9">
              <a:extLst>
                <a:ext uri="{FF2B5EF4-FFF2-40B4-BE49-F238E27FC236}">
                  <a16:creationId xmlns:a16="http://schemas.microsoft.com/office/drawing/2014/main" id="{D1B63BE8-A2FC-619D-9215-E7C661F41B6A}"/>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30">
              <a:extLst>
                <a:ext uri="{FF2B5EF4-FFF2-40B4-BE49-F238E27FC236}">
                  <a16:creationId xmlns:a16="http://schemas.microsoft.com/office/drawing/2014/main" id="{5A21380B-9257-3F7A-7672-EE93D463AFF6}"/>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31">
              <a:extLst>
                <a:ext uri="{FF2B5EF4-FFF2-40B4-BE49-F238E27FC236}">
                  <a16:creationId xmlns:a16="http://schemas.microsoft.com/office/drawing/2014/main" id="{F566BB1B-2349-2C0A-7D34-E253C3E4E827}"/>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32">
              <a:extLst>
                <a:ext uri="{FF2B5EF4-FFF2-40B4-BE49-F238E27FC236}">
                  <a16:creationId xmlns:a16="http://schemas.microsoft.com/office/drawing/2014/main" id="{931A0F15-B755-E8FF-0CCC-2E8E7571C433}"/>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33">
              <a:extLst>
                <a:ext uri="{FF2B5EF4-FFF2-40B4-BE49-F238E27FC236}">
                  <a16:creationId xmlns:a16="http://schemas.microsoft.com/office/drawing/2014/main" id="{A3AE82E9-123C-B9AC-29D4-2B3F0EB2C07D}"/>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34">
              <a:extLst>
                <a:ext uri="{FF2B5EF4-FFF2-40B4-BE49-F238E27FC236}">
                  <a16:creationId xmlns:a16="http://schemas.microsoft.com/office/drawing/2014/main" id="{77A17AC4-4783-E93E-0E36-0D197D7E7B32}"/>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35">
              <a:extLst>
                <a:ext uri="{FF2B5EF4-FFF2-40B4-BE49-F238E27FC236}">
                  <a16:creationId xmlns:a16="http://schemas.microsoft.com/office/drawing/2014/main" id="{5016A6C7-BE95-BC8F-8B64-2DC31BE5B417}"/>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36">
              <a:extLst>
                <a:ext uri="{FF2B5EF4-FFF2-40B4-BE49-F238E27FC236}">
                  <a16:creationId xmlns:a16="http://schemas.microsoft.com/office/drawing/2014/main" id="{4E1EDDD1-0A33-62E6-1777-FAE0855E6B68}"/>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37">
              <a:extLst>
                <a:ext uri="{FF2B5EF4-FFF2-40B4-BE49-F238E27FC236}">
                  <a16:creationId xmlns:a16="http://schemas.microsoft.com/office/drawing/2014/main" id="{6E05797C-A94C-65D9-9AE5-EEDE94E6352C}"/>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8">
              <a:extLst>
                <a:ext uri="{FF2B5EF4-FFF2-40B4-BE49-F238E27FC236}">
                  <a16:creationId xmlns:a16="http://schemas.microsoft.com/office/drawing/2014/main" id="{AAF86183-5857-3B9E-D6E5-5E1F6E1DA552}"/>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9">
              <a:extLst>
                <a:ext uri="{FF2B5EF4-FFF2-40B4-BE49-F238E27FC236}">
                  <a16:creationId xmlns:a16="http://schemas.microsoft.com/office/drawing/2014/main" id="{2361D4C3-ECC2-2E29-10AA-69CACD1EF73D}"/>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40">
              <a:extLst>
                <a:ext uri="{FF2B5EF4-FFF2-40B4-BE49-F238E27FC236}">
                  <a16:creationId xmlns:a16="http://schemas.microsoft.com/office/drawing/2014/main" id="{1704EA03-F68E-8CC0-68E3-02D7E0882972}"/>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41">
              <a:extLst>
                <a:ext uri="{FF2B5EF4-FFF2-40B4-BE49-F238E27FC236}">
                  <a16:creationId xmlns:a16="http://schemas.microsoft.com/office/drawing/2014/main" id="{96BEBECD-6FF0-5E16-CDDE-434CA0E79D4E}"/>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42">
              <a:extLst>
                <a:ext uri="{FF2B5EF4-FFF2-40B4-BE49-F238E27FC236}">
                  <a16:creationId xmlns:a16="http://schemas.microsoft.com/office/drawing/2014/main" id="{13619C91-C7DC-8181-7FD2-691DE557D91E}"/>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43">
              <a:extLst>
                <a:ext uri="{FF2B5EF4-FFF2-40B4-BE49-F238E27FC236}">
                  <a16:creationId xmlns:a16="http://schemas.microsoft.com/office/drawing/2014/main" id="{3A30DD91-4852-00BA-8CD0-E61716615534}"/>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44">
              <a:extLst>
                <a:ext uri="{FF2B5EF4-FFF2-40B4-BE49-F238E27FC236}">
                  <a16:creationId xmlns:a16="http://schemas.microsoft.com/office/drawing/2014/main" id="{EFED3543-A696-D3FB-E80E-C323DED5454B}"/>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45">
              <a:extLst>
                <a:ext uri="{FF2B5EF4-FFF2-40B4-BE49-F238E27FC236}">
                  <a16:creationId xmlns:a16="http://schemas.microsoft.com/office/drawing/2014/main" id="{659221FE-47D1-336E-494A-A467B953DDDF}"/>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46">
              <a:extLst>
                <a:ext uri="{FF2B5EF4-FFF2-40B4-BE49-F238E27FC236}">
                  <a16:creationId xmlns:a16="http://schemas.microsoft.com/office/drawing/2014/main" id="{AFC2CE81-A620-F0AE-3AC7-E72C631A5C54}"/>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47">
              <a:extLst>
                <a:ext uri="{FF2B5EF4-FFF2-40B4-BE49-F238E27FC236}">
                  <a16:creationId xmlns:a16="http://schemas.microsoft.com/office/drawing/2014/main" id="{C5A6DC56-5F05-2BFA-2570-A8264D83F66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8">
              <a:extLst>
                <a:ext uri="{FF2B5EF4-FFF2-40B4-BE49-F238E27FC236}">
                  <a16:creationId xmlns:a16="http://schemas.microsoft.com/office/drawing/2014/main" id="{5FF046EE-0A61-18F3-E6DA-8D3836CF940E}"/>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9">
              <a:extLst>
                <a:ext uri="{FF2B5EF4-FFF2-40B4-BE49-F238E27FC236}">
                  <a16:creationId xmlns:a16="http://schemas.microsoft.com/office/drawing/2014/main" id="{10DB648F-5A7B-8961-1F7E-91BC5F7D72E8}"/>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50">
              <a:extLst>
                <a:ext uri="{FF2B5EF4-FFF2-40B4-BE49-F238E27FC236}">
                  <a16:creationId xmlns:a16="http://schemas.microsoft.com/office/drawing/2014/main" id="{5835EEDD-9E72-4EB5-096F-7E0D5FF576A1}"/>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51">
              <a:extLst>
                <a:ext uri="{FF2B5EF4-FFF2-40B4-BE49-F238E27FC236}">
                  <a16:creationId xmlns:a16="http://schemas.microsoft.com/office/drawing/2014/main" id="{05E9A8FF-A779-218C-4723-CE2D606AE1F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52">
              <a:extLst>
                <a:ext uri="{FF2B5EF4-FFF2-40B4-BE49-F238E27FC236}">
                  <a16:creationId xmlns:a16="http://schemas.microsoft.com/office/drawing/2014/main" id="{81E62691-78FC-6C18-D780-13D9C630A4B5}"/>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53">
              <a:extLst>
                <a:ext uri="{FF2B5EF4-FFF2-40B4-BE49-F238E27FC236}">
                  <a16:creationId xmlns:a16="http://schemas.microsoft.com/office/drawing/2014/main" id="{CA8D79BE-5AA9-E2DA-A798-26D7220E2E82}"/>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54">
              <a:extLst>
                <a:ext uri="{FF2B5EF4-FFF2-40B4-BE49-F238E27FC236}">
                  <a16:creationId xmlns:a16="http://schemas.microsoft.com/office/drawing/2014/main" id="{4A286E49-2503-B8E5-E5FD-BA15B0C4EA1C}"/>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55">
              <a:extLst>
                <a:ext uri="{FF2B5EF4-FFF2-40B4-BE49-F238E27FC236}">
                  <a16:creationId xmlns:a16="http://schemas.microsoft.com/office/drawing/2014/main" id="{54D20E61-8757-736E-DA57-8F60068B7D76}"/>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56">
              <a:extLst>
                <a:ext uri="{FF2B5EF4-FFF2-40B4-BE49-F238E27FC236}">
                  <a16:creationId xmlns:a16="http://schemas.microsoft.com/office/drawing/2014/main" id="{7124C10A-A3CD-5348-5A90-4C70B2726E9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57">
              <a:extLst>
                <a:ext uri="{FF2B5EF4-FFF2-40B4-BE49-F238E27FC236}">
                  <a16:creationId xmlns:a16="http://schemas.microsoft.com/office/drawing/2014/main" id="{435EE323-F5C1-335D-3E71-77E0FE014B56}"/>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58">
              <a:extLst>
                <a:ext uri="{FF2B5EF4-FFF2-40B4-BE49-F238E27FC236}">
                  <a16:creationId xmlns:a16="http://schemas.microsoft.com/office/drawing/2014/main" id="{39DCCFE6-E150-C97A-4C94-B509EAA57409}"/>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59">
              <a:extLst>
                <a:ext uri="{FF2B5EF4-FFF2-40B4-BE49-F238E27FC236}">
                  <a16:creationId xmlns:a16="http://schemas.microsoft.com/office/drawing/2014/main" id="{1FC33087-2E94-C36E-48A1-7A835B992A85}"/>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60">
              <a:extLst>
                <a:ext uri="{FF2B5EF4-FFF2-40B4-BE49-F238E27FC236}">
                  <a16:creationId xmlns:a16="http://schemas.microsoft.com/office/drawing/2014/main" id="{B53FE1E4-50A3-79B1-14E0-0EA13E5D94DE}"/>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61">
              <a:extLst>
                <a:ext uri="{FF2B5EF4-FFF2-40B4-BE49-F238E27FC236}">
                  <a16:creationId xmlns:a16="http://schemas.microsoft.com/office/drawing/2014/main" id="{EC07255C-6DEB-67B2-8375-9D79D8C2AC5A}"/>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62">
              <a:extLst>
                <a:ext uri="{FF2B5EF4-FFF2-40B4-BE49-F238E27FC236}">
                  <a16:creationId xmlns:a16="http://schemas.microsoft.com/office/drawing/2014/main" id="{2F5AFFB3-FB63-ACD9-ACD4-5F9F44D300BD}"/>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63">
              <a:extLst>
                <a:ext uri="{FF2B5EF4-FFF2-40B4-BE49-F238E27FC236}">
                  <a16:creationId xmlns:a16="http://schemas.microsoft.com/office/drawing/2014/main" id="{CED186DB-7443-5323-167C-B9C3D57B73FD}"/>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64">
              <a:extLst>
                <a:ext uri="{FF2B5EF4-FFF2-40B4-BE49-F238E27FC236}">
                  <a16:creationId xmlns:a16="http://schemas.microsoft.com/office/drawing/2014/main" id="{DA2AB6A6-EDCB-32DB-D8B0-2EA4723A7274}"/>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65">
              <a:extLst>
                <a:ext uri="{FF2B5EF4-FFF2-40B4-BE49-F238E27FC236}">
                  <a16:creationId xmlns:a16="http://schemas.microsoft.com/office/drawing/2014/main" id="{9514937A-2E6D-88A2-0F61-05D99B990BE6}"/>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66">
              <a:extLst>
                <a:ext uri="{FF2B5EF4-FFF2-40B4-BE49-F238E27FC236}">
                  <a16:creationId xmlns:a16="http://schemas.microsoft.com/office/drawing/2014/main" id="{751B6B87-4648-F5F2-E123-9B2F503AB8EA}"/>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67">
              <a:extLst>
                <a:ext uri="{FF2B5EF4-FFF2-40B4-BE49-F238E27FC236}">
                  <a16:creationId xmlns:a16="http://schemas.microsoft.com/office/drawing/2014/main" id="{DBB043E7-7AF7-7D85-3C9D-816FC51ACE7F}"/>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68">
              <a:extLst>
                <a:ext uri="{FF2B5EF4-FFF2-40B4-BE49-F238E27FC236}">
                  <a16:creationId xmlns:a16="http://schemas.microsoft.com/office/drawing/2014/main" id="{219B3381-14C3-28F4-3266-3599F9AA204D}"/>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69">
              <a:extLst>
                <a:ext uri="{FF2B5EF4-FFF2-40B4-BE49-F238E27FC236}">
                  <a16:creationId xmlns:a16="http://schemas.microsoft.com/office/drawing/2014/main" id="{5CD18B23-FFC8-6DD9-14C9-A9B32930C951}"/>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70">
              <a:extLst>
                <a:ext uri="{FF2B5EF4-FFF2-40B4-BE49-F238E27FC236}">
                  <a16:creationId xmlns:a16="http://schemas.microsoft.com/office/drawing/2014/main" id="{A232B4A0-E0E8-E269-F566-691BD2BC8D0C}"/>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71">
              <a:extLst>
                <a:ext uri="{FF2B5EF4-FFF2-40B4-BE49-F238E27FC236}">
                  <a16:creationId xmlns:a16="http://schemas.microsoft.com/office/drawing/2014/main" id="{EE1A7E4E-B2DB-D778-79AF-E780E14604C9}"/>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72">
              <a:extLst>
                <a:ext uri="{FF2B5EF4-FFF2-40B4-BE49-F238E27FC236}">
                  <a16:creationId xmlns:a16="http://schemas.microsoft.com/office/drawing/2014/main" id="{1E3C8C65-FE53-BA00-2F9D-C594B426AF43}"/>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73">
              <a:extLst>
                <a:ext uri="{FF2B5EF4-FFF2-40B4-BE49-F238E27FC236}">
                  <a16:creationId xmlns:a16="http://schemas.microsoft.com/office/drawing/2014/main" id="{EE59BB83-8F1B-CD76-3456-3BB76ADB950D}"/>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74">
              <a:extLst>
                <a:ext uri="{FF2B5EF4-FFF2-40B4-BE49-F238E27FC236}">
                  <a16:creationId xmlns:a16="http://schemas.microsoft.com/office/drawing/2014/main" id="{EB4D075A-E3C0-4FE7-C2DC-1E5E270BD65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75">
              <a:extLst>
                <a:ext uri="{FF2B5EF4-FFF2-40B4-BE49-F238E27FC236}">
                  <a16:creationId xmlns:a16="http://schemas.microsoft.com/office/drawing/2014/main" id="{447C8FA2-3747-B7A8-8714-29E7194A89A1}"/>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76">
              <a:extLst>
                <a:ext uri="{FF2B5EF4-FFF2-40B4-BE49-F238E27FC236}">
                  <a16:creationId xmlns:a16="http://schemas.microsoft.com/office/drawing/2014/main" id="{C79D992F-4A3E-F95F-92E2-382848DC9A41}"/>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77">
              <a:extLst>
                <a:ext uri="{FF2B5EF4-FFF2-40B4-BE49-F238E27FC236}">
                  <a16:creationId xmlns:a16="http://schemas.microsoft.com/office/drawing/2014/main" id="{540101FE-552F-C645-A801-7CDE66945B41}"/>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78">
              <a:extLst>
                <a:ext uri="{FF2B5EF4-FFF2-40B4-BE49-F238E27FC236}">
                  <a16:creationId xmlns:a16="http://schemas.microsoft.com/office/drawing/2014/main" id="{63C8D397-7CBB-836C-7E34-3F27E217F4CB}"/>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79">
              <a:extLst>
                <a:ext uri="{FF2B5EF4-FFF2-40B4-BE49-F238E27FC236}">
                  <a16:creationId xmlns:a16="http://schemas.microsoft.com/office/drawing/2014/main" id="{248F9B78-5045-75FE-4F1F-36A8BBCA401D}"/>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80">
              <a:extLst>
                <a:ext uri="{FF2B5EF4-FFF2-40B4-BE49-F238E27FC236}">
                  <a16:creationId xmlns:a16="http://schemas.microsoft.com/office/drawing/2014/main" id="{46983636-7AAB-658A-1CBE-F04DCCF3C6EF}"/>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81">
              <a:extLst>
                <a:ext uri="{FF2B5EF4-FFF2-40B4-BE49-F238E27FC236}">
                  <a16:creationId xmlns:a16="http://schemas.microsoft.com/office/drawing/2014/main" id="{00138A24-2C62-F70E-3AE4-02B2D42214D6}"/>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82">
              <a:extLst>
                <a:ext uri="{FF2B5EF4-FFF2-40B4-BE49-F238E27FC236}">
                  <a16:creationId xmlns:a16="http://schemas.microsoft.com/office/drawing/2014/main" id="{D7F8AA84-885C-13AF-A01A-C1B546E23052}"/>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83">
              <a:extLst>
                <a:ext uri="{FF2B5EF4-FFF2-40B4-BE49-F238E27FC236}">
                  <a16:creationId xmlns:a16="http://schemas.microsoft.com/office/drawing/2014/main" id="{A7F64E1E-0770-EEAA-87B5-8B08B4688003}"/>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84">
              <a:extLst>
                <a:ext uri="{FF2B5EF4-FFF2-40B4-BE49-F238E27FC236}">
                  <a16:creationId xmlns:a16="http://schemas.microsoft.com/office/drawing/2014/main" id="{0DC577A0-E883-E258-B089-301B84A9BD30}"/>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85">
              <a:extLst>
                <a:ext uri="{FF2B5EF4-FFF2-40B4-BE49-F238E27FC236}">
                  <a16:creationId xmlns:a16="http://schemas.microsoft.com/office/drawing/2014/main" id="{C07484DA-AC19-EC72-A84A-18D179AD7F85}"/>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86">
              <a:extLst>
                <a:ext uri="{FF2B5EF4-FFF2-40B4-BE49-F238E27FC236}">
                  <a16:creationId xmlns:a16="http://schemas.microsoft.com/office/drawing/2014/main" id="{7B343948-EFE8-B75C-E0B9-B97DF6D2D46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87">
              <a:extLst>
                <a:ext uri="{FF2B5EF4-FFF2-40B4-BE49-F238E27FC236}">
                  <a16:creationId xmlns:a16="http://schemas.microsoft.com/office/drawing/2014/main" id="{246FE917-C039-1FD3-DC98-D8AC0A142CF2}"/>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88">
              <a:extLst>
                <a:ext uri="{FF2B5EF4-FFF2-40B4-BE49-F238E27FC236}">
                  <a16:creationId xmlns:a16="http://schemas.microsoft.com/office/drawing/2014/main" id="{0C1A8C1B-6936-060F-E81F-381AA81F90EA}"/>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89">
              <a:extLst>
                <a:ext uri="{FF2B5EF4-FFF2-40B4-BE49-F238E27FC236}">
                  <a16:creationId xmlns:a16="http://schemas.microsoft.com/office/drawing/2014/main" id="{E684CBED-53E3-B15E-5776-60CDFFA83A10}"/>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90">
              <a:extLst>
                <a:ext uri="{FF2B5EF4-FFF2-40B4-BE49-F238E27FC236}">
                  <a16:creationId xmlns:a16="http://schemas.microsoft.com/office/drawing/2014/main" id="{18AB6528-7D96-E98A-DE48-283F801ED481}"/>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91">
              <a:extLst>
                <a:ext uri="{FF2B5EF4-FFF2-40B4-BE49-F238E27FC236}">
                  <a16:creationId xmlns:a16="http://schemas.microsoft.com/office/drawing/2014/main" id="{663CBF4D-C9A9-4F6B-B55B-6ABF08FC345E}"/>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92">
              <a:extLst>
                <a:ext uri="{FF2B5EF4-FFF2-40B4-BE49-F238E27FC236}">
                  <a16:creationId xmlns:a16="http://schemas.microsoft.com/office/drawing/2014/main" id="{8456367A-3C75-F0FF-EF93-E25C91B57934}"/>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93">
              <a:extLst>
                <a:ext uri="{FF2B5EF4-FFF2-40B4-BE49-F238E27FC236}">
                  <a16:creationId xmlns:a16="http://schemas.microsoft.com/office/drawing/2014/main" id="{907FD597-3342-6E9B-D5BB-30BA9FD7D405}"/>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94">
              <a:extLst>
                <a:ext uri="{FF2B5EF4-FFF2-40B4-BE49-F238E27FC236}">
                  <a16:creationId xmlns:a16="http://schemas.microsoft.com/office/drawing/2014/main" id="{798F0986-469C-3BA1-D11F-1240BE953E63}"/>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95">
              <a:extLst>
                <a:ext uri="{FF2B5EF4-FFF2-40B4-BE49-F238E27FC236}">
                  <a16:creationId xmlns:a16="http://schemas.microsoft.com/office/drawing/2014/main" id="{B713C626-1B40-6207-9389-972535EC2026}"/>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96">
              <a:extLst>
                <a:ext uri="{FF2B5EF4-FFF2-40B4-BE49-F238E27FC236}">
                  <a16:creationId xmlns:a16="http://schemas.microsoft.com/office/drawing/2014/main" id="{7A528803-3FEC-424F-C508-C0DBB3C666A8}"/>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97">
              <a:extLst>
                <a:ext uri="{FF2B5EF4-FFF2-40B4-BE49-F238E27FC236}">
                  <a16:creationId xmlns:a16="http://schemas.microsoft.com/office/drawing/2014/main" id="{88385D90-C116-9043-B462-E68D51FA81DA}"/>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98">
              <a:extLst>
                <a:ext uri="{FF2B5EF4-FFF2-40B4-BE49-F238E27FC236}">
                  <a16:creationId xmlns:a16="http://schemas.microsoft.com/office/drawing/2014/main" id="{AF4770D6-D1DF-8565-4AC6-696F84DD996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99">
              <a:extLst>
                <a:ext uri="{FF2B5EF4-FFF2-40B4-BE49-F238E27FC236}">
                  <a16:creationId xmlns:a16="http://schemas.microsoft.com/office/drawing/2014/main" id="{DB5019C3-B9C3-4480-E963-4866E942759D}"/>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800">
              <a:extLst>
                <a:ext uri="{FF2B5EF4-FFF2-40B4-BE49-F238E27FC236}">
                  <a16:creationId xmlns:a16="http://schemas.microsoft.com/office/drawing/2014/main" id="{91D42483-1B06-99B3-DE3B-372E49E487A6}"/>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801">
              <a:extLst>
                <a:ext uri="{FF2B5EF4-FFF2-40B4-BE49-F238E27FC236}">
                  <a16:creationId xmlns:a16="http://schemas.microsoft.com/office/drawing/2014/main" id="{747A1F39-EE97-0C14-5808-76211E2E6E1D}"/>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802">
              <a:extLst>
                <a:ext uri="{FF2B5EF4-FFF2-40B4-BE49-F238E27FC236}">
                  <a16:creationId xmlns:a16="http://schemas.microsoft.com/office/drawing/2014/main" id="{856DF14B-B343-6DF9-97BC-C10125263D4C}"/>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803">
              <a:extLst>
                <a:ext uri="{FF2B5EF4-FFF2-40B4-BE49-F238E27FC236}">
                  <a16:creationId xmlns:a16="http://schemas.microsoft.com/office/drawing/2014/main" id="{30F74CB2-269F-0E24-1891-26B1A276437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804">
              <a:extLst>
                <a:ext uri="{FF2B5EF4-FFF2-40B4-BE49-F238E27FC236}">
                  <a16:creationId xmlns:a16="http://schemas.microsoft.com/office/drawing/2014/main" id="{C1557BC1-7FA2-D2FC-9260-E36F409B13C7}"/>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805">
              <a:extLst>
                <a:ext uri="{FF2B5EF4-FFF2-40B4-BE49-F238E27FC236}">
                  <a16:creationId xmlns:a16="http://schemas.microsoft.com/office/drawing/2014/main" id="{247AFD79-EF06-2C7E-3219-16C80B0E569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806">
              <a:extLst>
                <a:ext uri="{FF2B5EF4-FFF2-40B4-BE49-F238E27FC236}">
                  <a16:creationId xmlns:a16="http://schemas.microsoft.com/office/drawing/2014/main" id="{C517B56B-9563-0380-15BC-DA54CBB1AC6F}"/>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807">
              <a:extLst>
                <a:ext uri="{FF2B5EF4-FFF2-40B4-BE49-F238E27FC236}">
                  <a16:creationId xmlns:a16="http://schemas.microsoft.com/office/drawing/2014/main" id="{20445C36-602A-BBEF-2835-3928D0B731FD}"/>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808">
              <a:extLst>
                <a:ext uri="{FF2B5EF4-FFF2-40B4-BE49-F238E27FC236}">
                  <a16:creationId xmlns:a16="http://schemas.microsoft.com/office/drawing/2014/main" id="{1FBC8050-868C-B12E-5A9D-3A2DABA9A6B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809">
              <a:extLst>
                <a:ext uri="{FF2B5EF4-FFF2-40B4-BE49-F238E27FC236}">
                  <a16:creationId xmlns:a16="http://schemas.microsoft.com/office/drawing/2014/main" id="{54B49757-3288-CA99-88D3-BDC9C5843207}"/>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10">
              <a:extLst>
                <a:ext uri="{FF2B5EF4-FFF2-40B4-BE49-F238E27FC236}">
                  <a16:creationId xmlns:a16="http://schemas.microsoft.com/office/drawing/2014/main" id="{72677EA4-BDB3-DAA3-E0A9-10056469B4D1}"/>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11">
              <a:extLst>
                <a:ext uri="{FF2B5EF4-FFF2-40B4-BE49-F238E27FC236}">
                  <a16:creationId xmlns:a16="http://schemas.microsoft.com/office/drawing/2014/main" id="{9A86E2BB-63FE-4231-EF5D-7A454B4DA09D}"/>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12">
              <a:extLst>
                <a:ext uri="{FF2B5EF4-FFF2-40B4-BE49-F238E27FC236}">
                  <a16:creationId xmlns:a16="http://schemas.microsoft.com/office/drawing/2014/main" id="{9E553273-368A-D8A2-0433-5A2EDE5AF979}"/>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13">
              <a:extLst>
                <a:ext uri="{FF2B5EF4-FFF2-40B4-BE49-F238E27FC236}">
                  <a16:creationId xmlns:a16="http://schemas.microsoft.com/office/drawing/2014/main" id="{312A450E-A34D-15C5-7F54-1E62E0423571}"/>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14">
              <a:extLst>
                <a:ext uri="{FF2B5EF4-FFF2-40B4-BE49-F238E27FC236}">
                  <a16:creationId xmlns:a16="http://schemas.microsoft.com/office/drawing/2014/main" id="{EF70CC1E-F35E-4CF9-3B29-F71B06B4FC31}"/>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72" name="Red text">
            <a:extLst>
              <a:ext uri="{FF2B5EF4-FFF2-40B4-BE49-F238E27FC236}">
                <a16:creationId xmlns:a16="http://schemas.microsoft.com/office/drawing/2014/main" id="{FAB79E07-2E19-15B8-D748-9BE706F3793B}"/>
              </a:ext>
            </a:extLst>
          </p:cNvPr>
          <p:cNvSpPr txBox="1"/>
          <p:nvPr/>
        </p:nvSpPr>
        <p:spPr>
          <a:xfrm>
            <a:off x="5500305" y="5574418"/>
            <a:ext cx="1736841"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Z-Wave</a:t>
            </a:r>
          </a:p>
        </p:txBody>
      </p:sp>
      <p:grpSp>
        <p:nvGrpSpPr>
          <p:cNvPr id="173" name="Arrow">
            <a:extLst>
              <a:ext uri="{FF2B5EF4-FFF2-40B4-BE49-F238E27FC236}">
                <a16:creationId xmlns:a16="http://schemas.microsoft.com/office/drawing/2014/main" id="{667D740C-3226-F0E3-D3D1-2BF6AAC8D257}"/>
              </a:ext>
            </a:extLst>
          </p:cNvPr>
          <p:cNvGrpSpPr>
            <a:grpSpLocks noChangeAspect="1"/>
          </p:cNvGrpSpPr>
          <p:nvPr/>
        </p:nvGrpSpPr>
        <p:grpSpPr bwMode="auto">
          <a:xfrm rot="16418506" flipH="1">
            <a:off x="8175362" y="4833600"/>
            <a:ext cx="904172" cy="943180"/>
            <a:chOff x="1328" y="0"/>
            <a:chExt cx="3106" cy="3240"/>
          </a:xfrm>
          <a:solidFill>
            <a:srgbClr val="C00000"/>
          </a:solidFill>
        </p:grpSpPr>
        <p:sp>
          <p:nvSpPr>
            <p:cNvPr id="174" name="Freeform 716">
              <a:extLst>
                <a:ext uri="{FF2B5EF4-FFF2-40B4-BE49-F238E27FC236}">
                  <a16:creationId xmlns:a16="http://schemas.microsoft.com/office/drawing/2014/main" id="{A8B3111D-63B0-1A45-251F-3698354608D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17">
              <a:extLst>
                <a:ext uri="{FF2B5EF4-FFF2-40B4-BE49-F238E27FC236}">
                  <a16:creationId xmlns:a16="http://schemas.microsoft.com/office/drawing/2014/main" id="{EBDACCCB-2B38-A9EA-730A-4B9B51EB2B90}"/>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18">
              <a:extLst>
                <a:ext uri="{FF2B5EF4-FFF2-40B4-BE49-F238E27FC236}">
                  <a16:creationId xmlns:a16="http://schemas.microsoft.com/office/drawing/2014/main" id="{E29AB527-F8B4-8548-CF5D-C9FA46126919}"/>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19">
              <a:extLst>
                <a:ext uri="{FF2B5EF4-FFF2-40B4-BE49-F238E27FC236}">
                  <a16:creationId xmlns:a16="http://schemas.microsoft.com/office/drawing/2014/main" id="{7B2721F1-A9B1-CDF0-47A7-1C69A83C8200}"/>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20">
              <a:extLst>
                <a:ext uri="{FF2B5EF4-FFF2-40B4-BE49-F238E27FC236}">
                  <a16:creationId xmlns:a16="http://schemas.microsoft.com/office/drawing/2014/main" id="{6EAEBE4C-9434-A61D-9F11-0D360238F4DB}"/>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21">
              <a:extLst>
                <a:ext uri="{FF2B5EF4-FFF2-40B4-BE49-F238E27FC236}">
                  <a16:creationId xmlns:a16="http://schemas.microsoft.com/office/drawing/2014/main" id="{72F6A914-6A4C-06D1-3B48-FDD2BD2A44C8}"/>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22">
              <a:extLst>
                <a:ext uri="{FF2B5EF4-FFF2-40B4-BE49-F238E27FC236}">
                  <a16:creationId xmlns:a16="http://schemas.microsoft.com/office/drawing/2014/main" id="{FC5D06B6-724B-43C4-AE66-11CA7E150027}"/>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23">
              <a:extLst>
                <a:ext uri="{FF2B5EF4-FFF2-40B4-BE49-F238E27FC236}">
                  <a16:creationId xmlns:a16="http://schemas.microsoft.com/office/drawing/2014/main" id="{1BAD6C73-4018-451E-221D-D9836573FC85}"/>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724">
              <a:extLst>
                <a:ext uri="{FF2B5EF4-FFF2-40B4-BE49-F238E27FC236}">
                  <a16:creationId xmlns:a16="http://schemas.microsoft.com/office/drawing/2014/main" id="{4307F9DA-E101-7DF1-24F4-E3F118341905}"/>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725">
              <a:extLst>
                <a:ext uri="{FF2B5EF4-FFF2-40B4-BE49-F238E27FC236}">
                  <a16:creationId xmlns:a16="http://schemas.microsoft.com/office/drawing/2014/main" id="{C6ECFF6D-87C5-E71A-4FD4-144314A88A2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726">
              <a:extLst>
                <a:ext uri="{FF2B5EF4-FFF2-40B4-BE49-F238E27FC236}">
                  <a16:creationId xmlns:a16="http://schemas.microsoft.com/office/drawing/2014/main" id="{785A5E42-0FC2-FDC3-38BA-502E8CC57208}"/>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727">
              <a:extLst>
                <a:ext uri="{FF2B5EF4-FFF2-40B4-BE49-F238E27FC236}">
                  <a16:creationId xmlns:a16="http://schemas.microsoft.com/office/drawing/2014/main" id="{D08A7CDC-0A8A-954B-3B95-BB1D2FF3CBC1}"/>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728">
              <a:extLst>
                <a:ext uri="{FF2B5EF4-FFF2-40B4-BE49-F238E27FC236}">
                  <a16:creationId xmlns:a16="http://schemas.microsoft.com/office/drawing/2014/main" id="{51373C52-4BA5-F65C-98D5-5BE73E1A43D3}"/>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729">
              <a:extLst>
                <a:ext uri="{FF2B5EF4-FFF2-40B4-BE49-F238E27FC236}">
                  <a16:creationId xmlns:a16="http://schemas.microsoft.com/office/drawing/2014/main" id="{C8BA800D-C990-BD11-9F0E-FE0B4AA3081D}"/>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730">
              <a:extLst>
                <a:ext uri="{FF2B5EF4-FFF2-40B4-BE49-F238E27FC236}">
                  <a16:creationId xmlns:a16="http://schemas.microsoft.com/office/drawing/2014/main" id="{18CA73DF-78DE-2E42-1C61-08D5615F6E2C}"/>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731">
              <a:extLst>
                <a:ext uri="{FF2B5EF4-FFF2-40B4-BE49-F238E27FC236}">
                  <a16:creationId xmlns:a16="http://schemas.microsoft.com/office/drawing/2014/main" id="{393A2412-CA6D-E0E5-3813-708FF3C1BE6F}"/>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732">
              <a:extLst>
                <a:ext uri="{FF2B5EF4-FFF2-40B4-BE49-F238E27FC236}">
                  <a16:creationId xmlns:a16="http://schemas.microsoft.com/office/drawing/2014/main" id="{E2E429BA-D593-B31A-98A5-214721D4CF96}"/>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733">
              <a:extLst>
                <a:ext uri="{FF2B5EF4-FFF2-40B4-BE49-F238E27FC236}">
                  <a16:creationId xmlns:a16="http://schemas.microsoft.com/office/drawing/2014/main" id="{3393AC88-CDDF-52F5-C654-F41AEB66AB66}"/>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734">
              <a:extLst>
                <a:ext uri="{FF2B5EF4-FFF2-40B4-BE49-F238E27FC236}">
                  <a16:creationId xmlns:a16="http://schemas.microsoft.com/office/drawing/2014/main" id="{E1FC231A-03B7-45F5-3298-54F5BE51815E}"/>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735">
              <a:extLst>
                <a:ext uri="{FF2B5EF4-FFF2-40B4-BE49-F238E27FC236}">
                  <a16:creationId xmlns:a16="http://schemas.microsoft.com/office/drawing/2014/main" id="{1B2B6B37-EC53-2C1E-5726-95F117C89947}"/>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736">
              <a:extLst>
                <a:ext uri="{FF2B5EF4-FFF2-40B4-BE49-F238E27FC236}">
                  <a16:creationId xmlns:a16="http://schemas.microsoft.com/office/drawing/2014/main" id="{32013693-98EE-486D-BDC4-8E553F16DEAC}"/>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37">
              <a:extLst>
                <a:ext uri="{FF2B5EF4-FFF2-40B4-BE49-F238E27FC236}">
                  <a16:creationId xmlns:a16="http://schemas.microsoft.com/office/drawing/2014/main" id="{E12C09DF-B051-C977-824E-5ED399A2E7F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38">
              <a:extLst>
                <a:ext uri="{FF2B5EF4-FFF2-40B4-BE49-F238E27FC236}">
                  <a16:creationId xmlns:a16="http://schemas.microsoft.com/office/drawing/2014/main" id="{29A4BAE6-01C9-0949-987B-67D1891A9F6D}"/>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39">
              <a:extLst>
                <a:ext uri="{FF2B5EF4-FFF2-40B4-BE49-F238E27FC236}">
                  <a16:creationId xmlns:a16="http://schemas.microsoft.com/office/drawing/2014/main" id="{7BDAC887-5EAB-97C2-E9FB-9D801A49B143}"/>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40">
              <a:extLst>
                <a:ext uri="{FF2B5EF4-FFF2-40B4-BE49-F238E27FC236}">
                  <a16:creationId xmlns:a16="http://schemas.microsoft.com/office/drawing/2014/main" id="{54DD1D0B-53B1-BAFE-9B94-6D6AA78199F2}"/>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41">
              <a:extLst>
                <a:ext uri="{FF2B5EF4-FFF2-40B4-BE49-F238E27FC236}">
                  <a16:creationId xmlns:a16="http://schemas.microsoft.com/office/drawing/2014/main" id="{E70ADB9C-4060-106E-28F0-1C436544D5F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42">
              <a:extLst>
                <a:ext uri="{FF2B5EF4-FFF2-40B4-BE49-F238E27FC236}">
                  <a16:creationId xmlns:a16="http://schemas.microsoft.com/office/drawing/2014/main" id="{7DDA1DEA-BB1A-5CEC-171D-8BDFF3CC2F5B}"/>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43">
              <a:extLst>
                <a:ext uri="{FF2B5EF4-FFF2-40B4-BE49-F238E27FC236}">
                  <a16:creationId xmlns:a16="http://schemas.microsoft.com/office/drawing/2014/main" id="{EBA3279F-3914-2AA6-A2EF-C7C065D256CC}"/>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44">
              <a:extLst>
                <a:ext uri="{FF2B5EF4-FFF2-40B4-BE49-F238E27FC236}">
                  <a16:creationId xmlns:a16="http://schemas.microsoft.com/office/drawing/2014/main" id="{AD18B4D8-0177-A109-362B-1046FF4B348F}"/>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45">
              <a:extLst>
                <a:ext uri="{FF2B5EF4-FFF2-40B4-BE49-F238E27FC236}">
                  <a16:creationId xmlns:a16="http://schemas.microsoft.com/office/drawing/2014/main" id="{428BE867-805E-015A-113F-14D107C25F93}"/>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46">
              <a:extLst>
                <a:ext uri="{FF2B5EF4-FFF2-40B4-BE49-F238E27FC236}">
                  <a16:creationId xmlns:a16="http://schemas.microsoft.com/office/drawing/2014/main" id="{4CF79588-52FB-F076-E391-C31031E2B734}"/>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47">
              <a:extLst>
                <a:ext uri="{FF2B5EF4-FFF2-40B4-BE49-F238E27FC236}">
                  <a16:creationId xmlns:a16="http://schemas.microsoft.com/office/drawing/2014/main" id="{B6A834EE-D9E3-551D-2CF0-E794F32A066F}"/>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48">
              <a:extLst>
                <a:ext uri="{FF2B5EF4-FFF2-40B4-BE49-F238E27FC236}">
                  <a16:creationId xmlns:a16="http://schemas.microsoft.com/office/drawing/2014/main" id="{25734D2C-DBD1-B5C2-0923-431CBAEEE8EE}"/>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49">
              <a:extLst>
                <a:ext uri="{FF2B5EF4-FFF2-40B4-BE49-F238E27FC236}">
                  <a16:creationId xmlns:a16="http://schemas.microsoft.com/office/drawing/2014/main" id="{0841C1B0-6666-612F-CC7C-70BD5B2FE710}"/>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50">
              <a:extLst>
                <a:ext uri="{FF2B5EF4-FFF2-40B4-BE49-F238E27FC236}">
                  <a16:creationId xmlns:a16="http://schemas.microsoft.com/office/drawing/2014/main" id="{29A4595E-3435-1CAF-30F7-322E3EB3B86B}"/>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51">
              <a:extLst>
                <a:ext uri="{FF2B5EF4-FFF2-40B4-BE49-F238E27FC236}">
                  <a16:creationId xmlns:a16="http://schemas.microsoft.com/office/drawing/2014/main" id="{E7A4D188-FAAD-41DD-C2E9-95EE2EB1F415}"/>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52">
              <a:extLst>
                <a:ext uri="{FF2B5EF4-FFF2-40B4-BE49-F238E27FC236}">
                  <a16:creationId xmlns:a16="http://schemas.microsoft.com/office/drawing/2014/main" id="{5F13CD18-50A6-D2BF-594E-4B336A9B6F68}"/>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53">
              <a:extLst>
                <a:ext uri="{FF2B5EF4-FFF2-40B4-BE49-F238E27FC236}">
                  <a16:creationId xmlns:a16="http://schemas.microsoft.com/office/drawing/2014/main" id="{61919C57-F70B-7300-13A2-22B1A33D3283}"/>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54">
              <a:extLst>
                <a:ext uri="{FF2B5EF4-FFF2-40B4-BE49-F238E27FC236}">
                  <a16:creationId xmlns:a16="http://schemas.microsoft.com/office/drawing/2014/main" id="{3BD50D0D-EB7D-DB9E-852D-1B6EB663001D}"/>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55">
              <a:extLst>
                <a:ext uri="{FF2B5EF4-FFF2-40B4-BE49-F238E27FC236}">
                  <a16:creationId xmlns:a16="http://schemas.microsoft.com/office/drawing/2014/main" id="{AF08A8B4-453A-E517-3802-52D863407A78}"/>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56">
              <a:extLst>
                <a:ext uri="{FF2B5EF4-FFF2-40B4-BE49-F238E27FC236}">
                  <a16:creationId xmlns:a16="http://schemas.microsoft.com/office/drawing/2014/main" id="{6CC8E070-EB32-4222-15C4-C657BB16258C}"/>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757">
              <a:extLst>
                <a:ext uri="{FF2B5EF4-FFF2-40B4-BE49-F238E27FC236}">
                  <a16:creationId xmlns:a16="http://schemas.microsoft.com/office/drawing/2014/main" id="{F94B6BCD-8947-058A-52B8-5896783EACA9}"/>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758">
              <a:extLst>
                <a:ext uri="{FF2B5EF4-FFF2-40B4-BE49-F238E27FC236}">
                  <a16:creationId xmlns:a16="http://schemas.microsoft.com/office/drawing/2014/main" id="{04A594DF-1D8E-07C0-327F-9011C4E8B4A8}"/>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759">
              <a:extLst>
                <a:ext uri="{FF2B5EF4-FFF2-40B4-BE49-F238E27FC236}">
                  <a16:creationId xmlns:a16="http://schemas.microsoft.com/office/drawing/2014/main" id="{AE0652F7-AE65-98C0-CBB0-6707C50E529F}"/>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760">
              <a:extLst>
                <a:ext uri="{FF2B5EF4-FFF2-40B4-BE49-F238E27FC236}">
                  <a16:creationId xmlns:a16="http://schemas.microsoft.com/office/drawing/2014/main" id="{ABB32EFF-2780-D0D7-878C-BDCE35914CD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761">
              <a:extLst>
                <a:ext uri="{FF2B5EF4-FFF2-40B4-BE49-F238E27FC236}">
                  <a16:creationId xmlns:a16="http://schemas.microsoft.com/office/drawing/2014/main" id="{E293051E-3D4F-C3DF-6F23-E3547B8225AE}"/>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762">
              <a:extLst>
                <a:ext uri="{FF2B5EF4-FFF2-40B4-BE49-F238E27FC236}">
                  <a16:creationId xmlns:a16="http://schemas.microsoft.com/office/drawing/2014/main" id="{2E850693-F0EF-D1C3-6022-27EECB986340}"/>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763">
              <a:extLst>
                <a:ext uri="{FF2B5EF4-FFF2-40B4-BE49-F238E27FC236}">
                  <a16:creationId xmlns:a16="http://schemas.microsoft.com/office/drawing/2014/main" id="{187B680E-85AC-4F7C-354B-D08812469F19}"/>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764">
              <a:extLst>
                <a:ext uri="{FF2B5EF4-FFF2-40B4-BE49-F238E27FC236}">
                  <a16:creationId xmlns:a16="http://schemas.microsoft.com/office/drawing/2014/main" id="{060D3FD7-3778-4CA8-4E0A-B00B8E52735B}"/>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765">
              <a:extLst>
                <a:ext uri="{FF2B5EF4-FFF2-40B4-BE49-F238E27FC236}">
                  <a16:creationId xmlns:a16="http://schemas.microsoft.com/office/drawing/2014/main" id="{06CB3992-72E0-B4BC-E197-6C69789A5BB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766">
              <a:extLst>
                <a:ext uri="{FF2B5EF4-FFF2-40B4-BE49-F238E27FC236}">
                  <a16:creationId xmlns:a16="http://schemas.microsoft.com/office/drawing/2014/main" id="{B08DAC9B-3607-6B65-C791-5E8F39E3076F}"/>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767">
              <a:extLst>
                <a:ext uri="{FF2B5EF4-FFF2-40B4-BE49-F238E27FC236}">
                  <a16:creationId xmlns:a16="http://schemas.microsoft.com/office/drawing/2014/main" id="{65790AD8-DBAE-8C96-7B6D-18619E79B6E7}"/>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768">
              <a:extLst>
                <a:ext uri="{FF2B5EF4-FFF2-40B4-BE49-F238E27FC236}">
                  <a16:creationId xmlns:a16="http://schemas.microsoft.com/office/drawing/2014/main" id="{A09633F7-8388-DE2E-B51A-94124187E166}"/>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769">
              <a:extLst>
                <a:ext uri="{FF2B5EF4-FFF2-40B4-BE49-F238E27FC236}">
                  <a16:creationId xmlns:a16="http://schemas.microsoft.com/office/drawing/2014/main" id="{F8B1B272-E3E7-D8C9-C84E-52BEB2009A88}"/>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770">
              <a:extLst>
                <a:ext uri="{FF2B5EF4-FFF2-40B4-BE49-F238E27FC236}">
                  <a16:creationId xmlns:a16="http://schemas.microsoft.com/office/drawing/2014/main" id="{EDC3065C-B00A-330A-5BE2-18157CAA22A9}"/>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0" name="Freeform 771">
              <a:extLst>
                <a:ext uri="{FF2B5EF4-FFF2-40B4-BE49-F238E27FC236}">
                  <a16:creationId xmlns:a16="http://schemas.microsoft.com/office/drawing/2014/main" id="{2FB4EC1D-E300-F1B6-910A-85293D9AB55B}"/>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772">
              <a:extLst>
                <a:ext uri="{FF2B5EF4-FFF2-40B4-BE49-F238E27FC236}">
                  <a16:creationId xmlns:a16="http://schemas.microsoft.com/office/drawing/2014/main" id="{852E6AB5-6359-BB32-3EA2-891AA3DA3142}"/>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73">
              <a:extLst>
                <a:ext uri="{FF2B5EF4-FFF2-40B4-BE49-F238E27FC236}">
                  <a16:creationId xmlns:a16="http://schemas.microsoft.com/office/drawing/2014/main" id="{15A76625-A080-6BFE-42B1-CC611AF929EA}"/>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74">
              <a:extLst>
                <a:ext uri="{FF2B5EF4-FFF2-40B4-BE49-F238E27FC236}">
                  <a16:creationId xmlns:a16="http://schemas.microsoft.com/office/drawing/2014/main" id="{C459D1B2-4049-352E-B16A-2838A03181C1}"/>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75">
              <a:extLst>
                <a:ext uri="{FF2B5EF4-FFF2-40B4-BE49-F238E27FC236}">
                  <a16:creationId xmlns:a16="http://schemas.microsoft.com/office/drawing/2014/main" id="{3D2FBBC5-3858-A09B-2124-7EE3E4D1EE7C}"/>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76">
              <a:extLst>
                <a:ext uri="{FF2B5EF4-FFF2-40B4-BE49-F238E27FC236}">
                  <a16:creationId xmlns:a16="http://schemas.microsoft.com/office/drawing/2014/main" id="{185D6488-8739-BF8B-A1B0-360B905F595F}"/>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77">
              <a:extLst>
                <a:ext uri="{FF2B5EF4-FFF2-40B4-BE49-F238E27FC236}">
                  <a16:creationId xmlns:a16="http://schemas.microsoft.com/office/drawing/2014/main" id="{4DE6D00A-B044-4681-5DF2-AF1A75AF8192}"/>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78">
              <a:extLst>
                <a:ext uri="{FF2B5EF4-FFF2-40B4-BE49-F238E27FC236}">
                  <a16:creationId xmlns:a16="http://schemas.microsoft.com/office/drawing/2014/main" id="{B299ABE5-E910-1C59-B3B8-053E596F4949}"/>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79">
              <a:extLst>
                <a:ext uri="{FF2B5EF4-FFF2-40B4-BE49-F238E27FC236}">
                  <a16:creationId xmlns:a16="http://schemas.microsoft.com/office/drawing/2014/main" id="{EFE34E17-03F3-A04D-39EE-787AF20321AB}"/>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80">
              <a:extLst>
                <a:ext uri="{FF2B5EF4-FFF2-40B4-BE49-F238E27FC236}">
                  <a16:creationId xmlns:a16="http://schemas.microsoft.com/office/drawing/2014/main" id="{56966649-CA8B-6365-0A1E-2D571C97C410}"/>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81">
              <a:extLst>
                <a:ext uri="{FF2B5EF4-FFF2-40B4-BE49-F238E27FC236}">
                  <a16:creationId xmlns:a16="http://schemas.microsoft.com/office/drawing/2014/main" id="{D80400B0-93AB-B9FE-AE75-BCD9D7744EE7}"/>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82">
              <a:extLst>
                <a:ext uri="{FF2B5EF4-FFF2-40B4-BE49-F238E27FC236}">
                  <a16:creationId xmlns:a16="http://schemas.microsoft.com/office/drawing/2014/main" id="{DEE658D3-ACEC-5BE2-35F5-EE85A58CEF1C}"/>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83">
              <a:extLst>
                <a:ext uri="{FF2B5EF4-FFF2-40B4-BE49-F238E27FC236}">
                  <a16:creationId xmlns:a16="http://schemas.microsoft.com/office/drawing/2014/main" id="{AC80DDDB-F1BA-EC98-E593-B359FAB073CE}"/>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84">
              <a:extLst>
                <a:ext uri="{FF2B5EF4-FFF2-40B4-BE49-F238E27FC236}">
                  <a16:creationId xmlns:a16="http://schemas.microsoft.com/office/drawing/2014/main" id="{0217D885-E780-4E85-3F70-4909D0739F67}"/>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85">
              <a:extLst>
                <a:ext uri="{FF2B5EF4-FFF2-40B4-BE49-F238E27FC236}">
                  <a16:creationId xmlns:a16="http://schemas.microsoft.com/office/drawing/2014/main" id="{CB310D1B-3C01-4C3B-DB25-57A124B7418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86">
              <a:extLst>
                <a:ext uri="{FF2B5EF4-FFF2-40B4-BE49-F238E27FC236}">
                  <a16:creationId xmlns:a16="http://schemas.microsoft.com/office/drawing/2014/main" id="{EB96D1B1-75E4-E533-A720-D92F8524D213}"/>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87">
              <a:extLst>
                <a:ext uri="{FF2B5EF4-FFF2-40B4-BE49-F238E27FC236}">
                  <a16:creationId xmlns:a16="http://schemas.microsoft.com/office/drawing/2014/main" id="{722670DB-CB92-E8F5-5E95-50DFFBCF495B}"/>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88">
              <a:extLst>
                <a:ext uri="{FF2B5EF4-FFF2-40B4-BE49-F238E27FC236}">
                  <a16:creationId xmlns:a16="http://schemas.microsoft.com/office/drawing/2014/main" id="{558291E2-34A8-1A54-00BE-5A38CA2F3D32}"/>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89">
              <a:extLst>
                <a:ext uri="{FF2B5EF4-FFF2-40B4-BE49-F238E27FC236}">
                  <a16:creationId xmlns:a16="http://schemas.microsoft.com/office/drawing/2014/main" id="{2066BD2A-F518-176A-9BCB-096D3D910A9B}"/>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90">
              <a:extLst>
                <a:ext uri="{FF2B5EF4-FFF2-40B4-BE49-F238E27FC236}">
                  <a16:creationId xmlns:a16="http://schemas.microsoft.com/office/drawing/2014/main" id="{7EE0F6A3-2D01-F443-6FB9-AFD99A9DC487}"/>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91">
              <a:extLst>
                <a:ext uri="{FF2B5EF4-FFF2-40B4-BE49-F238E27FC236}">
                  <a16:creationId xmlns:a16="http://schemas.microsoft.com/office/drawing/2014/main" id="{A628E1FF-EF41-DFFB-416C-722A3F8DEE17}"/>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92">
              <a:extLst>
                <a:ext uri="{FF2B5EF4-FFF2-40B4-BE49-F238E27FC236}">
                  <a16:creationId xmlns:a16="http://schemas.microsoft.com/office/drawing/2014/main" id="{D042F1A8-DA78-65D6-9A65-38819E411EAF}"/>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93">
              <a:extLst>
                <a:ext uri="{FF2B5EF4-FFF2-40B4-BE49-F238E27FC236}">
                  <a16:creationId xmlns:a16="http://schemas.microsoft.com/office/drawing/2014/main" id="{85E1A093-FE98-88ED-EE77-980C5BA12AE7}"/>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94">
              <a:extLst>
                <a:ext uri="{FF2B5EF4-FFF2-40B4-BE49-F238E27FC236}">
                  <a16:creationId xmlns:a16="http://schemas.microsoft.com/office/drawing/2014/main" id="{1F37B738-7F24-6731-223E-E4FC94166764}"/>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95">
              <a:extLst>
                <a:ext uri="{FF2B5EF4-FFF2-40B4-BE49-F238E27FC236}">
                  <a16:creationId xmlns:a16="http://schemas.microsoft.com/office/drawing/2014/main" id="{DE118232-AF34-C768-38DF-09FBF005FB47}"/>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96">
              <a:extLst>
                <a:ext uri="{FF2B5EF4-FFF2-40B4-BE49-F238E27FC236}">
                  <a16:creationId xmlns:a16="http://schemas.microsoft.com/office/drawing/2014/main" id="{564F615C-D6F2-53E4-2CF6-07E07F847822}"/>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97">
              <a:extLst>
                <a:ext uri="{FF2B5EF4-FFF2-40B4-BE49-F238E27FC236}">
                  <a16:creationId xmlns:a16="http://schemas.microsoft.com/office/drawing/2014/main" id="{BBBF32C0-B3B7-EE53-AA98-BEF221F1A582}"/>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98">
              <a:extLst>
                <a:ext uri="{FF2B5EF4-FFF2-40B4-BE49-F238E27FC236}">
                  <a16:creationId xmlns:a16="http://schemas.microsoft.com/office/drawing/2014/main" id="{C46DD4F0-4346-E124-3790-9B3D86090D5B}"/>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99">
              <a:extLst>
                <a:ext uri="{FF2B5EF4-FFF2-40B4-BE49-F238E27FC236}">
                  <a16:creationId xmlns:a16="http://schemas.microsoft.com/office/drawing/2014/main" id="{429487DF-0BF0-6593-091E-4E8D18197970}"/>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800">
              <a:extLst>
                <a:ext uri="{FF2B5EF4-FFF2-40B4-BE49-F238E27FC236}">
                  <a16:creationId xmlns:a16="http://schemas.microsoft.com/office/drawing/2014/main" id="{F9315D9E-EC99-E63B-45E6-A59B40B064BF}"/>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801">
              <a:extLst>
                <a:ext uri="{FF2B5EF4-FFF2-40B4-BE49-F238E27FC236}">
                  <a16:creationId xmlns:a16="http://schemas.microsoft.com/office/drawing/2014/main" id="{A6713668-A878-A7B4-DBA4-CCE3899965BF}"/>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802">
              <a:extLst>
                <a:ext uri="{FF2B5EF4-FFF2-40B4-BE49-F238E27FC236}">
                  <a16:creationId xmlns:a16="http://schemas.microsoft.com/office/drawing/2014/main" id="{8F7A8B3C-ED33-066B-9F94-5A7F03B394BD}"/>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803">
              <a:extLst>
                <a:ext uri="{FF2B5EF4-FFF2-40B4-BE49-F238E27FC236}">
                  <a16:creationId xmlns:a16="http://schemas.microsoft.com/office/drawing/2014/main" id="{FA72A2AF-9F18-128A-00F0-B2D04986E7E5}"/>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804">
              <a:extLst>
                <a:ext uri="{FF2B5EF4-FFF2-40B4-BE49-F238E27FC236}">
                  <a16:creationId xmlns:a16="http://schemas.microsoft.com/office/drawing/2014/main" id="{2872D0D4-42FC-585C-8AFC-A47A75699DB7}"/>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805">
              <a:extLst>
                <a:ext uri="{FF2B5EF4-FFF2-40B4-BE49-F238E27FC236}">
                  <a16:creationId xmlns:a16="http://schemas.microsoft.com/office/drawing/2014/main" id="{5778A0C1-AC3F-887A-D766-D610B89D4760}"/>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806">
              <a:extLst>
                <a:ext uri="{FF2B5EF4-FFF2-40B4-BE49-F238E27FC236}">
                  <a16:creationId xmlns:a16="http://schemas.microsoft.com/office/drawing/2014/main" id="{2AD4D505-EC5A-ED57-6EB3-A638470592C5}"/>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807">
              <a:extLst>
                <a:ext uri="{FF2B5EF4-FFF2-40B4-BE49-F238E27FC236}">
                  <a16:creationId xmlns:a16="http://schemas.microsoft.com/office/drawing/2014/main" id="{01651E55-1BA1-AA7A-984B-293875C70C1A}"/>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808">
              <a:extLst>
                <a:ext uri="{FF2B5EF4-FFF2-40B4-BE49-F238E27FC236}">
                  <a16:creationId xmlns:a16="http://schemas.microsoft.com/office/drawing/2014/main" id="{EF3CD3C8-ABC2-4C7C-9405-6105D426B9B3}"/>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809">
              <a:extLst>
                <a:ext uri="{FF2B5EF4-FFF2-40B4-BE49-F238E27FC236}">
                  <a16:creationId xmlns:a16="http://schemas.microsoft.com/office/drawing/2014/main" id="{0AAFC023-B113-CB24-E438-B2109C372315}"/>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810">
              <a:extLst>
                <a:ext uri="{FF2B5EF4-FFF2-40B4-BE49-F238E27FC236}">
                  <a16:creationId xmlns:a16="http://schemas.microsoft.com/office/drawing/2014/main" id="{B14A9D84-9260-3556-2F13-6D03ACDDB73D}"/>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811">
              <a:extLst>
                <a:ext uri="{FF2B5EF4-FFF2-40B4-BE49-F238E27FC236}">
                  <a16:creationId xmlns:a16="http://schemas.microsoft.com/office/drawing/2014/main" id="{74F84714-6F0E-7695-5683-A8B1E7E1F365}"/>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812">
              <a:extLst>
                <a:ext uri="{FF2B5EF4-FFF2-40B4-BE49-F238E27FC236}">
                  <a16:creationId xmlns:a16="http://schemas.microsoft.com/office/drawing/2014/main" id="{8264F4CB-959B-260D-725F-D2002B1C5D48}"/>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813">
              <a:extLst>
                <a:ext uri="{FF2B5EF4-FFF2-40B4-BE49-F238E27FC236}">
                  <a16:creationId xmlns:a16="http://schemas.microsoft.com/office/drawing/2014/main" id="{04F39E93-2206-E254-67B8-4374A2C5A645}"/>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814">
              <a:extLst>
                <a:ext uri="{FF2B5EF4-FFF2-40B4-BE49-F238E27FC236}">
                  <a16:creationId xmlns:a16="http://schemas.microsoft.com/office/drawing/2014/main" id="{82FA109E-EFB6-FA7F-B498-F83D7FF61AAE}"/>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274" name="Red text">
            <a:extLst>
              <a:ext uri="{FF2B5EF4-FFF2-40B4-BE49-F238E27FC236}">
                <a16:creationId xmlns:a16="http://schemas.microsoft.com/office/drawing/2014/main" id="{A57319BB-28CC-1D39-14F5-38111CD629E9}"/>
              </a:ext>
            </a:extLst>
          </p:cNvPr>
          <p:cNvSpPr txBox="1"/>
          <p:nvPr/>
        </p:nvSpPr>
        <p:spPr>
          <a:xfrm>
            <a:off x="6930126" y="5563755"/>
            <a:ext cx="1736841" cy="400110"/>
          </a:xfrm>
          <a:prstGeom prst="rect">
            <a:avLst/>
          </a:prstGeom>
          <a:noFill/>
        </p:spPr>
        <p:txBody>
          <a:bodyPr wrap="square" rtlCol="0">
            <a:spAutoFit/>
          </a:bodyPr>
          <a:lstStyle/>
          <a:p>
            <a:pPr algn="ctr"/>
            <a:r>
              <a:rPr lang="en-US" sz="2000" dirty="0" err="1">
                <a:solidFill>
                  <a:srgbClr val="C00000"/>
                </a:solidFill>
                <a:latin typeface="Segoe Print" panose="02000600000000000000" pitchFamily="2" charset="0"/>
              </a:rPr>
              <a:t>Wifi</a:t>
            </a:r>
            <a:endParaRPr lang="en-US" sz="2000" dirty="0">
              <a:solidFill>
                <a:srgbClr val="C00000"/>
              </a:solidFill>
              <a:latin typeface="Segoe Print" panose="02000600000000000000" pitchFamily="2" charset="0"/>
            </a:endParaRPr>
          </a:p>
        </p:txBody>
      </p:sp>
      <p:sp>
        <p:nvSpPr>
          <p:cNvPr id="4" name="!!Header whiteout">
            <a:extLst>
              <a:ext uri="{FF2B5EF4-FFF2-40B4-BE49-F238E27FC236}">
                <a16:creationId xmlns:a16="http://schemas.microsoft.com/office/drawing/2014/main" id="{E21D753A-FBFF-D556-803B-460895694B9A}"/>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Header Text 1">
            <a:extLst>
              <a:ext uri="{FF2B5EF4-FFF2-40B4-BE49-F238E27FC236}">
                <a16:creationId xmlns:a16="http://schemas.microsoft.com/office/drawing/2014/main" id="{ECEAFFCF-FFDF-97ED-5A1B-FE95660D645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7085744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Word"/>
      </p:transition>
    </mc:Choice>
    <mc:Fallback xmlns="">
      <p:transition spd="slow">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4121426" y="1103372"/>
            <a:ext cx="3950120"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Devices</a:t>
            </a:r>
          </a:p>
        </p:txBody>
      </p:sp>
      <p:pic>
        <p:nvPicPr>
          <p:cNvPr id="2" name="Picture 1">
            <a:extLst>
              <a:ext uri="{FF2B5EF4-FFF2-40B4-BE49-F238E27FC236}">
                <a16:creationId xmlns:a16="http://schemas.microsoft.com/office/drawing/2014/main" id="{B63858B0-D826-2458-E6A3-D16808573C44}"/>
              </a:ext>
            </a:extLst>
          </p:cNvPr>
          <p:cNvPicPr>
            <a:picLocks noChangeAspect="1"/>
          </p:cNvPicPr>
          <p:nvPr/>
        </p:nvPicPr>
        <p:blipFill>
          <a:blip r:embed="rId3"/>
          <a:srcRect/>
          <a:stretch/>
        </p:blipFill>
        <p:spPr>
          <a:xfrm>
            <a:off x="1753" y="1845251"/>
            <a:ext cx="15777859" cy="7501948"/>
          </a:xfrm>
          <a:prstGeom prst="rect">
            <a:avLst/>
          </a:prstGeom>
        </p:spPr>
      </p:pic>
      <p:sp>
        <p:nvSpPr>
          <p:cNvPr id="4" name="!!Header whiteout">
            <a:extLst>
              <a:ext uri="{FF2B5EF4-FFF2-40B4-BE49-F238E27FC236}">
                <a16:creationId xmlns:a16="http://schemas.microsoft.com/office/drawing/2014/main" id="{A38579E3-0EB6-DD01-D2BF-E5641E36368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2D493121-F14B-DCF5-2A36-CFA67EA5119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520501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4121426" y="1103372"/>
            <a:ext cx="3950120"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Devices</a:t>
            </a:r>
          </a:p>
        </p:txBody>
      </p:sp>
      <p:pic>
        <p:nvPicPr>
          <p:cNvPr id="2" name="Picture 1">
            <a:extLst>
              <a:ext uri="{FF2B5EF4-FFF2-40B4-BE49-F238E27FC236}">
                <a16:creationId xmlns:a16="http://schemas.microsoft.com/office/drawing/2014/main" id="{E1AA42A8-EA15-90C4-CAE3-CF530B1E2EF4}"/>
              </a:ext>
            </a:extLst>
          </p:cNvPr>
          <p:cNvPicPr>
            <a:picLocks noChangeAspect="1"/>
          </p:cNvPicPr>
          <p:nvPr/>
        </p:nvPicPr>
        <p:blipFill>
          <a:blip r:embed="rId3"/>
          <a:srcRect/>
          <a:stretch/>
        </p:blipFill>
        <p:spPr>
          <a:xfrm>
            <a:off x="-1367" y="1845251"/>
            <a:ext cx="15784099" cy="7501947"/>
          </a:xfrm>
          <a:prstGeom prst="rect">
            <a:avLst/>
          </a:prstGeom>
        </p:spPr>
      </p:pic>
      <p:sp>
        <p:nvSpPr>
          <p:cNvPr id="4" name="!!Header whiteout">
            <a:extLst>
              <a:ext uri="{FF2B5EF4-FFF2-40B4-BE49-F238E27FC236}">
                <a16:creationId xmlns:a16="http://schemas.microsoft.com/office/drawing/2014/main" id="{7BFB707C-10EC-445C-898D-D8153BD145D6}"/>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27DCC471-D8ED-0C51-5136-4996F7094C76}"/>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4871467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4121426" y="1103372"/>
            <a:ext cx="3950120"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Devices</a:t>
            </a:r>
          </a:p>
        </p:txBody>
      </p:sp>
      <p:pic>
        <p:nvPicPr>
          <p:cNvPr id="2" name="Picture 1">
            <a:extLst>
              <a:ext uri="{FF2B5EF4-FFF2-40B4-BE49-F238E27FC236}">
                <a16:creationId xmlns:a16="http://schemas.microsoft.com/office/drawing/2014/main" id="{E1AA42A8-EA15-90C4-CAE3-CF530B1E2EF4}"/>
              </a:ext>
            </a:extLst>
          </p:cNvPr>
          <p:cNvPicPr>
            <a:picLocks noChangeAspect="1"/>
          </p:cNvPicPr>
          <p:nvPr/>
        </p:nvPicPr>
        <p:blipFill>
          <a:blip r:embed="rId3"/>
          <a:srcRect/>
          <a:stretch/>
        </p:blipFill>
        <p:spPr>
          <a:xfrm>
            <a:off x="-1366" y="1845251"/>
            <a:ext cx="15784097" cy="7501947"/>
          </a:xfrm>
          <a:prstGeom prst="rect">
            <a:avLst/>
          </a:prstGeom>
        </p:spPr>
      </p:pic>
      <p:sp>
        <p:nvSpPr>
          <p:cNvPr id="4" name="!!Header whiteout">
            <a:extLst>
              <a:ext uri="{FF2B5EF4-FFF2-40B4-BE49-F238E27FC236}">
                <a16:creationId xmlns:a16="http://schemas.microsoft.com/office/drawing/2014/main" id="{169069CC-C5B9-22A0-0FCB-E1F1C29256F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39DA359F-B01D-A11D-8834-621C4F5C946F}"/>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3345308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4121426" y="1103372"/>
            <a:ext cx="3950120"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Devices</a:t>
            </a:r>
          </a:p>
        </p:txBody>
      </p:sp>
      <p:pic>
        <p:nvPicPr>
          <p:cNvPr id="2" name="Picture 1">
            <a:extLst>
              <a:ext uri="{FF2B5EF4-FFF2-40B4-BE49-F238E27FC236}">
                <a16:creationId xmlns:a16="http://schemas.microsoft.com/office/drawing/2014/main" id="{E1AA42A8-EA15-90C4-CAE3-CF530B1E2EF4}"/>
              </a:ext>
            </a:extLst>
          </p:cNvPr>
          <p:cNvPicPr>
            <a:picLocks noChangeAspect="1"/>
          </p:cNvPicPr>
          <p:nvPr/>
        </p:nvPicPr>
        <p:blipFill>
          <a:blip r:embed="rId3"/>
          <a:srcRect/>
          <a:stretch/>
        </p:blipFill>
        <p:spPr>
          <a:xfrm>
            <a:off x="-1367" y="1845251"/>
            <a:ext cx="15784099" cy="7501948"/>
          </a:xfrm>
          <a:prstGeom prst="rect">
            <a:avLst/>
          </a:prstGeom>
        </p:spPr>
      </p:pic>
      <p:sp>
        <p:nvSpPr>
          <p:cNvPr id="6" name="Oval 5">
            <a:extLst>
              <a:ext uri="{FF2B5EF4-FFF2-40B4-BE49-F238E27FC236}">
                <a16:creationId xmlns:a16="http://schemas.microsoft.com/office/drawing/2014/main" id="{EA1069CD-5273-750F-CC70-9160224DE50C}"/>
              </a:ext>
            </a:extLst>
          </p:cNvPr>
          <p:cNvSpPr/>
          <p:nvPr/>
        </p:nvSpPr>
        <p:spPr>
          <a:xfrm>
            <a:off x="11214756" y="3506494"/>
            <a:ext cx="1581462" cy="337185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erson 2">
            <a:extLst>
              <a:ext uri="{FF2B5EF4-FFF2-40B4-BE49-F238E27FC236}">
                <a16:creationId xmlns:a16="http://schemas.microsoft.com/office/drawing/2014/main" id="{9120153A-50AF-496A-F180-638A6314BE75}"/>
              </a:ext>
            </a:extLst>
          </p:cNvPr>
          <p:cNvPicPr>
            <a:picLocks noChangeAspect="1"/>
          </p:cNvPicPr>
          <p:nvPr/>
        </p:nvPicPr>
        <p:blipFill>
          <a:blip r:embed="rId4"/>
          <a:stretch>
            <a:fillRect/>
          </a:stretch>
        </p:blipFill>
        <p:spPr>
          <a:xfrm rot="20274399">
            <a:off x="11631942" y="4501888"/>
            <a:ext cx="751489" cy="1513368"/>
          </a:xfrm>
          <a:prstGeom prst="rect">
            <a:avLst/>
          </a:prstGeom>
        </p:spPr>
      </p:pic>
      <p:grpSp>
        <p:nvGrpSpPr>
          <p:cNvPr id="8" name="Group 7">
            <a:extLst>
              <a:ext uri="{FF2B5EF4-FFF2-40B4-BE49-F238E27FC236}">
                <a16:creationId xmlns:a16="http://schemas.microsoft.com/office/drawing/2014/main" id="{4D0E1B6B-F758-87D0-1DA8-22FC62365F29}"/>
              </a:ext>
            </a:extLst>
          </p:cNvPr>
          <p:cNvGrpSpPr/>
          <p:nvPr/>
        </p:nvGrpSpPr>
        <p:grpSpPr>
          <a:xfrm rot="461597">
            <a:off x="8140598" y="3680845"/>
            <a:ext cx="3309191" cy="929697"/>
            <a:chOff x="153922" y="1847707"/>
            <a:chExt cx="981806" cy="929697"/>
          </a:xfrm>
        </p:grpSpPr>
        <p:sp>
          <p:nvSpPr>
            <p:cNvPr id="9" name="Speech Bubble: Rectangle 19">
              <a:extLst>
                <a:ext uri="{FF2B5EF4-FFF2-40B4-BE49-F238E27FC236}">
                  <a16:creationId xmlns:a16="http://schemas.microsoft.com/office/drawing/2014/main" id="{6861AFAC-E451-E1B9-6F94-E54FBF9DE374}"/>
                </a:ext>
              </a:extLst>
            </p:cNvPr>
            <p:cNvSpPr/>
            <p:nvPr/>
          </p:nvSpPr>
          <p:spPr>
            <a:xfrm>
              <a:off x="160807" y="1887636"/>
              <a:ext cx="900955" cy="889768"/>
            </a:xfrm>
            <a:prstGeom prst="wedgeRectCallout">
              <a:avLst>
                <a:gd name="adj1" fmla="val 64654"/>
                <a:gd name="adj2" fmla="val 38854"/>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20">
              <a:extLst>
                <a:ext uri="{FF2B5EF4-FFF2-40B4-BE49-F238E27FC236}">
                  <a16:creationId xmlns:a16="http://schemas.microsoft.com/office/drawing/2014/main" id="{35FAB0BC-4ECB-6A8E-EACF-AEBBB0D9AD07}"/>
                </a:ext>
              </a:extLst>
            </p:cNvPr>
            <p:cNvSpPr txBox="1"/>
            <p:nvPr/>
          </p:nvSpPr>
          <p:spPr>
            <a:xfrm>
              <a:off x="153922" y="1847707"/>
              <a:ext cx="981806" cy="923330"/>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These </a:t>
              </a:r>
              <a:r>
                <a:rPr lang="en-US" i="1" dirty="0">
                  <a:latin typeface="Roboto Light" panose="02000000000000000000" pitchFamily="2" charset="0"/>
                  <a:ea typeface="Roboto Light" panose="02000000000000000000" pitchFamily="2" charset="0"/>
                </a:rPr>
                <a:t>controls</a:t>
              </a:r>
              <a:r>
                <a:rPr lang="en-US" dirty="0">
                  <a:latin typeface="Roboto Light" panose="02000000000000000000" pitchFamily="2" charset="0"/>
                  <a:ea typeface="Roboto Light" panose="02000000000000000000" pitchFamily="2" charset="0"/>
                </a:rPr>
                <a:t> are great, </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but show us the </a:t>
              </a:r>
              <a:r>
                <a:rPr lang="en-US" i="1" dirty="0">
                  <a:latin typeface="Roboto Light" panose="02000000000000000000" pitchFamily="2" charset="0"/>
                  <a:ea typeface="Roboto Light" panose="02000000000000000000" pitchFamily="2" charset="0"/>
                </a:rPr>
                <a:t>automations</a:t>
              </a:r>
              <a:r>
                <a:rPr lang="en-US" dirty="0">
                  <a:latin typeface="Roboto Light" panose="02000000000000000000" pitchFamily="2" charset="0"/>
                  <a:ea typeface="Roboto Light" panose="02000000000000000000" pitchFamily="2" charset="0"/>
                </a:rPr>
                <a:t>, man! </a:t>
              </a:r>
            </a:p>
          </p:txBody>
        </p:sp>
      </p:grpSp>
      <p:sp>
        <p:nvSpPr>
          <p:cNvPr id="4" name="!!Header whiteout">
            <a:extLst>
              <a:ext uri="{FF2B5EF4-FFF2-40B4-BE49-F238E27FC236}">
                <a16:creationId xmlns:a16="http://schemas.microsoft.com/office/drawing/2014/main" id="{74B23CFD-48C1-F482-2F37-7F9D9312B54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99B07110-FDBF-FEF7-5666-3D0AFDA247B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0557566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1+#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3184476" y="1103372"/>
            <a:ext cx="5824030"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4" name="ZWave3">
            <a:extLst>
              <a:ext uri="{FF2B5EF4-FFF2-40B4-BE49-F238E27FC236}">
                <a16:creationId xmlns:a16="http://schemas.microsoft.com/office/drawing/2014/main" id="{00058C55-6E90-6922-A642-474CCFDC452F}"/>
              </a:ext>
            </a:extLst>
          </p:cNvPr>
          <p:cNvSpPr txBox="1"/>
          <p:nvPr/>
        </p:nvSpPr>
        <p:spPr>
          <a:xfrm>
            <a:off x="3062559" y="2681518"/>
            <a:ext cx="6070504"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turn on when someone enters the room</a:t>
            </a:r>
          </a:p>
        </p:txBody>
      </p:sp>
      <p:pic>
        <p:nvPicPr>
          <p:cNvPr id="5" name="!!ZWave4 Bulb">
            <a:extLst>
              <a:ext uri="{FF2B5EF4-FFF2-40B4-BE49-F238E27FC236}">
                <a16:creationId xmlns:a16="http://schemas.microsoft.com/office/drawing/2014/main" id="{1DAB6C9F-DD6E-E0DA-0196-E0B735738A28}"/>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2652920"/>
            <a:ext cx="425758" cy="400110"/>
          </a:xfrm>
          <a:prstGeom prst="rect">
            <a:avLst/>
          </a:prstGeom>
        </p:spPr>
      </p:pic>
      <p:sp>
        <p:nvSpPr>
          <p:cNvPr id="9" name="ZWave3">
            <a:extLst>
              <a:ext uri="{FF2B5EF4-FFF2-40B4-BE49-F238E27FC236}">
                <a16:creationId xmlns:a16="http://schemas.microsoft.com/office/drawing/2014/main" id="{A8B13217-4BF0-5828-23A9-9B5ED785F68D}"/>
              </a:ext>
            </a:extLst>
          </p:cNvPr>
          <p:cNvSpPr txBox="1"/>
          <p:nvPr/>
        </p:nvSpPr>
        <p:spPr>
          <a:xfrm>
            <a:off x="3062559" y="3228945"/>
            <a:ext cx="6070504"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stay on if we're watching TV, but sitting still</a:t>
            </a:r>
          </a:p>
        </p:txBody>
      </p:sp>
      <p:pic>
        <p:nvPicPr>
          <p:cNvPr id="10" name="!!ZWave3 Bulb">
            <a:extLst>
              <a:ext uri="{FF2B5EF4-FFF2-40B4-BE49-F238E27FC236}">
                <a16:creationId xmlns:a16="http://schemas.microsoft.com/office/drawing/2014/main" id="{C89B76F8-F11C-D899-B003-1B90B258C6F5}"/>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3200347"/>
            <a:ext cx="425758" cy="400110"/>
          </a:xfrm>
          <a:prstGeom prst="rect">
            <a:avLst/>
          </a:prstGeom>
        </p:spPr>
      </p:pic>
      <p:sp>
        <p:nvSpPr>
          <p:cNvPr id="11" name="ZWave3">
            <a:extLst>
              <a:ext uri="{FF2B5EF4-FFF2-40B4-BE49-F238E27FC236}">
                <a16:creationId xmlns:a16="http://schemas.microsoft.com/office/drawing/2014/main" id="{DBE03E6F-F86F-2419-55D9-094512DCE19E}"/>
              </a:ext>
            </a:extLst>
          </p:cNvPr>
          <p:cNvSpPr txBox="1"/>
          <p:nvPr/>
        </p:nvSpPr>
        <p:spPr>
          <a:xfrm>
            <a:off x="3062559" y="3776372"/>
            <a:ext cx="735656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stay off when we're watching a movie, even if we move</a:t>
            </a:r>
          </a:p>
        </p:txBody>
      </p:sp>
      <p:pic>
        <p:nvPicPr>
          <p:cNvPr id="12" name="!!ZWave2 Bulb">
            <a:extLst>
              <a:ext uri="{FF2B5EF4-FFF2-40B4-BE49-F238E27FC236}">
                <a16:creationId xmlns:a16="http://schemas.microsoft.com/office/drawing/2014/main" id="{7BE18975-E685-F130-B36C-E75333F28770}"/>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3747774"/>
            <a:ext cx="425758" cy="400110"/>
          </a:xfrm>
          <a:prstGeom prst="rect">
            <a:avLst/>
          </a:prstGeom>
        </p:spPr>
      </p:pic>
      <p:sp>
        <p:nvSpPr>
          <p:cNvPr id="13" name="ZWave3">
            <a:extLst>
              <a:ext uri="{FF2B5EF4-FFF2-40B4-BE49-F238E27FC236}">
                <a16:creationId xmlns:a16="http://schemas.microsoft.com/office/drawing/2014/main" id="{4D856D58-F0DD-497C-5CE8-91323C617185}"/>
              </a:ext>
            </a:extLst>
          </p:cNvPr>
          <p:cNvSpPr txBox="1"/>
          <p:nvPr/>
        </p:nvSpPr>
        <p:spPr>
          <a:xfrm>
            <a:off x="3062559" y="4323799"/>
            <a:ext cx="7520160"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turn off after everyone leaves the room</a:t>
            </a:r>
          </a:p>
        </p:txBody>
      </p:sp>
      <p:pic>
        <p:nvPicPr>
          <p:cNvPr id="14" name="!!ZWave1 Bulb">
            <a:extLst>
              <a:ext uri="{FF2B5EF4-FFF2-40B4-BE49-F238E27FC236}">
                <a16:creationId xmlns:a16="http://schemas.microsoft.com/office/drawing/2014/main" id="{EB3D6766-B9F2-8AF0-177F-56DCE8025B5C}"/>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4295201"/>
            <a:ext cx="425758" cy="400110"/>
          </a:xfrm>
          <a:prstGeom prst="rect">
            <a:avLst/>
          </a:prstGeom>
        </p:spPr>
      </p:pic>
      <p:pic>
        <p:nvPicPr>
          <p:cNvPr id="15" name="Picture 14">
            <a:extLst>
              <a:ext uri="{FF2B5EF4-FFF2-40B4-BE49-F238E27FC236}">
                <a16:creationId xmlns:a16="http://schemas.microsoft.com/office/drawing/2014/main" id="{1B06859E-3956-B199-34AF-84D23DFC96DD}"/>
              </a:ext>
            </a:extLst>
          </p:cNvPr>
          <p:cNvPicPr>
            <a:picLocks noChangeAspect="1"/>
          </p:cNvPicPr>
          <p:nvPr/>
        </p:nvPicPr>
        <p:blipFill>
          <a:blip r:embed="rId4"/>
          <a:stretch>
            <a:fillRect/>
          </a:stretch>
        </p:blipFill>
        <p:spPr>
          <a:xfrm>
            <a:off x="4552693" y="5683170"/>
            <a:ext cx="568414" cy="1052619"/>
          </a:xfrm>
          <a:prstGeom prst="rect">
            <a:avLst/>
          </a:prstGeom>
        </p:spPr>
      </p:pic>
      <p:grpSp>
        <p:nvGrpSpPr>
          <p:cNvPr id="36" name="Group 35">
            <a:extLst>
              <a:ext uri="{FF2B5EF4-FFF2-40B4-BE49-F238E27FC236}">
                <a16:creationId xmlns:a16="http://schemas.microsoft.com/office/drawing/2014/main" id="{A58FDF76-496B-8B2B-FF6B-975A2B0B38CE}"/>
              </a:ext>
            </a:extLst>
          </p:cNvPr>
          <p:cNvGrpSpPr/>
          <p:nvPr/>
        </p:nvGrpSpPr>
        <p:grpSpPr>
          <a:xfrm>
            <a:off x="6877804" y="5366692"/>
            <a:ext cx="789764" cy="1482325"/>
            <a:chOff x="5387670" y="5366692"/>
            <a:chExt cx="789764" cy="1482325"/>
          </a:xfrm>
        </p:grpSpPr>
        <p:pic>
          <p:nvPicPr>
            <p:cNvPr id="16" name="Body">
              <a:extLst>
                <a:ext uri="{FF2B5EF4-FFF2-40B4-BE49-F238E27FC236}">
                  <a16:creationId xmlns:a16="http://schemas.microsoft.com/office/drawing/2014/main" id="{D24EAEAB-D5C1-973E-548C-4223A709DBE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387670" y="5366692"/>
              <a:ext cx="789764" cy="1482325"/>
            </a:xfrm>
            <a:prstGeom prst="rect">
              <a:avLst/>
            </a:prstGeom>
          </p:spPr>
        </p:pic>
        <p:pic>
          <p:nvPicPr>
            <p:cNvPr id="17" name="Arm right">
              <a:extLst>
                <a:ext uri="{FF2B5EF4-FFF2-40B4-BE49-F238E27FC236}">
                  <a16:creationId xmlns:a16="http://schemas.microsoft.com/office/drawing/2014/main" id="{20B94479-FC27-3EBD-8A87-3FB4B14E0365}"/>
                </a:ext>
              </a:extLst>
            </p:cNvPr>
            <p:cNvPicPr>
              <a:picLocks noChangeAspect="1"/>
            </p:cNvPicPr>
            <p:nvPr/>
          </p:nvPicPr>
          <p:blipFill>
            <a:blip r:embed="rId6"/>
            <a:stretch>
              <a:fillRect/>
            </a:stretch>
          </p:blipFill>
          <p:spPr>
            <a:xfrm rot="7107118">
              <a:off x="5779534" y="5938405"/>
              <a:ext cx="203585" cy="326807"/>
            </a:xfrm>
            <a:prstGeom prst="rect">
              <a:avLst/>
            </a:prstGeom>
          </p:spPr>
        </p:pic>
        <p:pic>
          <p:nvPicPr>
            <p:cNvPr id="19" name="Arm left">
              <a:extLst>
                <a:ext uri="{FF2B5EF4-FFF2-40B4-BE49-F238E27FC236}">
                  <a16:creationId xmlns:a16="http://schemas.microsoft.com/office/drawing/2014/main" id="{4566ECBC-8A0E-7BC2-6056-4FED9C68F9DF}"/>
                </a:ext>
              </a:extLst>
            </p:cNvPr>
            <p:cNvPicPr>
              <a:picLocks noChangeAspect="1"/>
            </p:cNvPicPr>
            <p:nvPr/>
          </p:nvPicPr>
          <p:blipFill>
            <a:blip r:embed="rId7"/>
            <a:stretch>
              <a:fillRect/>
            </a:stretch>
          </p:blipFill>
          <p:spPr>
            <a:xfrm rot="20496142">
              <a:off x="5539713" y="5963889"/>
              <a:ext cx="253220" cy="257910"/>
            </a:xfrm>
            <a:prstGeom prst="rect">
              <a:avLst/>
            </a:prstGeom>
          </p:spPr>
        </p:pic>
        <p:sp>
          <p:nvSpPr>
            <p:cNvPr id="24" name="!!Smile">
              <a:extLst>
                <a:ext uri="{FF2B5EF4-FFF2-40B4-BE49-F238E27FC236}">
                  <a16:creationId xmlns:a16="http://schemas.microsoft.com/office/drawing/2014/main" id="{9FFDFC25-D48E-73CC-27BF-01B123AA774B}"/>
                </a:ext>
              </a:extLst>
            </p:cNvPr>
            <p:cNvSpPr/>
            <p:nvPr/>
          </p:nvSpPr>
          <p:spPr>
            <a:xfrm>
              <a:off x="5634890" y="565568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Eye 2">
              <a:extLst>
                <a:ext uri="{FF2B5EF4-FFF2-40B4-BE49-F238E27FC236}">
                  <a16:creationId xmlns:a16="http://schemas.microsoft.com/office/drawing/2014/main" id="{451038CA-C00E-9B26-1525-A59D089B511A}"/>
                </a:ext>
              </a:extLst>
            </p:cNvPr>
            <p:cNvSpPr/>
            <p:nvPr/>
          </p:nvSpPr>
          <p:spPr>
            <a:xfrm>
              <a:off x="5648342" y="556363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513B15A1-3CF3-A98A-2723-C639260AC88E}"/>
                </a:ext>
              </a:extLst>
            </p:cNvPr>
            <p:cNvSpPr/>
            <p:nvPr/>
          </p:nvSpPr>
          <p:spPr>
            <a:xfrm>
              <a:off x="5785738" y="55588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grpSp>
      <p:sp>
        <p:nvSpPr>
          <p:cNvPr id="29" name="!!Speech Bubble: Rectangle 19">
            <a:extLst>
              <a:ext uri="{FF2B5EF4-FFF2-40B4-BE49-F238E27FC236}">
                <a16:creationId xmlns:a16="http://schemas.microsoft.com/office/drawing/2014/main" id="{CCA0DB49-88A6-0373-A9E6-9E2EDF883F5A}"/>
              </a:ext>
            </a:extLst>
          </p:cNvPr>
          <p:cNvSpPr/>
          <p:nvPr/>
        </p:nvSpPr>
        <p:spPr>
          <a:xfrm>
            <a:off x="5029848" y="4874249"/>
            <a:ext cx="1753235" cy="391476"/>
          </a:xfrm>
          <a:prstGeom prst="wedgeRectCallout">
            <a:avLst>
              <a:gd name="adj1" fmla="val 48289"/>
              <a:gd name="adj2" fmla="val 11806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20">
            <a:extLst>
              <a:ext uri="{FF2B5EF4-FFF2-40B4-BE49-F238E27FC236}">
                <a16:creationId xmlns:a16="http://schemas.microsoft.com/office/drawing/2014/main" id="{91F0A277-9454-33F9-EB7F-F63D6DCDA01D}"/>
              </a:ext>
            </a:extLst>
          </p:cNvPr>
          <p:cNvSpPr txBox="1"/>
          <p:nvPr/>
        </p:nvSpPr>
        <p:spPr>
          <a:xfrm>
            <a:off x="5060598" y="4853288"/>
            <a:ext cx="2085270"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Works for me! </a:t>
            </a:r>
          </a:p>
        </p:txBody>
      </p:sp>
      <p:sp>
        <p:nvSpPr>
          <p:cNvPr id="35" name="!!Speech Bubble 2">
            <a:extLst>
              <a:ext uri="{FF2B5EF4-FFF2-40B4-BE49-F238E27FC236}">
                <a16:creationId xmlns:a16="http://schemas.microsoft.com/office/drawing/2014/main" id="{90E1FEAF-072C-F235-3CE5-188C33FCA4C7}"/>
              </a:ext>
            </a:extLst>
          </p:cNvPr>
          <p:cNvSpPr/>
          <p:nvPr/>
        </p:nvSpPr>
        <p:spPr>
          <a:xfrm>
            <a:off x="5031390" y="4881700"/>
            <a:ext cx="1753234" cy="391476"/>
          </a:xfrm>
          <a:prstGeom prst="wedgeRectCallout">
            <a:avLst>
              <a:gd name="adj1" fmla="val -40215"/>
              <a:gd name="adj2" fmla="val 12383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F1C04DF9-B639-C4CB-AECB-F3FABA9E51B7}"/>
              </a:ext>
            </a:extLst>
          </p:cNvPr>
          <p:cNvPicPr>
            <a:picLocks noChangeAspect="1"/>
          </p:cNvPicPr>
          <p:nvPr/>
        </p:nvPicPr>
        <p:blipFill>
          <a:blip r:embed="rId8"/>
          <a:srcRect/>
          <a:stretch/>
        </p:blipFill>
        <p:spPr>
          <a:xfrm>
            <a:off x="2221576" y="6952265"/>
            <a:ext cx="682992" cy="1282565"/>
          </a:xfrm>
          <a:prstGeom prst="rect">
            <a:avLst/>
          </a:prstGeom>
        </p:spPr>
      </p:pic>
      <p:sp>
        <p:nvSpPr>
          <p:cNvPr id="2" name="!!Header whiteout">
            <a:extLst>
              <a:ext uri="{FF2B5EF4-FFF2-40B4-BE49-F238E27FC236}">
                <a16:creationId xmlns:a16="http://schemas.microsoft.com/office/drawing/2014/main" id="{B5D03F51-6F30-0BF2-4AD3-56FF8109A66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5E847266-DF87-4E94-AEDF-F1BFA24D859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0772362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 calcmode="lin" valueType="num">
                                      <p:cBhvr additive="base">
                                        <p:cTn id="39" dur="500" fill="hold"/>
                                        <p:tgtEl>
                                          <p:spTgt spid="15"/>
                                        </p:tgtEl>
                                        <p:attrNameLst>
                                          <p:attrName>ppt_x</p:attrName>
                                        </p:attrNameLst>
                                      </p:cBhvr>
                                      <p:tavLst>
                                        <p:tav tm="0">
                                          <p:val>
                                            <p:strVal val="#ppt_x"/>
                                          </p:val>
                                        </p:tav>
                                        <p:tav tm="100000">
                                          <p:val>
                                            <p:strVal val="#ppt_x"/>
                                          </p:val>
                                        </p:tav>
                                      </p:tavLst>
                                    </p:anim>
                                    <p:anim calcmode="lin" valueType="num">
                                      <p:cBhvr additive="base">
                                        <p:cTn id="40" dur="500" fill="hold"/>
                                        <p:tgtEl>
                                          <p:spTgt spid="15"/>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36"/>
                                        </p:tgtEl>
                                        <p:attrNameLst>
                                          <p:attrName>style.visibility</p:attrName>
                                        </p:attrNameLst>
                                      </p:cBhvr>
                                      <p:to>
                                        <p:strVal val="visible"/>
                                      </p:to>
                                    </p:set>
                                    <p:anim calcmode="lin" valueType="num">
                                      <p:cBhvr additive="base">
                                        <p:cTn id="43" dur="500" fill="hold"/>
                                        <p:tgtEl>
                                          <p:spTgt spid="36"/>
                                        </p:tgtEl>
                                        <p:attrNameLst>
                                          <p:attrName>ppt_x</p:attrName>
                                        </p:attrNameLst>
                                      </p:cBhvr>
                                      <p:tavLst>
                                        <p:tav tm="0">
                                          <p:val>
                                            <p:strVal val="#ppt_x"/>
                                          </p:val>
                                        </p:tav>
                                        <p:tav tm="100000">
                                          <p:val>
                                            <p:strVal val="#ppt_x"/>
                                          </p:val>
                                        </p:tav>
                                      </p:tavLst>
                                    </p:anim>
                                    <p:anim calcmode="lin" valueType="num">
                                      <p:cBhvr additive="base">
                                        <p:cTn id="44" dur="500" fill="hold"/>
                                        <p:tgtEl>
                                          <p:spTgt spid="36"/>
                                        </p:tgtEl>
                                        <p:attrNameLst>
                                          <p:attrName>ppt_y</p:attrName>
                                        </p:attrNameLst>
                                      </p:cBhvr>
                                      <p:tavLst>
                                        <p:tav tm="0">
                                          <p:val>
                                            <p:strVal val="1+#ppt_h/2"/>
                                          </p:val>
                                        </p:tav>
                                        <p:tav tm="100000">
                                          <p:val>
                                            <p:strVal val="#ppt_y"/>
                                          </p:val>
                                        </p:tav>
                                      </p:tavLst>
                                    </p:anim>
                                  </p:childTnLst>
                                </p:cTn>
                              </p:par>
                            </p:childTnLst>
                          </p:cTn>
                        </p:par>
                        <p:par>
                          <p:cTn id="45" fill="hold">
                            <p:stCondLst>
                              <p:cond delay="5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00"/>
                                        <p:tgtEl>
                                          <p:spTgt spid="2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1" grpId="0"/>
      <p:bldP spid="13" grpId="0"/>
      <p:bldP spid="29" grpId="0" animBg="1"/>
      <p:bldP spid="34" grpId="0"/>
      <p:bldP spid="35"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3175657" y="1103372"/>
            <a:ext cx="5841664"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5" name="!!ZWave4 Bulb">
            <a:extLst>
              <a:ext uri="{FF2B5EF4-FFF2-40B4-BE49-F238E27FC236}">
                <a16:creationId xmlns:a16="http://schemas.microsoft.com/office/drawing/2014/main" id="{1DAB6C9F-DD6E-E0DA-0196-E0B735738A28}"/>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2652920"/>
            <a:ext cx="425758" cy="400110"/>
          </a:xfrm>
          <a:prstGeom prst="rect">
            <a:avLst/>
          </a:prstGeom>
        </p:spPr>
      </p:pic>
      <p:pic>
        <p:nvPicPr>
          <p:cNvPr id="10" name="!!ZWave3 Bulb">
            <a:extLst>
              <a:ext uri="{FF2B5EF4-FFF2-40B4-BE49-F238E27FC236}">
                <a16:creationId xmlns:a16="http://schemas.microsoft.com/office/drawing/2014/main" id="{C89B76F8-F11C-D899-B003-1B90B258C6F5}"/>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3200347"/>
            <a:ext cx="425758" cy="400110"/>
          </a:xfrm>
          <a:prstGeom prst="rect">
            <a:avLst/>
          </a:prstGeom>
        </p:spPr>
      </p:pic>
      <p:pic>
        <p:nvPicPr>
          <p:cNvPr id="12" name="!!ZWave2 Bulb">
            <a:extLst>
              <a:ext uri="{FF2B5EF4-FFF2-40B4-BE49-F238E27FC236}">
                <a16:creationId xmlns:a16="http://schemas.microsoft.com/office/drawing/2014/main" id="{7BE18975-E685-F130-B36C-E75333F28770}"/>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3747774"/>
            <a:ext cx="425758" cy="400110"/>
          </a:xfrm>
          <a:prstGeom prst="rect">
            <a:avLst/>
          </a:prstGeom>
        </p:spPr>
      </p:pic>
      <p:pic>
        <p:nvPicPr>
          <p:cNvPr id="14" name="!!ZWave1 Bulb">
            <a:extLst>
              <a:ext uri="{FF2B5EF4-FFF2-40B4-BE49-F238E27FC236}">
                <a16:creationId xmlns:a16="http://schemas.microsoft.com/office/drawing/2014/main" id="{EB3D6766-B9F2-8AF0-177F-56DCE8025B5C}"/>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4295201"/>
            <a:ext cx="425758" cy="400110"/>
          </a:xfrm>
          <a:prstGeom prst="rect">
            <a:avLst/>
          </a:prstGeom>
        </p:spPr>
      </p:pic>
      <p:pic>
        <p:nvPicPr>
          <p:cNvPr id="15" name="Picture 14">
            <a:extLst>
              <a:ext uri="{FF2B5EF4-FFF2-40B4-BE49-F238E27FC236}">
                <a16:creationId xmlns:a16="http://schemas.microsoft.com/office/drawing/2014/main" id="{1B06859E-3956-B199-34AF-84D23DFC96DD}"/>
              </a:ext>
            </a:extLst>
          </p:cNvPr>
          <p:cNvPicPr>
            <a:picLocks noChangeAspect="1"/>
          </p:cNvPicPr>
          <p:nvPr/>
        </p:nvPicPr>
        <p:blipFill>
          <a:blip r:embed="rId4"/>
          <a:stretch>
            <a:fillRect/>
          </a:stretch>
        </p:blipFill>
        <p:spPr>
          <a:xfrm>
            <a:off x="4552693" y="5683170"/>
            <a:ext cx="568414" cy="1052619"/>
          </a:xfrm>
          <a:prstGeom prst="rect">
            <a:avLst/>
          </a:prstGeom>
        </p:spPr>
      </p:pic>
      <p:grpSp>
        <p:nvGrpSpPr>
          <p:cNvPr id="36" name="Group 35">
            <a:extLst>
              <a:ext uri="{FF2B5EF4-FFF2-40B4-BE49-F238E27FC236}">
                <a16:creationId xmlns:a16="http://schemas.microsoft.com/office/drawing/2014/main" id="{A58FDF76-496B-8B2B-FF6B-975A2B0B38CE}"/>
              </a:ext>
            </a:extLst>
          </p:cNvPr>
          <p:cNvGrpSpPr/>
          <p:nvPr/>
        </p:nvGrpSpPr>
        <p:grpSpPr>
          <a:xfrm>
            <a:off x="6877804" y="5366692"/>
            <a:ext cx="789764" cy="1482325"/>
            <a:chOff x="5387670" y="5366692"/>
            <a:chExt cx="789764" cy="1482325"/>
          </a:xfrm>
        </p:grpSpPr>
        <p:pic>
          <p:nvPicPr>
            <p:cNvPr id="16" name="Body">
              <a:extLst>
                <a:ext uri="{FF2B5EF4-FFF2-40B4-BE49-F238E27FC236}">
                  <a16:creationId xmlns:a16="http://schemas.microsoft.com/office/drawing/2014/main" id="{D24EAEAB-D5C1-973E-548C-4223A709DBE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387670" y="5366692"/>
              <a:ext cx="789764" cy="1482325"/>
            </a:xfrm>
            <a:prstGeom prst="rect">
              <a:avLst/>
            </a:prstGeom>
          </p:spPr>
        </p:pic>
        <p:pic>
          <p:nvPicPr>
            <p:cNvPr id="17" name="Arm right">
              <a:extLst>
                <a:ext uri="{FF2B5EF4-FFF2-40B4-BE49-F238E27FC236}">
                  <a16:creationId xmlns:a16="http://schemas.microsoft.com/office/drawing/2014/main" id="{20B94479-FC27-3EBD-8A87-3FB4B14E0365}"/>
                </a:ext>
              </a:extLst>
            </p:cNvPr>
            <p:cNvPicPr>
              <a:picLocks noChangeAspect="1"/>
            </p:cNvPicPr>
            <p:nvPr/>
          </p:nvPicPr>
          <p:blipFill>
            <a:blip r:embed="rId6"/>
            <a:stretch>
              <a:fillRect/>
            </a:stretch>
          </p:blipFill>
          <p:spPr>
            <a:xfrm rot="7107118">
              <a:off x="5779534" y="5938405"/>
              <a:ext cx="203585" cy="326807"/>
            </a:xfrm>
            <a:prstGeom prst="rect">
              <a:avLst/>
            </a:prstGeom>
          </p:spPr>
        </p:pic>
        <p:pic>
          <p:nvPicPr>
            <p:cNvPr id="19" name="Arm left">
              <a:extLst>
                <a:ext uri="{FF2B5EF4-FFF2-40B4-BE49-F238E27FC236}">
                  <a16:creationId xmlns:a16="http://schemas.microsoft.com/office/drawing/2014/main" id="{4566ECBC-8A0E-7BC2-6056-4FED9C68F9DF}"/>
                </a:ext>
              </a:extLst>
            </p:cNvPr>
            <p:cNvPicPr>
              <a:picLocks noChangeAspect="1"/>
            </p:cNvPicPr>
            <p:nvPr/>
          </p:nvPicPr>
          <p:blipFill>
            <a:blip r:embed="rId7"/>
            <a:stretch>
              <a:fillRect/>
            </a:stretch>
          </p:blipFill>
          <p:spPr>
            <a:xfrm rot="20496142">
              <a:off x="5539713" y="5963889"/>
              <a:ext cx="253220" cy="257910"/>
            </a:xfrm>
            <a:prstGeom prst="rect">
              <a:avLst/>
            </a:prstGeom>
          </p:spPr>
        </p:pic>
        <p:sp>
          <p:nvSpPr>
            <p:cNvPr id="24" name="!!Smile">
              <a:extLst>
                <a:ext uri="{FF2B5EF4-FFF2-40B4-BE49-F238E27FC236}">
                  <a16:creationId xmlns:a16="http://schemas.microsoft.com/office/drawing/2014/main" id="{9FFDFC25-D48E-73CC-27BF-01B123AA774B}"/>
                </a:ext>
              </a:extLst>
            </p:cNvPr>
            <p:cNvSpPr/>
            <p:nvPr/>
          </p:nvSpPr>
          <p:spPr>
            <a:xfrm>
              <a:off x="5634890" y="565568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Eye 2">
              <a:extLst>
                <a:ext uri="{FF2B5EF4-FFF2-40B4-BE49-F238E27FC236}">
                  <a16:creationId xmlns:a16="http://schemas.microsoft.com/office/drawing/2014/main" id="{451038CA-C00E-9B26-1525-A59D089B511A}"/>
                </a:ext>
              </a:extLst>
            </p:cNvPr>
            <p:cNvSpPr/>
            <p:nvPr/>
          </p:nvSpPr>
          <p:spPr>
            <a:xfrm>
              <a:off x="5648342" y="556363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513B15A1-3CF3-A98A-2723-C639260AC88E}"/>
                </a:ext>
              </a:extLst>
            </p:cNvPr>
            <p:cNvSpPr/>
            <p:nvPr/>
          </p:nvSpPr>
          <p:spPr>
            <a:xfrm>
              <a:off x="5785738" y="55588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grpSp>
      <p:sp>
        <p:nvSpPr>
          <p:cNvPr id="34" name="!!TextBox 20">
            <a:extLst>
              <a:ext uri="{FF2B5EF4-FFF2-40B4-BE49-F238E27FC236}">
                <a16:creationId xmlns:a16="http://schemas.microsoft.com/office/drawing/2014/main" id="{91F0A277-9454-33F9-EB7F-F63D6DCDA01D}"/>
              </a:ext>
            </a:extLst>
          </p:cNvPr>
          <p:cNvSpPr txBox="1"/>
          <p:nvPr/>
        </p:nvSpPr>
        <p:spPr>
          <a:xfrm>
            <a:off x="2584042" y="4943567"/>
            <a:ext cx="2338422"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Please, make it stop. </a:t>
            </a:r>
          </a:p>
        </p:txBody>
      </p:sp>
      <p:sp>
        <p:nvSpPr>
          <p:cNvPr id="35" name="!!Speech Bubble 2">
            <a:extLst>
              <a:ext uri="{FF2B5EF4-FFF2-40B4-BE49-F238E27FC236}">
                <a16:creationId xmlns:a16="http://schemas.microsoft.com/office/drawing/2014/main" id="{90E1FEAF-072C-F235-3CE5-188C33FCA4C7}"/>
              </a:ext>
            </a:extLst>
          </p:cNvPr>
          <p:cNvSpPr/>
          <p:nvPr/>
        </p:nvSpPr>
        <p:spPr>
          <a:xfrm>
            <a:off x="2615794" y="4971979"/>
            <a:ext cx="2146650" cy="391476"/>
          </a:xfrm>
          <a:prstGeom prst="wedgeRectCallout">
            <a:avLst>
              <a:gd name="adj1" fmla="val -39860"/>
              <a:gd name="adj2" fmla="val 11799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F96D0C66-1E9B-DEFE-7D4E-E11C88548D73}"/>
              </a:ext>
            </a:extLst>
          </p:cNvPr>
          <p:cNvPicPr>
            <a:picLocks noChangeAspect="1"/>
          </p:cNvPicPr>
          <p:nvPr/>
        </p:nvPicPr>
        <p:blipFill>
          <a:blip r:embed="rId8"/>
          <a:srcRect/>
          <a:stretch/>
        </p:blipFill>
        <p:spPr>
          <a:xfrm>
            <a:off x="2221576" y="5550185"/>
            <a:ext cx="682992" cy="1282565"/>
          </a:xfrm>
          <a:prstGeom prst="rect">
            <a:avLst/>
          </a:prstGeom>
        </p:spPr>
      </p:pic>
      <p:sp>
        <p:nvSpPr>
          <p:cNvPr id="2" name="ZWave3">
            <a:extLst>
              <a:ext uri="{FF2B5EF4-FFF2-40B4-BE49-F238E27FC236}">
                <a16:creationId xmlns:a16="http://schemas.microsoft.com/office/drawing/2014/main" id="{2085F1CF-584B-DF86-5CDC-19DD7026F804}"/>
              </a:ext>
            </a:extLst>
          </p:cNvPr>
          <p:cNvSpPr txBox="1"/>
          <p:nvPr/>
        </p:nvSpPr>
        <p:spPr>
          <a:xfrm>
            <a:off x="3062559" y="2681518"/>
            <a:ext cx="6070504"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turn on when someone enters the room</a:t>
            </a:r>
          </a:p>
        </p:txBody>
      </p:sp>
      <p:sp>
        <p:nvSpPr>
          <p:cNvPr id="7" name="ZWave3">
            <a:extLst>
              <a:ext uri="{FF2B5EF4-FFF2-40B4-BE49-F238E27FC236}">
                <a16:creationId xmlns:a16="http://schemas.microsoft.com/office/drawing/2014/main" id="{292DFAFF-A4F5-47DA-AC8D-C2703DDAD1D4}"/>
              </a:ext>
            </a:extLst>
          </p:cNvPr>
          <p:cNvSpPr txBox="1"/>
          <p:nvPr/>
        </p:nvSpPr>
        <p:spPr>
          <a:xfrm>
            <a:off x="3062559" y="3228945"/>
            <a:ext cx="6070504"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stay on if we're watching TV, but sitting still</a:t>
            </a:r>
          </a:p>
        </p:txBody>
      </p:sp>
      <p:sp>
        <p:nvSpPr>
          <p:cNvPr id="8" name="ZWave3">
            <a:extLst>
              <a:ext uri="{FF2B5EF4-FFF2-40B4-BE49-F238E27FC236}">
                <a16:creationId xmlns:a16="http://schemas.microsoft.com/office/drawing/2014/main" id="{B297EF88-6F7E-A48C-8667-23D15071259C}"/>
              </a:ext>
            </a:extLst>
          </p:cNvPr>
          <p:cNvSpPr txBox="1"/>
          <p:nvPr/>
        </p:nvSpPr>
        <p:spPr>
          <a:xfrm>
            <a:off x="3062559" y="3776372"/>
            <a:ext cx="735656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stay off when we're watching a movie, even if we move</a:t>
            </a:r>
          </a:p>
        </p:txBody>
      </p:sp>
      <p:sp>
        <p:nvSpPr>
          <p:cNvPr id="20" name="ZWave3">
            <a:extLst>
              <a:ext uri="{FF2B5EF4-FFF2-40B4-BE49-F238E27FC236}">
                <a16:creationId xmlns:a16="http://schemas.microsoft.com/office/drawing/2014/main" id="{8E4A8C5B-CEB8-C035-8CDE-41A9C4209537}"/>
              </a:ext>
            </a:extLst>
          </p:cNvPr>
          <p:cNvSpPr txBox="1"/>
          <p:nvPr/>
        </p:nvSpPr>
        <p:spPr>
          <a:xfrm>
            <a:off x="3062559" y="4323799"/>
            <a:ext cx="7520160"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turn off after everyone leaves the room</a:t>
            </a:r>
          </a:p>
        </p:txBody>
      </p:sp>
      <p:sp>
        <p:nvSpPr>
          <p:cNvPr id="4" name="!!Header whiteout">
            <a:extLst>
              <a:ext uri="{FF2B5EF4-FFF2-40B4-BE49-F238E27FC236}">
                <a16:creationId xmlns:a16="http://schemas.microsoft.com/office/drawing/2014/main" id="{30FCDC87-B4E2-CA56-1E4C-C27CE1074F9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0BFBECB6-FDDE-C846-D5E0-A1F355FE99E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06802232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DA141E-E39A-4A7C-A241-0A775E793905}"/>
              </a:ext>
            </a:extLst>
          </p:cNvPr>
          <p:cNvSpPr txBox="1"/>
          <p:nvPr/>
        </p:nvSpPr>
        <p:spPr>
          <a:xfrm>
            <a:off x="3175657" y="1103372"/>
            <a:ext cx="5841664"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5" name="!!ZWave4 Bulb">
            <a:extLst>
              <a:ext uri="{FF2B5EF4-FFF2-40B4-BE49-F238E27FC236}">
                <a16:creationId xmlns:a16="http://schemas.microsoft.com/office/drawing/2014/main" id="{1DAB6C9F-DD6E-E0DA-0196-E0B735738A28}"/>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2111051"/>
            <a:ext cx="425758" cy="400110"/>
          </a:xfrm>
          <a:prstGeom prst="rect">
            <a:avLst/>
          </a:prstGeom>
        </p:spPr>
      </p:pic>
      <p:pic>
        <p:nvPicPr>
          <p:cNvPr id="10" name="!!ZWave3 Bulb">
            <a:extLst>
              <a:ext uri="{FF2B5EF4-FFF2-40B4-BE49-F238E27FC236}">
                <a16:creationId xmlns:a16="http://schemas.microsoft.com/office/drawing/2014/main" id="{C89B76F8-F11C-D899-B003-1B90B258C6F5}"/>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2658478"/>
            <a:ext cx="425758" cy="400110"/>
          </a:xfrm>
          <a:prstGeom prst="rect">
            <a:avLst/>
          </a:prstGeom>
        </p:spPr>
      </p:pic>
      <p:pic>
        <p:nvPicPr>
          <p:cNvPr id="12" name="!!ZWave2 Bulb">
            <a:extLst>
              <a:ext uri="{FF2B5EF4-FFF2-40B4-BE49-F238E27FC236}">
                <a16:creationId xmlns:a16="http://schemas.microsoft.com/office/drawing/2014/main" id="{7BE18975-E685-F130-B36C-E75333F28770}"/>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3205905"/>
            <a:ext cx="425758" cy="400110"/>
          </a:xfrm>
          <a:prstGeom prst="rect">
            <a:avLst/>
          </a:prstGeom>
        </p:spPr>
      </p:pic>
      <p:pic>
        <p:nvPicPr>
          <p:cNvPr id="14" name="!!ZWave1 Bulb">
            <a:extLst>
              <a:ext uri="{FF2B5EF4-FFF2-40B4-BE49-F238E27FC236}">
                <a16:creationId xmlns:a16="http://schemas.microsoft.com/office/drawing/2014/main" id="{EB3D6766-B9F2-8AF0-177F-56DCE8025B5C}"/>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3753332"/>
            <a:ext cx="425758" cy="400110"/>
          </a:xfrm>
          <a:prstGeom prst="rect">
            <a:avLst/>
          </a:prstGeom>
        </p:spPr>
      </p:pic>
      <p:pic>
        <p:nvPicPr>
          <p:cNvPr id="15" name="Picture 14">
            <a:extLst>
              <a:ext uri="{FF2B5EF4-FFF2-40B4-BE49-F238E27FC236}">
                <a16:creationId xmlns:a16="http://schemas.microsoft.com/office/drawing/2014/main" id="{1B06859E-3956-B199-34AF-84D23DFC96DD}"/>
              </a:ext>
            </a:extLst>
          </p:cNvPr>
          <p:cNvPicPr>
            <a:picLocks noChangeAspect="1"/>
          </p:cNvPicPr>
          <p:nvPr/>
        </p:nvPicPr>
        <p:blipFill>
          <a:blip r:embed="rId4"/>
          <a:stretch>
            <a:fillRect/>
          </a:stretch>
        </p:blipFill>
        <p:spPr>
          <a:xfrm>
            <a:off x="5726741" y="5683170"/>
            <a:ext cx="568414" cy="1052619"/>
          </a:xfrm>
          <a:prstGeom prst="rect">
            <a:avLst/>
          </a:prstGeom>
        </p:spPr>
      </p:pic>
      <p:grpSp>
        <p:nvGrpSpPr>
          <p:cNvPr id="36" name="Group 35">
            <a:extLst>
              <a:ext uri="{FF2B5EF4-FFF2-40B4-BE49-F238E27FC236}">
                <a16:creationId xmlns:a16="http://schemas.microsoft.com/office/drawing/2014/main" id="{A58FDF76-496B-8B2B-FF6B-975A2B0B38CE}"/>
              </a:ext>
            </a:extLst>
          </p:cNvPr>
          <p:cNvGrpSpPr/>
          <p:nvPr/>
        </p:nvGrpSpPr>
        <p:grpSpPr>
          <a:xfrm>
            <a:off x="7476116" y="5366692"/>
            <a:ext cx="789764" cy="1482325"/>
            <a:chOff x="5387670" y="5366692"/>
            <a:chExt cx="789764" cy="1482325"/>
          </a:xfrm>
        </p:grpSpPr>
        <p:pic>
          <p:nvPicPr>
            <p:cNvPr id="16" name="Body">
              <a:extLst>
                <a:ext uri="{FF2B5EF4-FFF2-40B4-BE49-F238E27FC236}">
                  <a16:creationId xmlns:a16="http://schemas.microsoft.com/office/drawing/2014/main" id="{D24EAEAB-D5C1-973E-548C-4223A709DBE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387670" y="5366692"/>
              <a:ext cx="789764" cy="1482325"/>
            </a:xfrm>
            <a:prstGeom prst="rect">
              <a:avLst/>
            </a:prstGeom>
          </p:spPr>
        </p:pic>
        <p:pic>
          <p:nvPicPr>
            <p:cNvPr id="17" name="Arm right">
              <a:extLst>
                <a:ext uri="{FF2B5EF4-FFF2-40B4-BE49-F238E27FC236}">
                  <a16:creationId xmlns:a16="http://schemas.microsoft.com/office/drawing/2014/main" id="{20B94479-FC27-3EBD-8A87-3FB4B14E0365}"/>
                </a:ext>
              </a:extLst>
            </p:cNvPr>
            <p:cNvPicPr>
              <a:picLocks noChangeAspect="1"/>
            </p:cNvPicPr>
            <p:nvPr/>
          </p:nvPicPr>
          <p:blipFill>
            <a:blip r:embed="rId6"/>
            <a:stretch>
              <a:fillRect/>
            </a:stretch>
          </p:blipFill>
          <p:spPr>
            <a:xfrm rot="7107118">
              <a:off x="5779534" y="5938405"/>
              <a:ext cx="203585" cy="326807"/>
            </a:xfrm>
            <a:prstGeom prst="rect">
              <a:avLst/>
            </a:prstGeom>
          </p:spPr>
        </p:pic>
        <p:pic>
          <p:nvPicPr>
            <p:cNvPr id="19" name="Arm left">
              <a:extLst>
                <a:ext uri="{FF2B5EF4-FFF2-40B4-BE49-F238E27FC236}">
                  <a16:creationId xmlns:a16="http://schemas.microsoft.com/office/drawing/2014/main" id="{4566ECBC-8A0E-7BC2-6056-4FED9C68F9DF}"/>
                </a:ext>
              </a:extLst>
            </p:cNvPr>
            <p:cNvPicPr>
              <a:picLocks noChangeAspect="1"/>
            </p:cNvPicPr>
            <p:nvPr/>
          </p:nvPicPr>
          <p:blipFill>
            <a:blip r:embed="rId7"/>
            <a:stretch>
              <a:fillRect/>
            </a:stretch>
          </p:blipFill>
          <p:spPr>
            <a:xfrm rot="20496142">
              <a:off x="5539713" y="5963889"/>
              <a:ext cx="253220" cy="257910"/>
            </a:xfrm>
            <a:prstGeom prst="rect">
              <a:avLst/>
            </a:prstGeom>
          </p:spPr>
        </p:pic>
        <p:sp>
          <p:nvSpPr>
            <p:cNvPr id="24" name="!!Smile">
              <a:extLst>
                <a:ext uri="{FF2B5EF4-FFF2-40B4-BE49-F238E27FC236}">
                  <a16:creationId xmlns:a16="http://schemas.microsoft.com/office/drawing/2014/main" id="{9FFDFC25-D48E-73CC-27BF-01B123AA774B}"/>
                </a:ext>
              </a:extLst>
            </p:cNvPr>
            <p:cNvSpPr/>
            <p:nvPr/>
          </p:nvSpPr>
          <p:spPr>
            <a:xfrm>
              <a:off x="5634890" y="565568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Eye 2">
              <a:extLst>
                <a:ext uri="{FF2B5EF4-FFF2-40B4-BE49-F238E27FC236}">
                  <a16:creationId xmlns:a16="http://schemas.microsoft.com/office/drawing/2014/main" id="{451038CA-C00E-9B26-1525-A59D089B511A}"/>
                </a:ext>
              </a:extLst>
            </p:cNvPr>
            <p:cNvSpPr/>
            <p:nvPr/>
          </p:nvSpPr>
          <p:spPr>
            <a:xfrm>
              <a:off x="5648342" y="556363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513B15A1-3CF3-A98A-2723-C639260AC88E}"/>
                </a:ext>
              </a:extLst>
            </p:cNvPr>
            <p:cNvSpPr/>
            <p:nvPr/>
          </p:nvSpPr>
          <p:spPr>
            <a:xfrm>
              <a:off x="5785738" y="55588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grpSp>
      <p:sp>
        <p:nvSpPr>
          <p:cNvPr id="29" name="!!Speech Bubble: Rectangle 19">
            <a:extLst>
              <a:ext uri="{FF2B5EF4-FFF2-40B4-BE49-F238E27FC236}">
                <a16:creationId xmlns:a16="http://schemas.microsoft.com/office/drawing/2014/main" id="{CCA0DB49-88A6-0373-A9E6-9E2EDF883F5A}"/>
              </a:ext>
            </a:extLst>
          </p:cNvPr>
          <p:cNvSpPr/>
          <p:nvPr/>
        </p:nvSpPr>
        <p:spPr>
          <a:xfrm>
            <a:off x="5910385" y="4874249"/>
            <a:ext cx="1753235" cy="391476"/>
          </a:xfrm>
          <a:prstGeom prst="wedgeRectCallout">
            <a:avLst>
              <a:gd name="adj1" fmla="val 38631"/>
              <a:gd name="adj2" fmla="val 1469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21">
            <a:extLst>
              <a:ext uri="{FF2B5EF4-FFF2-40B4-BE49-F238E27FC236}">
                <a16:creationId xmlns:a16="http://schemas.microsoft.com/office/drawing/2014/main" id="{91F0A277-9454-33F9-EB7F-F63D6DCDA01D}"/>
              </a:ext>
            </a:extLst>
          </p:cNvPr>
          <p:cNvSpPr txBox="1"/>
          <p:nvPr/>
        </p:nvSpPr>
        <p:spPr>
          <a:xfrm>
            <a:off x="5941135" y="4853288"/>
            <a:ext cx="2085270"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Yes ma'am.</a:t>
            </a:r>
          </a:p>
        </p:txBody>
      </p:sp>
      <p:sp>
        <p:nvSpPr>
          <p:cNvPr id="35" name="!!Speech Bubble 2">
            <a:extLst>
              <a:ext uri="{FF2B5EF4-FFF2-40B4-BE49-F238E27FC236}">
                <a16:creationId xmlns:a16="http://schemas.microsoft.com/office/drawing/2014/main" id="{90E1FEAF-072C-F235-3CE5-188C33FCA4C7}"/>
              </a:ext>
            </a:extLst>
          </p:cNvPr>
          <p:cNvSpPr/>
          <p:nvPr/>
        </p:nvSpPr>
        <p:spPr>
          <a:xfrm>
            <a:off x="5911927" y="4881700"/>
            <a:ext cx="1753234" cy="391476"/>
          </a:xfrm>
          <a:prstGeom prst="wedgeRectCallout">
            <a:avLst>
              <a:gd name="adj1" fmla="val -31844"/>
              <a:gd name="adj2" fmla="val 12671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7B18AD62-A06A-59DC-2D51-C8E7EC282BEB}"/>
              </a:ext>
            </a:extLst>
          </p:cNvPr>
          <p:cNvPicPr>
            <a:picLocks noChangeAspect="1"/>
          </p:cNvPicPr>
          <p:nvPr/>
        </p:nvPicPr>
        <p:blipFill>
          <a:blip r:embed="rId8"/>
          <a:srcRect/>
          <a:stretch/>
        </p:blipFill>
        <p:spPr>
          <a:xfrm>
            <a:off x="2221576" y="5550185"/>
            <a:ext cx="682992" cy="1282565"/>
          </a:xfrm>
          <a:prstGeom prst="rect">
            <a:avLst/>
          </a:prstGeom>
        </p:spPr>
      </p:pic>
      <p:sp>
        <p:nvSpPr>
          <p:cNvPr id="21" name="ZWave3">
            <a:extLst>
              <a:ext uri="{FF2B5EF4-FFF2-40B4-BE49-F238E27FC236}">
                <a16:creationId xmlns:a16="http://schemas.microsoft.com/office/drawing/2014/main" id="{82810FC2-8948-4DD0-56E9-51F6629D5932}"/>
              </a:ext>
            </a:extLst>
          </p:cNvPr>
          <p:cNvSpPr txBox="1"/>
          <p:nvPr/>
        </p:nvSpPr>
        <p:spPr>
          <a:xfrm>
            <a:off x="3062559" y="4329334"/>
            <a:ext cx="7520160"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My wife can disable the automations when they tick her off</a:t>
            </a:r>
          </a:p>
        </p:txBody>
      </p:sp>
      <p:pic>
        <p:nvPicPr>
          <p:cNvPr id="22" name="!!ZWave5 Bulb">
            <a:extLst>
              <a:ext uri="{FF2B5EF4-FFF2-40B4-BE49-F238E27FC236}">
                <a16:creationId xmlns:a16="http://schemas.microsoft.com/office/drawing/2014/main" id="{8954CC3A-062B-7F37-54AA-C7607D1162CD}"/>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2563072" y="4300736"/>
            <a:ext cx="425758" cy="400110"/>
          </a:xfrm>
          <a:prstGeom prst="rect">
            <a:avLst/>
          </a:prstGeom>
        </p:spPr>
      </p:pic>
      <p:sp>
        <p:nvSpPr>
          <p:cNvPr id="2" name="!!Bulb text 1">
            <a:extLst>
              <a:ext uri="{FF2B5EF4-FFF2-40B4-BE49-F238E27FC236}">
                <a16:creationId xmlns:a16="http://schemas.microsoft.com/office/drawing/2014/main" id="{CBC523F0-C0C0-7CC4-025E-DC593CE1D4F6}"/>
              </a:ext>
            </a:extLst>
          </p:cNvPr>
          <p:cNvSpPr txBox="1"/>
          <p:nvPr/>
        </p:nvSpPr>
        <p:spPr>
          <a:xfrm>
            <a:off x="-2672340"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6" name="!!Bulb 1">
            <a:extLst>
              <a:ext uri="{FF2B5EF4-FFF2-40B4-BE49-F238E27FC236}">
                <a16:creationId xmlns:a16="http://schemas.microsoft.com/office/drawing/2014/main" id="{181868EB-C947-D626-14EE-F9DF212A05CC}"/>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3171827" y="2580063"/>
            <a:ext cx="425758" cy="400110"/>
          </a:xfrm>
          <a:prstGeom prst="rect">
            <a:avLst/>
          </a:prstGeom>
        </p:spPr>
      </p:pic>
      <p:sp>
        <p:nvSpPr>
          <p:cNvPr id="7" name="!!Bulb text 2">
            <a:extLst>
              <a:ext uri="{FF2B5EF4-FFF2-40B4-BE49-F238E27FC236}">
                <a16:creationId xmlns:a16="http://schemas.microsoft.com/office/drawing/2014/main" id="{22A49602-42EC-49DA-977D-E8168AF1F149}"/>
              </a:ext>
            </a:extLst>
          </p:cNvPr>
          <p:cNvSpPr txBox="1"/>
          <p:nvPr/>
        </p:nvSpPr>
        <p:spPr>
          <a:xfrm>
            <a:off x="-2672340"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8" name="!!Bulb2">
            <a:extLst>
              <a:ext uri="{FF2B5EF4-FFF2-40B4-BE49-F238E27FC236}">
                <a16:creationId xmlns:a16="http://schemas.microsoft.com/office/drawing/2014/main" id="{FC4378D4-0297-347E-C754-142A688AF81B}"/>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3171827" y="3159283"/>
            <a:ext cx="425758" cy="400110"/>
          </a:xfrm>
          <a:prstGeom prst="rect">
            <a:avLst/>
          </a:prstGeom>
        </p:spPr>
      </p:pic>
      <p:sp>
        <p:nvSpPr>
          <p:cNvPr id="18" name="!!Bulb text 3">
            <a:extLst>
              <a:ext uri="{FF2B5EF4-FFF2-40B4-BE49-F238E27FC236}">
                <a16:creationId xmlns:a16="http://schemas.microsoft.com/office/drawing/2014/main" id="{991F0752-61C3-719F-B655-E0A14AC37A59}"/>
              </a:ext>
            </a:extLst>
          </p:cNvPr>
          <p:cNvSpPr txBox="1"/>
          <p:nvPr/>
        </p:nvSpPr>
        <p:spPr>
          <a:xfrm>
            <a:off x="-2672340"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23" name="!!Bulb3">
            <a:extLst>
              <a:ext uri="{FF2B5EF4-FFF2-40B4-BE49-F238E27FC236}">
                <a16:creationId xmlns:a16="http://schemas.microsoft.com/office/drawing/2014/main" id="{1506CD8C-AEC3-122D-6F7E-8EC419082F18}"/>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3171827" y="3763975"/>
            <a:ext cx="425758" cy="400110"/>
          </a:xfrm>
          <a:prstGeom prst="rect">
            <a:avLst/>
          </a:prstGeom>
        </p:spPr>
      </p:pic>
      <p:sp>
        <p:nvSpPr>
          <p:cNvPr id="27" name="!!Bulb text 4">
            <a:extLst>
              <a:ext uri="{FF2B5EF4-FFF2-40B4-BE49-F238E27FC236}">
                <a16:creationId xmlns:a16="http://schemas.microsoft.com/office/drawing/2014/main" id="{E4C753CC-604A-B8B2-AD46-90DE1A4815DA}"/>
              </a:ext>
            </a:extLst>
          </p:cNvPr>
          <p:cNvSpPr txBox="1"/>
          <p:nvPr/>
        </p:nvSpPr>
        <p:spPr>
          <a:xfrm>
            <a:off x="-2672340" y="4397265"/>
            <a:ext cx="163300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a:t>
            </a:r>
          </a:p>
        </p:txBody>
      </p:sp>
      <p:pic>
        <p:nvPicPr>
          <p:cNvPr id="28" name="!!Bulb4">
            <a:extLst>
              <a:ext uri="{FF2B5EF4-FFF2-40B4-BE49-F238E27FC236}">
                <a16:creationId xmlns:a16="http://schemas.microsoft.com/office/drawing/2014/main" id="{DE02FAAF-9D0E-26C5-AFB1-BC4E468EB6DE}"/>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3171827" y="4368667"/>
            <a:ext cx="425758" cy="400110"/>
          </a:xfrm>
          <a:prstGeom prst="rect">
            <a:avLst/>
          </a:prstGeom>
        </p:spPr>
      </p:pic>
      <p:sp>
        <p:nvSpPr>
          <p:cNvPr id="30" name="ZWave3">
            <a:extLst>
              <a:ext uri="{FF2B5EF4-FFF2-40B4-BE49-F238E27FC236}">
                <a16:creationId xmlns:a16="http://schemas.microsoft.com/office/drawing/2014/main" id="{ABDAA221-C47F-F1F9-7109-1543812AB3E3}"/>
              </a:ext>
            </a:extLst>
          </p:cNvPr>
          <p:cNvSpPr txBox="1"/>
          <p:nvPr/>
        </p:nvSpPr>
        <p:spPr>
          <a:xfrm>
            <a:off x="3062559" y="2153011"/>
            <a:ext cx="6070504"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turn on when someone enters the room</a:t>
            </a:r>
          </a:p>
        </p:txBody>
      </p:sp>
      <p:sp>
        <p:nvSpPr>
          <p:cNvPr id="31" name="ZWave3">
            <a:extLst>
              <a:ext uri="{FF2B5EF4-FFF2-40B4-BE49-F238E27FC236}">
                <a16:creationId xmlns:a16="http://schemas.microsoft.com/office/drawing/2014/main" id="{D15BF3E7-749D-8820-420B-A2048ECA4131}"/>
              </a:ext>
            </a:extLst>
          </p:cNvPr>
          <p:cNvSpPr txBox="1"/>
          <p:nvPr/>
        </p:nvSpPr>
        <p:spPr>
          <a:xfrm>
            <a:off x="3062559" y="2700438"/>
            <a:ext cx="6070504"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stay on if we're watching TV, but sitting still</a:t>
            </a:r>
          </a:p>
        </p:txBody>
      </p:sp>
      <p:sp>
        <p:nvSpPr>
          <p:cNvPr id="32" name="ZWave3">
            <a:extLst>
              <a:ext uri="{FF2B5EF4-FFF2-40B4-BE49-F238E27FC236}">
                <a16:creationId xmlns:a16="http://schemas.microsoft.com/office/drawing/2014/main" id="{3B7D1AC0-D14B-83E3-D1F2-464EBAD4001C}"/>
              </a:ext>
            </a:extLst>
          </p:cNvPr>
          <p:cNvSpPr txBox="1"/>
          <p:nvPr/>
        </p:nvSpPr>
        <p:spPr>
          <a:xfrm>
            <a:off x="3062559" y="3247865"/>
            <a:ext cx="735656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stay off when we're watching a movie, even if we move</a:t>
            </a:r>
          </a:p>
        </p:txBody>
      </p:sp>
      <p:sp>
        <p:nvSpPr>
          <p:cNvPr id="33" name="ZWave3">
            <a:extLst>
              <a:ext uri="{FF2B5EF4-FFF2-40B4-BE49-F238E27FC236}">
                <a16:creationId xmlns:a16="http://schemas.microsoft.com/office/drawing/2014/main" id="{212A3E72-31B0-93A8-AB07-52F2A73E96A7}"/>
              </a:ext>
            </a:extLst>
          </p:cNvPr>
          <p:cNvSpPr txBox="1"/>
          <p:nvPr/>
        </p:nvSpPr>
        <p:spPr>
          <a:xfrm>
            <a:off x="3062559" y="3795292"/>
            <a:ext cx="7520160"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Lights turn off after everyone leaves the room</a:t>
            </a:r>
          </a:p>
        </p:txBody>
      </p:sp>
      <p:sp>
        <p:nvSpPr>
          <p:cNvPr id="4" name="!!Header whiteout">
            <a:extLst>
              <a:ext uri="{FF2B5EF4-FFF2-40B4-BE49-F238E27FC236}">
                <a16:creationId xmlns:a16="http://schemas.microsoft.com/office/drawing/2014/main" id="{683D286F-AD79-135A-A90F-905189A4983A}"/>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A77C015F-6B4B-9B6F-55B4-7B0E44744F8F}"/>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95058907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pic>
        <p:nvPicPr>
          <p:cNvPr id="15" name="Picture 2">
            <a:extLst>
              <a:ext uri="{FF2B5EF4-FFF2-40B4-BE49-F238E27FC236}">
                <a16:creationId xmlns:a16="http://schemas.microsoft.com/office/drawing/2014/main" id="{059DAB29-6FDD-7625-E301-C6ABD7379F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1714" y="6970107"/>
            <a:ext cx="4662553" cy="466255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F821F432-DE5F-DEC1-589E-2FCBE5815185}"/>
              </a:ext>
            </a:extLst>
          </p:cNvPr>
          <p:cNvPicPr>
            <a:picLocks noChangeAspect="1"/>
          </p:cNvPicPr>
          <p:nvPr/>
        </p:nvPicPr>
        <p:blipFill>
          <a:blip r:embed="rId5"/>
          <a:stretch>
            <a:fillRect/>
          </a:stretch>
        </p:blipFill>
        <p:spPr>
          <a:xfrm>
            <a:off x="12250301" y="2219612"/>
            <a:ext cx="3527732" cy="4657529"/>
          </a:xfrm>
          <a:prstGeom prst="rect">
            <a:avLst/>
          </a:prstGeom>
        </p:spPr>
      </p:pic>
      <p:sp>
        <p:nvSpPr>
          <p:cNvPr id="17" name="!!Title">
            <a:extLst>
              <a:ext uri="{FF2B5EF4-FFF2-40B4-BE49-F238E27FC236}">
                <a16:creationId xmlns:a16="http://schemas.microsoft.com/office/drawing/2014/main" id="{498AE17E-B84C-F5B9-191D-D9F1A87204D5}"/>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2" name="!!Header whiteout">
            <a:extLst>
              <a:ext uri="{FF2B5EF4-FFF2-40B4-BE49-F238E27FC236}">
                <a16:creationId xmlns:a16="http://schemas.microsoft.com/office/drawing/2014/main" id="{B56C42B7-A25D-6D4D-77D6-DF807358DBDF}"/>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1F35AEE1-8BAA-5252-D1C6-7FB06749C7BF}"/>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633987270"/>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3"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4368667"/>
            <a:ext cx="425758" cy="400110"/>
          </a:xfrm>
          <a:prstGeom prst="rect">
            <a:avLst/>
          </a:prstGeom>
        </p:spPr>
      </p:pic>
      <p:pic>
        <p:nvPicPr>
          <p:cNvPr id="2" name="Picture 2">
            <a:extLst>
              <a:ext uri="{FF2B5EF4-FFF2-40B4-BE49-F238E27FC236}">
                <a16:creationId xmlns:a16="http://schemas.microsoft.com/office/drawing/2014/main" id="{410F5550-11FF-C36C-3C08-55CF235F73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1714" y="2208645"/>
            <a:ext cx="4662553" cy="466255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C2973064-AE2B-6C91-8AAF-A9581EDAAF91}"/>
              </a:ext>
            </a:extLst>
          </p:cNvPr>
          <p:cNvPicPr>
            <a:picLocks noChangeAspect="1"/>
          </p:cNvPicPr>
          <p:nvPr/>
        </p:nvPicPr>
        <p:blipFill>
          <a:blip r:embed="rId5"/>
          <a:stretch>
            <a:fillRect/>
          </a:stretch>
        </p:blipFill>
        <p:spPr>
          <a:xfrm>
            <a:off x="8664267" y="2219612"/>
            <a:ext cx="3527732" cy="4657529"/>
          </a:xfrm>
          <a:prstGeom prst="rect">
            <a:avLst/>
          </a:prstGeom>
        </p:spPr>
      </p:pic>
      <p:sp>
        <p:nvSpPr>
          <p:cNvPr id="15" name="Rectangle: Rounded Corners 14">
            <a:extLst>
              <a:ext uri="{FF2B5EF4-FFF2-40B4-BE49-F238E27FC236}">
                <a16:creationId xmlns:a16="http://schemas.microsoft.com/office/drawing/2014/main" id="{981B0BE5-D460-A3C8-0611-02DB118DABD0}"/>
              </a:ext>
            </a:extLst>
          </p:cNvPr>
          <p:cNvSpPr/>
          <p:nvPr/>
        </p:nvSpPr>
        <p:spPr>
          <a:xfrm>
            <a:off x="8902919" y="2908956"/>
            <a:ext cx="3171391" cy="500654"/>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a:extLst>
              <a:ext uri="{FF2B5EF4-FFF2-40B4-BE49-F238E27FC236}">
                <a16:creationId xmlns:a16="http://schemas.microsoft.com/office/drawing/2014/main" id="{5F2E1DA9-2CFC-68EC-4118-9517475F5791}"/>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3" name="!!Header whiteout">
            <a:extLst>
              <a:ext uri="{FF2B5EF4-FFF2-40B4-BE49-F238E27FC236}">
                <a16:creationId xmlns:a16="http://schemas.microsoft.com/office/drawing/2014/main" id="{BC6B9F8C-C400-A32A-AC2E-E9AF7336F2F0}"/>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8A085FBB-7638-896D-5AAE-374A5C5CAFC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48206027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a:t>
            </a:r>
            <a:r>
              <a:rPr lang="en-US" sz="2000" dirty="0">
                <a:solidFill>
                  <a:srgbClr val="2D3E50">
                    <a:alpha val="25000"/>
                  </a:srgbClr>
                </a:solidFill>
                <a:latin typeface="Roboto" panose="02000000000000000000" pitchFamily="2" charset="0"/>
                <a:ea typeface="Roboto" panose="02000000000000000000" pitchFamily="2" charset="0"/>
              </a:rPr>
              <a:t> </a:t>
            </a:r>
            <a:r>
              <a:rPr lang="en-US" sz="2000" dirty="0">
                <a:solidFill>
                  <a:srgbClr val="2D3E50"/>
                </a:solidFill>
                <a:latin typeface="Roboto" panose="02000000000000000000" pitchFamily="2" charset="0"/>
                <a:ea typeface="Roboto" panose="02000000000000000000" pitchFamily="2" charset="0"/>
              </a:rPr>
              <a:t>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4368667"/>
            <a:ext cx="425758" cy="400110"/>
          </a:xfrm>
          <a:prstGeom prst="rect">
            <a:avLst/>
          </a:prstGeom>
        </p:spPr>
      </p:pic>
      <p:pic>
        <p:nvPicPr>
          <p:cNvPr id="16" name="Picture 15">
            <a:extLst>
              <a:ext uri="{FF2B5EF4-FFF2-40B4-BE49-F238E27FC236}">
                <a16:creationId xmlns:a16="http://schemas.microsoft.com/office/drawing/2014/main" id="{4D82A296-C8E7-64BF-7257-8CF0B86F95A4}"/>
              </a:ext>
            </a:extLst>
          </p:cNvPr>
          <p:cNvPicPr>
            <a:picLocks noChangeAspect="1"/>
          </p:cNvPicPr>
          <p:nvPr/>
        </p:nvPicPr>
        <p:blipFill>
          <a:blip r:embed="rId5"/>
          <a:stretch>
            <a:fillRect/>
          </a:stretch>
        </p:blipFill>
        <p:spPr>
          <a:xfrm>
            <a:off x="3969741" y="2120457"/>
            <a:ext cx="6854775" cy="2966283"/>
          </a:xfrm>
          <a:prstGeom prst="rect">
            <a:avLst/>
          </a:prstGeom>
        </p:spPr>
      </p:pic>
      <p:sp>
        <p:nvSpPr>
          <p:cNvPr id="17" name="Rectangle: Rounded Corners 16">
            <a:extLst>
              <a:ext uri="{FF2B5EF4-FFF2-40B4-BE49-F238E27FC236}">
                <a16:creationId xmlns:a16="http://schemas.microsoft.com/office/drawing/2014/main" id="{67E0ADFC-01A0-436B-F089-6E657B445D4A}"/>
              </a:ext>
            </a:extLst>
          </p:cNvPr>
          <p:cNvSpPr/>
          <p:nvPr/>
        </p:nvSpPr>
        <p:spPr>
          <a:xfrm>
            <a:off x="8066954" y="3393618"/>
            <a:ext cx="2613629" cy="340052"/>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a:extLst>
              <a:ext uri="{FF2B5EF4-FFF2-40B4-BE49-F238E27FC236}">
                <a16:creationId xmlns:a16="http://schemas.microsoft.com/office/drawing/2014/main" id="{E78FCFA3-C83C-130B-EA52-6A0FC5ED4F37}"/>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2" name="!!Header whiteout">
            <a:extLst>
              <a:ext uri="{FF2B5EF4-FFF2-40B4-BE49-F238E27FC236}">
                <a16:creationId xmlns:a16="http://schemas.microsoft.com/office/drawing/2014/main" id="{81351208-C41A-14D8-EC80-6F0E1A1B951A}"/>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2EEF6AA0-C3BB-0F00-FD11-CFE41E32CB6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5387947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3" cstate="hqprint">
            <a:grayscl/>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3" cstate="hqprint">
            <a:grayscl/>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3" cstate="hqprint">
            <a:grayscl/>
            <a:extLst>
              <a:ext uri="{28A0092B-C50C-407E-A947-70E740481C1C}">
                <a14:useLocalDpi xmlns:a14="http://schemas.microsoft.com/office/drawing/2010/main"/>
              </a:ext>
            </a:extLst>
          </a:blip>
          <a:srcRect/>
          <a:stretch/>
        </p:blipFill>
        <p:spPr>
          <a:xfrm>
            <a:off x="347094" y="4368667"/>
            <a:ext cx="425758" cy="400110"/>
          </a:xfrm>
          <a:prstGeom prst="rect">
            <a:avLst/>
          </a:prstGeom>
        </p:spPr>
      </p:pic>
      <p:pic>
        <p:nvPicPr>
          <p:cNvPr id="2" name="Picture 1">
            <a:extLst>
              <a:ext uri="{FF2B5EF4-FFF2-40B4-BE49-F238E27FC236}">
                <a16:creationId xmlns:a16="http://schemas.microsoft.com/office/drawing/2014/main" id="{5C978353-469D-B045-753A-D271ABA3A8B3}"/>
              </a:ext>
            </a:extLst>
          </p:cNvPr>
          <p:cNvPicPr>
            <a:picLocks noChangeAspect="1"/>
          </p:cNvPicPr>
          <p:nvPr/>
        </p:nvPicPr>
        <p:blipFill>
          <a:blip r:embed="rId4"/>
          <a:stretch>
            <a:fillRect/>
          </a:stretch>
        </p:blipFill>
        <p:spPr>
          <a:xfrm>
            <a:off x="5575823" y="1322314"/>
            <a:ext cx="4515555" cy="4780844"/>
          </a:xfrm>
          <a:prstGeom prst="rect">
            <a:avLst/>
          </a:prstGeom>
        </p:spPr>
      </p:pic>
      <p:pic>
        <p:nvPicPr>
          <p:cNvPr id="6" name="Picture 5">
            <a:extLst>
              <a:ext uri="{FF2B5EF4-FFF2-40B4-BE49-F238E27FC236}">
                <a16:creationId xmlns:a16="http://schemas.microsoft.com/office/drawing/2014/main" id="{522AB166-B172-2340-9891-7C7BDBD06588}"/>
              </a:ext>
            </a:extLst>
          </p:cNvPr>
          <p:cNvPicPr>
            <a:picLocks noChangeAspect="1"/>
          </p:cNvPicPr>
          <p:nvPr/>
        </p:nvPicPr>
        <p:blipFill>
          <a:blip r:embed="rId5"/>
          <a:stretch>
            <a:fillRect/>
          </a:stretch>
        </p:blipFill>
        <p:spPr>
          <a:xfrm>
            <a:off x="12303134" y="2156925"/>
            <a:ext cx="1939828" cy="2966284"/>
          </a:xfrm>
          <a:prstGeom prst="rect">
            <a:avLst/>
          </a:prstGeom>
        </p:spPr>
      </p:pic>
      <p:pic>
        <p:nvPicPr>
          <p:cNvPr id="30" name="Body">
            <a:extLst>
              <a:ext uri="{FF2B5EF4-FFF2-40B4-BE49-F238E27FC236}">
                <a16:creationId xmlns:a16="http://schemas.microsoft.com/office/drawing/2014/main" id="{9D9D603F-1DA9-C944-8244-9B5580B1BD63}"/>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rot="20383331">
            <a:off x="12401659" y="5853471"/>
            <a:ext cx="789764" cy="1482325"/>
          </a:xfrm>
          <a:prstGeom prst="rect">
            <a:avLst/>
          </a:prstGeom>
        </p:spPr>
      </p:pic>
      <p:pic>
        <p:nvPicPr>
          <p:cNvPr id="31" name="Arm right">
            <a:extLst>
              <a:ext uri="{FF2B5EF4-FFF2-40B4-BE49-F238E27FC236}">
                <a16:creationId xmlns:a16="http://schemas.microsoft.com/office/drawing/2014/main" id="{71298E30-B6E6-99C3-8E9A-B31ACA2D4CC7}"/>
              </a:ext>
            </a:extLst>
          </p:cNvPr>
          <p:cNvPicPr>
            <a:picLocks noChangeAspect="1"/>
          </p:cNvPicPr>
          <p:nvPr/>
        </p:nvPicPr>
        <p:blipFill>
          <a:blip r:embed="rId7"/>
          <a:stretch>
            <a:fillRect/>
          </a:stretch>
        </p:blipFill>
        <p:spPr>
          <a:xfrm rot="3902504">
            <a:off x="12836713" y="6390170"/>
            <a:ext cx="203585" cy="326807"/>
          </a:xfrm>
          <a:prstGeom prst="rect">
            <a:avLst/>
          </a:prstGeom>
        </p:spPr>
      </p:pic>
      <p:pic>
        <p:nvPicPr>
          <p:cNvPr id="32" name="Arm left">
            <a:extLst>
              <a:ext uri="{FF2B5EF4-FFF2-40B4-BE49-F238E27FC236}">
                <a16:creationId xmlns:a16="http://schemas.microsoft.com/office/drawing/2014/main" id="{9EF4213B-CC57-B739-4170-1F5492C2886A}"/>
              </a:ext>
            </a:extLst>
          </p:cNvPr>
          <p:cNvPicPr>
            <a:picLocks noChangeAspect="1"/>
          </p:cNvPicPr>
          <p:nvPr/>
        </p:nvPicPr>
        <p:blipFill>
          <a:blip r:embed="rId8"/>
          <a:stretch>
            <a:fillRect/>
          </a:stretch>
        </p:blipFill>
        <p:spPr>
          <a:xfrm rot="4459516">
            <a:off x="12522824" y="6373780"/>
            <a:ext cx="253220" cy="257910"/>
          </a:xfrm>
          <a:prstGeom prst="rect">
            <a:avLst/>
          </a:prstGeom>
        </p:spPr>
      </p:pic>
      <p:sp>
        <p:nvSpPr>
          <p:cNvPr id="33" name="!!Smile">
            <a:extLst>
              <a:ext uri="{FF2B5EF4-FFF2-40B4-BE49-F238E27FC236}">
                <a16:creationId xmlns:a16="http://schemas.microsoft.com/office/drawing/2014/main" id="{554122DA-7FEA-4521-FC75-F10DE31B0BB1}"/>
              </a:ext>
            </a:extLst>
          </p:cNvPr>
          <p:cNvSpPr/>
          <p:nvPr/>
        </p:nvSpPr>
        <p:spPr>
          <a:xfrm rot="19833523">
            <a:off x="12508836" y="6175413"/>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Eye 2">
            <a:extLst>
              <a:ext uri="{FF2B5EF4-FFF2-40B4-BE49-F238E27FC236}">
                <a16:creationId xmlns:a16="http://schemas.microsoft.com/office/drawing/2014/main" id="{B6A7DF3C-4991-2BD4-2B73-15936E3BD0CA}"/>
              </a:ext>
            </a:extLst>
          </p:cNvPr>
          <p:cNvSpPr/>
          <p:nvPr/>
        </p:nvSpPr>
        <p:spPr>
          <a:xfrm rot="20383331">
            <a:off x="12497574" y="6083362"/>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5" name="Eye 1">
            <a:extLst>
              <a:ext uri="{FF2B5EF4-FFF2-40B4-BE49-F238E27FC236}">
                <a16:creationId xmlns:a16="http://schemas.microsoft.com/office/drawing/2014/main" id="{66FF6B7F-45CB-2634-808F-9F6521C5029C}"/>
              </a:ext>
            </a:extLst>
          </p:cNvPr>
          <p:cNvSpPr/>
          <p:nvPr/>
        </p:nvSpPr>
        <p:spPr>
          <a:xfrm rot="20383331">
            <a:off x="12610256" y="60538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itle">
            <a:extLst>
              <a:ext uri="{FF2B5EF4-FFF2-40B4-BE49-F238E27FC236}">
                <a16:creationId xmlns:a16="http://schemas.microsoft.com/office/drawing/2014/main" id="{00DE4203-ED92-47B5-8F38-F5CF45FE1D85}"/>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3" name="!!Header whiteout">
            <a:extLst>
              <a:ext uri="{FF2B5EF4-FFF2-40B4-BE49-F238E27FC236}">
                <a16:creationId xmlns:a16="http://schemas.microsoft.com/office/drawing/2014/main" id="{363FACDA-828C-B703-2C84-55FC559B5C2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BEEE7F32-DD11-0E7C-EC76-58538EDE2886}"/>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858750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4" cstate="hqprint">
            <a:grayscl/>
            <a:extLst>
              <a:ext uri="{28A0092B-C50C-407E-A947-70E740481C1C}">
                <a14:useLocalDpi xmlns:a14="http://schemas.microsoft.com/office/drawing/2010/main"/>
              </a:ext>
            </a:extLst>
          </a:blip>
          <a:srcRect/>
          <a:stretch/>
        </p:blipFill>
        <p:spPr>
          <a:xfrm>
            <a:off x="347094" y="4368667"/>
            <a:ext cx="425758" cy="400110"/>
          </a:xfrm>
          <a:prstGeom prst="rect">
            <a:avLst/>
          </a:prstGeom>
        </p:spPr>
      </p:pic>
      <p:pic>
        <p:nvPicPr>
          <p:cNvPr id="2" name="Picture 1">
            <a:extLst>
              <a:ext uri="{FF2B5EF4-FFF2-40B4-BE49-F238E27FC236}">
                <a16:creationId xmlns:a16="http://schemas.microsoft.com/office/drawing/2014/main" id="{5C978353-469D-B045-753A-D271ABA3A8B3}"/>
              </a:ext>
            </a:extLst>
          </p:cNvPr>
          <p:cNvPicPr>
            <a:picLocks noChangeAspect="1"/>
          </p:cNvPicPr>
          <p:nvPr/>
        </p:nvPicPr>
        <p:blipFill>
          <a:blip r:embed="rId5"/>
          <a:stretch>
            <a:fillRect/>
          </a:stretch>
        </p:blipFill>
        <p:spPr>
          <a:xfrm>
            <a:off x="4214621" y="2199488"/>
            <a:ext cx="2801685" cy="2966284"/>
          </a:xfrm>
          <a:prstGeom prst="rect">
            <a:avLst/>
          </a:prstGeom>
        </p:spPr>
      </p:pic>
      <p:pic>
        <p:nvPicPr>
          <p:cNvPr id="6" name="Picture 5">
            <a:extLst>
              <a:ext uri="{FF2B5EF4-FFF2-40B4-BE49-F238E27FC236}">
                <a16:creationId xmlns:a16="http://schemas.microsoft.com/office/drawing/2014/main" id="{522AB166-B172-2340-9891-7C7BDBD06588}"/>
              </a:ext>
            </a:extLst>
          </p:cNvPr>
          <p:cNvPicPr>
            <a:picLocks noChangeAspect="1"/>
          </p:cNvPicPr>
          <p:nvPr/>
        </p:nvPicPr>
        <p:blipFill>
          <a:blip r:embed="rId6"/>
          <a:stretch>
            <a:fillRect/>
          </a:stretch>
        </p:blipFill>
        <p:spPr>
          <a:xfrm>
            <a:off x="8410638" y="2156925"/>
            <a:ext cx="1939828" cy="2966284"/>
          </a:xfrm>
          <a:prstGeom prst="rect">
            <a:avLst/>
          </a:prstGeom>
        </p:spPr>
      </p:pic>
      <p:sp>
        <p:nvSpPr>
          <p:cNvPr id="16" name="!!Speech Bubble: Rectangle 19">
            <a:extLst>
              <a:ext uri="{FF2B5EF4-FFF2-40B4-BE49-F238E27FC236}">
                <a16:creationId xmlns:a16="http://schemas.microsoft.com/office/drawing/2014/main" id="{DED8FD36-7858-3AE3-AFCF-00FB89C3D626}"/>
              </a:ext>
            </a:extLst>
          </p:cNvPr>
          <p:cNvSpPr/>
          <p:nvPr/>
        </p:nvSpPr>
        <p:spPr>
          <a:xfrm>
            <a:off x="8702893" y="5324325"/>
            <a:ext cx="2739589" cy="625370"/>
          </a:xfrm>
          <a:prstGeom prst="wedgeRectCallout">
            <a:avLst>
              <a:gd name="adj1" fmla="val 60330"/>
              <a:gd name="adj2" fmla="val 47398"/>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20">
            <a:extLst>
              <a:ext uri="{FF2B5EF4-FFF2-40B4-BE49-F238E27FC236}">
                <a16:creationId xmlns:a16="http://schemas.microsoft.com/office/drawing/2014/main" id="{ADCFB0B6-9B5D-A991-1239-8EBC2DEBFB5D}"/>
              </a:ext>
            </a:extLst>
          </p:cNvPr>
          <p:cNvSpPr txBox="1"/>
          <p:nvPr/>
        </p:nvSpPr>
        <p:spPr>
          <a:xfrm>
            <a:off x="8707451" y="5303364"/>
            <a:ext cx="3097816"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Bulbs are neat,</a:t>
            </a:r>
          </a:p>
          <a:p>
            <a:r>
              <a:rPr lang="en-US" dirty="0">
                <a:latin typeface="Roboto Light" panose="02000000000000000000" pitchFamily="2" charset="0"/>
                <a:ea typeface="Roboto Light" panose="02000000000000000000" pitchFamily="2" charset="0"/>
              </a:rPr>
              <a:t>but switches got '</a:t>
            </a:r>
            <a:r>
              <a:rPr lang="en-US" dirty="0" err="1">
                <a:latin typeface="Roboto Light" panose="02000000000000000000" pitchFamily="2" charset="0"/>
                <a:ea typeface="Roboto Light" panose="02000000000000000000" pitchFamily="2" charset="0"/>
              </a:rPr>
              <a:t>em</a:t>
            </a:r>
            <a:r>
              <a:rPr lang="en-US" dirty="0">
                <a:latin typeface="Roboto Light" panose="02000000000000000000" pitchFamily="2" charset="0"/>
                <a:ea typeface="Roboto Light" panose="02000000000000000000" pitchFamily="2" charset="0"/>
              </a:rPr>
              <a:t> beat! </a:t>
            </a:r>
          </a:p>
        </p:txBody>
      </p:sp>
      <p:pic>
        <p:nvPicPr>
          <p:cNvPr id="23" name="Body">
            <a:extLst>
              <a:ext uri="{FF2B5EF4-FFF2-40B4-BE49-F238E27FC236}">
                <a16:creationId xmlns:a16="http://schemas.microsoft.com/office/drawing/2014/main" id="{3803C858-957F-3433-117F-8D6B3C81DF63}"/>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rot="20383331">
            <a:off x="11715859" y="5853471"/>
            <a:ext cx="789764" cy="1482325"/>
          </a:xfrm>
          <a:prstGeom prst="rect">
            <a:avLst/>
          </a:prstGeom>
        </p:spPr>
      </p:pic>
      <p:pic>
        <p:nvPicPr>
          <p:cNvPr id="24" name="Arm right">
            <a:extLst>
              <a:ext uri="{FF2B5EF4-FFF2-40B4-BE49-F238E27FC236}">
                <a16:creationId xmlns:a16="http://schemas.microsoft.com/office/drawing/2014/main" id="{3A98B412-5608-F112-1FF3-3A12D252FEDA}"/>
              </a:ext>
            </a:extLst>
          </p:cNvPr>
          <p:cNvPicPr>
            <a:picLocks noChangeAspect="1"/>
          </p:cNvPicPr>
          <p:nvPr/>
        </p:nvPicPr>
        <p:blipFill>
          <a:blip r:embed="rId8"/>
          <a:stretch>
            <a:fillRect/>
          </a:stretch>
        </p:blipFill>
        <p:spPr>
          <a:xfrm rot="3902504">
            <a:off x="12150913" y="6390170"/>
            <a:ext cx="203585" cy="326807"/>
          </a:xfrm>
          <a:prstGeom prst="rect">
            <a:avLst/>
          </a:prstGeom>
        </p:spPr>
      </p:pic>
      <p:pic>
        <p:nvPicPr>
          <p:cNvPr id="25" name="Arm left">
            <a:extLst>
              <a:ext uri="{FF2B5EF4-FFF2-40B4-BE49-F238E27FC236}">
                <a16:creationId xmlns:a16="http://schemas.microsoft.com/office/drawing/2014/main" id="{2CA78D40-5565-C574-357C-75C814FE964C}"/>
              </a:ext>
            </a:extLst>
          </p:cNvPr>
          <p:cNvPicPr>
            <a:picLocks noChangeAspect="1"/>
          </p:cNvPicPr>
          <p:nvPr/>
        </p:nvPicPr>
        <p:blipFill>
          <a:blip r:embed="rId9"/>
          <a:stretch>
            <a:fillRect/>
          </a:stretch>
        </p:blipFill>
        <p:spPr>
          <a:xfrm rot="4459516">
            <a:off x="11837024" y="6373780"/>
            <a:ext cx="253220" cy="257910"/>
          </a:xfrm>
          <a:prstGeom prst="rect">
            <a:avLst/>
          </a:prstGeom>
        </p:spPr>
      </p:pic>
      <p:sp>
        <p:nvSpPr>
          <p:cNvPr id="26" name="!!Smile">
            <a:extLst>
              <a:ext uri="{FF2B5EF4-FFF2-40B4-BE49-F238E27FC236}">
                <a16:creationId xmlns:a16="http://schemas.microsoft.com/office/drawing/2014/main" id="{075F76F6-0C9A-C5D6-B131-3BE6A9E765F5}"/>
              </a:ext>
            </a:extLst>
          </p:cNvPr>
          <p:cNvSpPr/>
          <p:nvPr/>
        </p:nvSpPr>
        <p:spPr>
          <a:xfrm rot="19833523">
            <a:off x="11823036" y="6175413"/>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Eye 2">
            <a:extLst>
              <a:ext uri="{FF2B5EF4-FFF2-40B4-BE49-F238E27FC236}">
                <a16:creationId xmlns:a16="http://schemas.microsoft.com/office/drawing/2014/main" id="{2657000C-69A3-A36B-CAC1-E754BC103430}"/>
              </a:ext>
            </a:extLst>
          </p:cNvPr>
          <p:cNvSpPr/>
          <p:nvPr/>
        </p:nvSpPr>
        <p:spPr>
          <a:xfrm rot="20383331">
            <a:off x="11811774" y="6083362"/>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Eye 1">
            <a:extLst>
              <a:ext uri="{FF2B5EF4-FFF2-40B4-BE49-F238E27FC236}">
                <a16:creationId xmlns:a16="http://schemas.microsoft.com/office/drawing/2014/main" id="{F338A1F0-AFF2-B7C8-A247-13228F07D957}"/>
              </a:ext>
            </a:extLst>
          </p:cNvPr>
          <p:cNvSpPr/>
          <p:nvPr/>
        </p:nvSpPr>
        <p:spPr>
          <a:xfrm rot="20383331">
            <a:off x="11924456" y="60538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itle">
            <a:extLst>
              <a:ext uri="{FF2B5EF4-FFF2-40B4-BE49-F238E27FC236}">
                <a16:creationId xmlns:a16="http://schemas.microsoft.com/office/drawing/2014/main" id="{57457477-CFF3-D1AF-8F6F-265955A79D03}"/>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3" name="!!Header whiteout">
            <a:extLst>
              <a:ext uri="{FF2B5EF4-FFF2-40B4-BE49-F238E27FC236}">
                <a16:creationId xmlns:a16="http://schemas.microsoft.com/office/drawing/2014/main" id="{6DFB6235-2E45-63FD-B729-D3EAFF4279E2}"/>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2C0B873D-1CDB-9943-5CEB-EB0F8245A30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19906674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910850B-3049-CFD4-C26F-FAE41CAE3A87}"/>
              </a:ext>
            </a:extLst>
          </p:cNvPr>
          <p:cNvPicPr>
            <a:picLocks noChangeAspect="1"/>
          </p:cNvPicPr>
          <p:nvPr/>
        </p:nvPicPr>
        <p:blipFill>
          <a:blip r:embed="rId4"/>
          <a:srcRect/>
          <a:stretch/>
        </p:blipFill>
        <p:spPr>
          <a:xfrm>
            <a:off x="12296775" y="527201"/>
            <a:ext cx="5774676" cy="6331272"/>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5" cstate="hqprint">
            <a:grayscl/>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5" cstate="hqprint">
            <a:grayscl/>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alpha val="25000"/>
                  </a:srgbClr>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5" cstate="hqprint">
            <a:grayscl/>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pic>
        <p:nvPicPr>
          <p:cNvPr id="192" name="Picture 191">
            <a:extLst>
              <a:ext uri="{FF2B5EF4-FFF2-40B4-BE49-F238E27FC236}">
                <a16:creationId xmlns:a16="http://schemas.microsoft.com/office/drawing/2014/main" id="{F931214C-7780-C66D-DCC2-43EA3C8A2E45}"/>
              </a:ext>
            </a:extLst>
          </p:cNvPr>
          <p:cNvPicPr>
            <a:picLocks noChangeAspect="1"/>
          </p:cNvPicPr>
          <p:nvPr/>
        </p:nvPicPr>
        <p:blipFill>
          <a:blip r:embed="rId6"/>
          <a:stretch>
            <a:fillRect/>
          </a:stretch>
        </p:blipFill>
        <p:spPr>
          <a:xfrm>
            <a:off x="3525383" y="2580063"/>
            <a:ext cx="8693817" cy="4289131"/>
          </a:xfrm>
          <a:prstGeom prst="rect">
            <a:avLst/>
          </a:prstGeom>
        </p:spPr>
      </p:pic>
      <p:sp>
        <p:nvSpPr>
          <p:cNvPr id="8" name="Red text">
            <a:extLst>
              <a:ext uri="{FF2B5EF4-FFF2-40B4-BE49-F238E27FC236}">
                <a16:creationId xmlns:a16="http://schemas.microsoft.com/office/drawing/2014/main" id="{591151E9-5968-A386-D902-075E46C1A15E}"/>
              </a:ext>
            </a:extLst>
          </p:cNvPr>
          <p:cNvSpPr txBox="1"/>
          <p:nvPr/>
        </p:nvSpPr>
        <p:spPr>
          <a:xfrm>
            <a:off x="8883196" y="1575299"/>
            <a:ext cx="3473673"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Custom toggle switches</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in Home Assistant</a:t>
            </a:r>
          </a:p>
        </p:txBody>
      </p:sp>
      <p:grpSp>
        <p:nvGrpSpPr>
          <p:cNvPr id="15" name="Arrow">
            <a:extLst>
              <a:ext uri="{FF2B5EF4-FFF2-40B4-BE49-F238E27FC236}">
                <a16:creationId xmlns:a16="http://schemas.microsoft.com/office/drawing/2014/main" id="{06F396D7-4BDC-8E13-1AB0-55AAE1E21A3D}"/>
              </a:ext>
            </a:extLst>
          </p:cNvPr>
          <p:cNvGrpSpPr>
            <a:grpSpLocks noChangeAspect="1"/>
          </p:cNvGrpSpPr>
          <p:nvPr/>
        </p:nvGrpSpPr>
        <p:grpSpPr bwMode="auto">
          <a:xfrm rot="6425758" flipH="1" flipV="1">
            <a:off x="10487510" y="2337126"/>
            <a:ext cx="904172" cy="943180"/>
            <a:chOff x="1328" y="0"/>
            <a:chExt cx="3106" cy="3240"/>
          </a:xfrm>
          <a:solidFill>
            <a:srgbClr val="C00000"/>
          </a:solidFill>
        </p:grpSpPr>
        <p:sp>
          <p:nvSpPr>
            <p:cNvPr id="19" name="Freeform 716">
              <a:extLst>
                <a:ext uri="{FF2B5EF4-FFF2-40B4-BE49-F238E27FC236}">
                  <a16:creationId xmlns:a16="http://schemas.microsoft.com/office/drawing/2014/main" id="{81591D96-ED14-F089-F52D-19C8E13F88EA}"/>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17">
              <a:extLst>
                <a:ext uri="{FF2B5EF4-FFF2-40B4-BE49-F238E27FC236}">
                  <a16:creationId xmlns:a16="http://schemas.microsoft.com/office/drawing/2014/main" id="{5BD0A38B-E551-7484-DBB2-A8FCFF3786C6}"/>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18">
              <a:extLst>
                <a:ext uri="{FF2B5EF4-FFF2-40B4-BE49-F238E27FC236}">
                  <a16:creationId xmlns:a16="http://schemas.microsoft.com/office/drawing/2014/main" id="{8AB1C44B-7A0F-2BDA-F5D2-832CD75C316D}"/>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19">
              <a:extLst>
                <a:ext uri="{FF2B5EF4-FFF2-40B4-BE49-F238E27FC236}">
                  <a16:creationId xmlns:a16="http://schemas.microsoft.com/office/drawing/2014/main" id="{2FEFB0F3-A9A8-5AA7-3510-1266152A8BB1}"/>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0">
              <a:extLst>
                <a:ext uri="{FF2B5EF4-FFF2-40B4-BE49-F238E27FC236}">
                  <a16:creationId xmlns:a16="http://schemas.microsoft.com/office/drawing/2014/main" id="{BB942BDA-D061-16F5-1D4D-A5B3B2F7F3F3}"/>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1">
              <a:extLst>
                <a:ext uri="{FF2B5EF4-FFF2-40B4-BE49-F238E27FC236}">
                  <a16:creationId xmlns:a16="http://schemas.microsoft.com/office/drawing/2014/main" id="{D74B5906-839B-0D0A-C385-D4DF0AB5B453}"/>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2">
              <a:extLst>
                <a:ext uri="{FF2B5EF4-FFF2-40B4-BE49-F238E27FC236}">
                  <a16:creationId xmlns:a16="http://schemas.microsoft.com/office/drawing/2014/main" id="{69F98F21-C098-F8A4-A9E2-96934D4CC3DF}"/>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3">
              <a:extLst>
                <a:ext uri="{FF2B5EF4-FFF2-40B4-BE49-F238E27FC236}">
                  <a16:creationId xmlns:a16="http://schemas.microsoft.com/office/drawing/2014/main" id="{302E014C-B664-6794-43AF-26E74D1919A1}"/>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4">
              <a:extLst>
                <a:ext uri="{FF2B5EF4-FFF2-40B4-BE49-F238E27FC236}">
                  <a16:creationId xmlns:a16="http://schemas.microsoft.com/office/drawing/2014/main" id="{34923F96-B850-057E-EA2A-1F5BD1993194}"/>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25">
              <a:extLst>
                <a:ext uri="{FF2B5EF4-FFF2-40B4-BE49-F238E27FC236}">
                  <a16:creationId xmlns:a16="http://schemas.microsoft.com/office/drawing/2014/main" id="{A55CBE16-DC96-D24B-ED00-0039F9041CE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26">
              <a:extLst>
                <a:ext uri="{FF2B5EF4-FFF2-40B4-BE49-F238E27FC236}">
                  <a16:creationId xmlns:a16="http://schemas.microsoft.com/office/drawing/2014/main" id="{6DA8C6BE-A48A-1301-D243-13F792752B4E}"/>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27">
              <a:extLst>
                <a:ext uri="{FF2B5EF4-FFF2-40B4-BE49-F238E27FC236}">
                  <a16:creationId xmlns:a16="http://schemas.microsoft.com/office/drawing/2014/main" id="{43889AE9-6128-D0DE-67D2-CA94829E659B}"/>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28">
              <a:extLst>
                <a:ext uri="{FF2B5EF4-FFF2-40B4-BE49-F238E27FC236}">
                  <a16:creationId xmlns:a16="http://schemas.microsoft.com/office/drawing/2014/main" id="{720658F3-DC10-C4D2-0CD2-5DA28077C504}"/>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29">
              <a:extLst>
                <a:ext uri="{FF2B5EF4-FFF2-40B4-BE49-F238E27FC236}">
                  <a16:creationId xmlns:a16="http://schemas.microsoft.com/office/drawing/2014/main" id="{4D052BD1-83ED-59D2-6BC7-001469EDFAF9}"/>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0">
              <a:extLst>
                <a:ext uri="{FF2B5EF4-FFF2-40B4-BE49-F238E27FC236}">
                  <a16:creationId xmlns:a16="http://schemas.microsoft.com/office/drawing/2014/main" id="{04AB69A3-65D9-A0CB-5C88-69CC20750A7F}"/>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1">
              <a:extLst>
                <a:ext uri="{FF2B5EF4-FFF2-40B4-BE49-F238E27FC236}">
                  <a16:creationId xmlns:a16="http://schemas.microsoft.com/office/drawing/2014/main" id="{4AC57966-EAF6-2A10-4C66-8BD0C0FFB354}"/>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2">
              <a:extLst>
                <a:ext uri="{FF2B5EF4-FFF2-40B4-BE49-F238E27FC236}">
                  <a16:creationId xmlns:a16="http://schemas.microsoft.com/office/drawing/2014/main" id="{8C27997C-02AD-C8D8-4C51-96A179AB01C3}"/>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3">
              <a:extLst>
                <a:ext uri="{FF2B5EF4-FFF2-40B4-BE49-F238E27FC236}">
                  <a16:creationId xmlns:a16="http://schemas.microsoft.com/office/drawing/2014/main" id="{7E9CDD71-B28B-3848-598D-AAE0E4B8EAB2}"/>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4">
              <a:extLst>
                <a:ext uri="{FF2B5EF4-FFF2-40B4-BE49-F238E27FC236}">
                  <a16:creationId xmlns:a16="http://schemas.microsoft.com/office/drawing/2014/main" id="{BA5FD401-A267-1028-E105-75EBDBE73C90}"/>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35">
              <a:extLst>
                <a:ext uri="{FF2B5EF4-FFF2-40B4-BE49-F238E27FC236}">
                  <a16:creationId xmlns:a16="http://schemas.microsoft.com/office/drawing/2014/main" id="{8ED72811-7457-D19A-9E79-14B3750C32BF}"/>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6">
              <a:extLst>
                <a:ext uri="{FF2B5EF4-FFF2-40B4-BE49-F238E27FC236}">
                  <a16:creationId xmlns:a16="http://schemas.microsoft.com/office/drawing/2014/main" id="{AC748F65-86BC-85FB-B9B0-8A89AF6A93B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37">
              <a:extLst>
                <a:ext uri="{FF2B5EF4-FFF2-40B4-BE49-F238E27FC236}">
                  <a16:creationId xmlns:a16="http://schemas.microsoft.com/office/drawing/2014/main" id="{31E7ED9D-7341-ACAF-DF8D-63A23FF3D849}"/>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8">
              <a:extLst>
                <a:ext uri="{FF2B5EF4-FFF2-40B4-BE49-F238E27FC236}">
                  <a16:creationId xmlns:a16="http://schemas.microsoft.com/office/drawing/2014/main" id="{F23B08B5-FCEF-5642-2851-AD2626454C4A}"/>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9">
              <a:extLst>
                <a:ext uri="{FF2B5EF4-FFF2-40B4-BE49-F238E27FC236}">
                  <a16:creationId xmlns:a16="http://schemas.microsoft.com/office/drawing/2014/main" id="{BFF3468D-997D-AA5D-8CAF-7C990BC1C101}"/>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0">
              <a:extLst>
                <a:ext uri="{FF2B5EF4-FFF2-40B4-BE49-F238E27FC236}">
                  <a16:creationId xmlns:a16="http://schemas.microsoft.com/office/drawing/2014/main" id="{439C9E76-70E2-8057-E8EE-D28C6D027EA4}"/>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1">
              <a:extLst>
                <a:ext uri="{FF2B5EF4-FFF2-40B4-BE49-F238E27FC236}">
                  <a16:creationId xmlns:a16="http://schemas.microsoft.com/office/drawing/2014/main" id="{08695249-4DC1-BF23-BCA2-E21DBEBE1287}"/>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2">
              <a:extLst>
                <a:ext uri="{FF2B5EF4-FFF2-40B4-BE49-F238E27FC236}">
                  <a16:creationId xmlns:a16="http://schemas.microsoft.com/office/drawing/2014/main" id="{69ACB692-A6C8-538B-23D6-072CCAF3D34B}"/>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3">
              <a:extLst>
                <a:ext uri="{FF2B5EF4-FFF2-40B4-BE49-F238E27FC236}">
                  <a16:creationId xmlns:a16="http://schemas.microsoft.com/office/drawing/2014/main" id="{968A5D61-3497-ADBC-39D8-6925B05CBEC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4">
              <a:extLst>
                <a:ext uri="{FF2B5EF4-FFF2-40B4-BE49-F238E27FC236}">
                  <a16:creationId xmlns:a16="http://schemas.microsoft.com/office/drawing/2014/main" id="{2A6D483D-95F6-FFF0-5248-D0F7E085B1E9}"/>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45">
              <a:extLst>
                <a:ext uri="{FF2B5EF4-FFF2-40B4-BE49-F238E27FC236}">
                  <a16:creationId xmlns:a16="http://schemas.microsoft.com/office/drawing/2014/main" id="{4FF8559D-4525-A4AB-28F6-E8F130D5EAB6}"/>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6">
              <a:extLst>
                <a:ext uri="{FF2B5EF4-FFF2-40B4-BE49-F238E27FC236}">
                  <a16:creationId xmlns:a16="http://schemas.microsoft.com/office/drawing/2014/main" id="{EBF7410D-B89E-93D7-A6AF-5DC02F7025E1}"/>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7">
              <a:extLst>
                <a:ext uri="{FF2B5EF4-FFF2-40B4-BE49-F238E27FC236}">
                  <a16:creationId xmlns:a16="http://schemas.microsoft.com/office/drawing/2014/main" id="{249190A1-2E28-93D2-8F0A-8162D8F5A97F}"/>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8">
              <a:extLst>
                <a:ext uri="{FF2B5EF4-FFF2-40B4-BE49-F238E27FC236}">
                  <a16:creationId xmlns:a16="http://schemas.microsoft.com/office/drawing/2014/main" id="{59AC0496-E694-E01D-B544-EB75DEF31239}"/>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9">
              <a:extLst>
                <a:ext uri="{FF2B5EF4-FFF2-40B4-BE49-F238E27FC236}">
                  <a16:creationId xmlns:a16="http://schemas.microsoft.com/office/drawing/2014/main" id="{96633247-AA53-7C24-BAD9-55D3C457567D}"/>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0">
              <a:extLst>
                <a:ext uri="{FF2B5EF4-FFF2-40B4-BE49-F238E27FC236}">
                  <a16:creationId xmlns:a16="http://schemas.microsoft.com/office/drawing/2014/main" id="{EBE661CC-B1D8-E6DE-7B88-E38D12E72B38}"/>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1">
              <a:extLst>
                <a:ext uri="{FF2B5EF4-FFF2-40B4-BE49-F238E27FC236}">
                  <a16:creationId xmlns:a16="http://schemas.microsoft.com/office/drawing/2014/main" id="{DCC17C64-C52F-918E-6D68-1E6CD1C0A00C}"/>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2">
              <a:extLst>
                <a:ext uri="{FF2B5EF4-FFF2-40B4-BE49-F238E27FC236}">
                  <a16:creationId xmlns:a16="http://schemas.microsoft.com/office/drawing/2014/main" id="{B8740C79-5F32-861C-AD1E-F6DA41FEDFAC}"/>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53">
              <a:extLst>
                <a:ext uri="{FF2B5EF4-FFF2-40B4-BE49-F238E27FC236}">
                  <a16:creationId xmlns:a16="http://schemas.microsoft.com/office/drawing/2014/main" id="{4CE6C64A-DF21-254C-4E72-590DFDEBBC0B}"/>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54">
              <a:extLst>
                <a:ext uri="{FF2B5EF4-FFF2-40B4-BE49-F238E27FC236}">
                  <a16:creationId xmlns:a16="http://schemas.microsoft.com/office/drawing/2014/main" id="{D3B6942B-9103-6A7D-AF62-CCD94C6A3B67}"/>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55">
              <a:extLst>
                <a:ext uri="{FF2B5EF4-FFF2-40B4-BE49-F238E27FC236}">
                  <a16:creationId xmlns:a16="http://schemas.microsoft.com/office/drawing/2014/main" id="{A9F0D691-FA2A-DDC1-66C4-53D4A446CD39}"/>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56">
              <a:extLst>
                <a:ext uri="{FF2B5EF4-FFF2-40B4-BE49-F238E27FC236}">
                  <a16:creationId xmlns:a16="http://schemas.microsoft.com/office/drawing/2014/main" id="{58BE1626-2522-9C11-CB0C-60D204471023}"/>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57">
              <a:extLst>
                <a:ext uri="{FF2B5EF4-FFF2-40B4-BE49-F238E27FC236}">
                  <a16:creationId xmlns:a16="http://schemas.microsoft.com/office/drawing/2014/main" id="{B77DCE16-60FE-3C57-81C6-EDE7B2397A70}"/>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58">
              <a:extLst>
                <a:ext uri="{FF2B5EF4-FFF2-40B4-BE49-F238E27FC236}">
                  <a16:creationId xmlns:a16="http://schemas.microsoft.com/office/drawing/2014/main" id="{2DDBC074-5938-32BB-5A7F-699C779A2E67}"/>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59">
              <a:extLst>
                <a:ext uri="{FF2B5EF4-FFF2-40B4-BE49-F238E27FC236}">
                  <a16:creationId xmlns:a16="http://schemas.microsoft.com/office/drawing/2014/main" id="{8646BC52-F9ED-1501-5799-ACACACBB6946}"/>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60">
              <a:extLst>
                <a:ext uri="{FF2B5EF4-FFF2-40B4-BE49-F238E27FC236}">
                  <a16:creationId xmlns:a16="http://schemas.microsoft.com/office/drawing/2014/main" id="{15121602-C057-2587-3BD5-A2836A80DC5F}"/>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61">
              <a:extLst>
                <a:ext uri="{FF2B5EF4-FFF2-40B4-BE49-F238E27FC236}">
                  <a16:creationId xmlns:a16="http://schemas.microsoft.com/office/drawing/2014/main" id="{8E4FBA14-B255-DAD3-D9FC-D9505BFD5F3B}"/>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62">
              <a:extLst>
                <a:ext uri="{FF2B5EF4-FFF2-40B4-BE49-F238E27FC236}">
                  <a16:creationId xmlns:a16="http://schemas.microsoft.com/office/drawing/2014/main" id="{1AAE8B2F-13C6-123A-E3FF-15B49DD032CF}"/>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63">
              <a:extLst>
                <a:ext uri="{FF2B5EF4-FFF2-40B4-BE49-F238E27FC236}">
                  <a16:creationId xmlns:a16="http://schemas.microsoft.com/office/drawing/2014/main" id="{92E24EAD-B312-2D51-933B-994E158F9FFC}"/>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64">
              <a:extLst>
                <a:ext uri="{FF2B5EF4-FFF2-40B4-BE49-F238E27FC236}">
                  <a16:creationId xmlns:a16="http://schemas.microsoft.com/office/drawing/2014/main" id="{29E09F25-B19D-281E-599E-D802C4EED08F}"/>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65">
              <a:extLst>
                <a:ext uri="{FF2B5EF4-FFF2-40B4-BE49-F238E27FC236}">
                  <a16:creationId xmlns:a16="http://schemas.microsoft.com/office/drawing/2014/main" id="{C2E7C050-DD64-F9F7-F98B-93C50FEC14AC}"/>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66">
              <a:extLst>
                <a:ext uri="{FF2B5EF4-FFF2-40B4-BE49-F238E27FC236}">
                  <a16:creationId xmlns:a16="http://schemas.microsoft.com/office/drawing/2014/main" id="{07840C3B-A370-EDDE-1CFF-3FFAA2E66DD2}"/>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67">
              <a:extLst>
                <a:ext uri="{FF2B5EF4-FFF2-40B4-BE49-F238E27FC236}">
                  <a16:creationId xmlns:a16="http://schemas.microsoft.com/office/drawing/2014/main" id="{9AD74B93-3922-7CC0-FCC3-DB59983F7C3C}"/>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68">
              <a:extLst>
                <a:ext uri="{FF2B5EF4-FFF2-40B4-BE49-F238E27FC236}">
                  <a16:creationId xmlns:a16="http://schemas.microsoft.com/office/drawing/2014/main" id="{A7306246-0DB4-BDE3-806F-B6865DDF16AA}"/>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69">
              <a:extLst>
                <a:ext uri="{FF2B5EF4-FFF2-40B4-BE49-F238E27FC236}">
                  <a16:creationId xmlns:a16="http://schemas.microsoft.com/office/drawing/2014/main" id="{81029220-E73C-F80C-9132-9BAF9F6365B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70">
              <a:extLst>
                <a:ext uri="{FF2B5EF4-FFF2-40B4-BE49-F238E27FC236}">
                  <a16:creationId xmlns:a16="http://schemas.microsoft.com/office/drawing/2014/main" id="{120B1734-6AF0-54B0-9659-4BFDF85E1B05}"/>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71">
              <a:extLst>
                <a:ext uri="{FF2B5EF4-FFF2-40B4-BE49-F238E27FC236}">
                  <a16:creationId xmlns:a16="http://schemas.microsoft.com/office/drawing/2014/main" id="{8C69E351-169D-7D1C-007F-000293D5E0A6}"/>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72">
              <a:extLst>
                <a:ext uri="{FF2B5EF4-FFF2-40B4-BE49-F238E27FC236}">
                  <a16:creationId xmlns:a16="http://schemas.microsoft.com/office/drawing/2014/main" id="{1CA687E1-FB34-25D0-3263-E9A7A9F7D9DC}"/>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73">
              <a:extLst>
                <a:ext uri="{FF2B5EF4-FFF2-40B4-BE49-F238E27FC236}">
                  <a16:creationId xmlns:a16="http://schemas.microsoft.com/office/drawing/2014/main" id="{332BA447-64DD-407F-38DF-1D38630B6AF0}"/>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74">
              <a:extLst>
                <a:ext uri="{FF2B5EF4-FFF2-40B4-BE49-F238E27FC236}">
                  <a16:creationId xmlns:a16="http://schemas.microsoft.com/office/drawing/2014/main" id="{7DE63802-0257-47C7-A579-B88D80C248D1}"/>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75">
              <a:extLst>
                <a:ext uri="{FF2B5EF4-FFF2-40B4-BE49-F238E27FC236}">
                  <a16:creationId xmlns:a16="http://schemas.microsoft.com/office/drawing/2014/main" id="{D19EFA30-6806-0359-FFCF-4D918288AFF8}"/>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76">
              <a:extLst>
                <a:ext uri="{FF2B5EF4-FFF2-40B4-BE49-F238E27FC236}">
                  <a16:creationId xmlns:a16="http://schemas.microsoft.com/office/drawing/2014/main" id="{956EE3C6-8A0D-D988-C65E-E77C8664DE24}"/>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77">
              <a:extLst>
                <a:ext uri="{FF2B5EF4-FFF2-40B4-BE49-F238E27FC236}">
                  <a16:creationId xmlns:a16="http://schemas.microsoft.com/office/drawing/2014/main" id="{04FBB2C7-878B-F456-17E7-DE036502AC46}"/>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78">
              <a:extLst>
                <a:ext uri="{FF2B5EF4-FFF2-40B4-BE49-F238E27FC236}">
                  <a16:creationId xmlns:a16="http://schemas.microsoft.com/office/drawing/2014/main" id="{CA6E80A8-0235-2B6B-7ABB-701223049932}"/>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79">
              <a:extLst>
                <a:ext uri="{FF2B5EF4-FFF2-40B4-BE49-F238E27FC236}">
                  <a16:creationId xmlns:a16="http://schemas.microsoft.com/office/drawing/2014/main" id="{6325A901-41E3-F2AB-6197-B78E154F2516}"/>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80">
              <a:extLst>
                <a:ext uri="{FF2B5EF4-FFF2-40B4-BE49-F238E27FC236}">
                  <a16:creationId xmlns:a16="http://schemas.microsoft.com/office/drawing/2014/main" id="{64F43AA7-C01C-4C68-8147-63F5CB60B66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81">
              <a:extLst>
                <a:ext uri="{FF2B5EF4-FFF2-40B4-BE49-F238E27FC236}">
                  <a16:creationId xmlns:a16="http://schemas.microsoft.com/office/drawing/2014/main" id="{716E3A9B-F7C8-256B-9858-8283E3189AF5}"/>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82">
              <a:extLst>
                <a:ext uri="{FF2B5EF4-FFF2-40B4-BE49-F238E27FC236}">
                  <a16:creationId xmlns:a16="http://schemas.microsoft.com/office/drawing/2014/main" id="{72325139-1FBC-65F9-6FDC-732D58E58D2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83">
              <a:extLst>
                <a:ext uri="{FF2B5EF4-FFF2-40B4-BE49-F238E27FC236}">
                  <a16:creationId xmlns:a16="http://schemas.microsoft.com/office/drawing/2014/main" id="{D75F4D42-39AF-19BA-9ABA-40CB7904EA23}"/>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84">
              <a:extLst>
                <a:ext uri="{FF2B5EF4-FFF2-40B4-BE49-F238E27FC236}">
                  <a16:creationId xmlns:a16="http://schemas.microsoft.com/office/drawing/2014/main" id="{8064120D-7CF6-7DBF-9CAD-986A6F90428B}"/>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85">
              <a:extLst>
                <a:ext uri="{FF2B5EF4-FFF2-40B4-BE49-F238E27FC236}">
                  <a16:creationId xmlns:a16="http://schemas.microsoft.com/office/drawing/2014/main" id="{6CBC986C-9AFE-FE4E-4A4C-DAC4EA3025A2}"/>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86">
              <a:extLst>
                <a:ext uri="{FF2B5EF4-FFF2-40B4-BE49-F238E27FC236}">
                  <a16:creationId xmlns:a16="http://schemas.microsoft.com/office/drawing/2014/main" id="{FE3F0DD6-1D13-F938-6EB7-4C8E27487F3A}"/>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87">
              <a:extLst>
                <a:ext uri="{FF2B5EF4-FFF2-40B4-BE49-F238E27FC236}">
                  <a16:creationId xmlns:a16="http://schemas.microsoft.com/office/drawing/2014/main" id="{C014F0D4-6F6B-B82E-0F8B-1B2326B5B2EC}"/>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88">
              <a:extLst>
                <a:ext uri="{FF2B5EF4-FFF2-40B4-BE49-F238E27FC236}">
                  <a16:creationId xmlns:a16="http://schemas.microsoft.com/office/drawing/2014/main" id="{8AF28E40-8FAF-7C9C-2FD2-0FA7478B1C30}"/>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89">
              <a:extLst>
                <a:ext uri="{FF2B5EF4-FFF2-40B4-BE49-F238E27FC236}">
                  <a16:creationId xmlns:a16="http://schemas.microsoft.com/office/drawing/2014/main" id="{559AB327-3AB6-770E-4CF8-ABC4AEBB99C5}"/>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90">
              <a:extLst>
                <a:ext uri="{FF2B5EF4-FFF2-40B4-BE49-F238E27FC236}">
                  <a16:creationId xmlns:a16="http://schemas.microsoft.com/office/drawing/2014/main" id="{AEA45CCA-C7B9-F48F-E2B5-C03BC21EBEA6}"/>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91">
              <a:extLst>
                <a:ext uri="{FF2B5EF4-FFF2-40B4-BE49-F238E27FC236}">
                  <a16:creationId xmlns:a16="http://schemas.microsoft.com/office/drawing/2014/main" id="{065743E8-517B-9820-32ED-972E91D1F73A}"/>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92">
              <a:extLst>
                <a:ext uri="{FF2B5EF4-FFF2-40B4-BE49-F238E27FC236}">
                  <a16:creationId xmlns:a16="http://schemas.microsoft.com/office/drawing/2014/main" id="{6E159973-937F-08F4-C823-48C02B4A6487}"/>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93">
              <a:extLst>
                <a:ext uri="{FF2B5EF4-FFF2-40B4-BE49-F238E27FC236}">
                  <a16:creationId xmlns:a16="http://schemas.microsoft.com/office/drawing/2014/main" id="{CE1E9421-8B0C-2C94-3DDA-89F81380BBC4}"/>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94">
              <a:extLst>
                <a:ext uri="{FF2B5EF4-FFF2-40B4-BE49-F238E27FC236}">
                  <a16:creationId xmlns:a16="http://schemas.microsoft.com/office/drawing/2014/main" id="{7E113F50-0FCB-9BDD-8617-C889F5A465C1}"/>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95">
              <a:extLst>
                <a:ext uri="{FF2B5EF4-FFF2-40B4-BE49-F238E27FC236}">
                  <a16:creationId xmlns:a16="http://schemas.microsoft.com/office/drawing/2014/main" id="{6C1650FF-544D-49C3-137B-CDBA5A0628F8}"/>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96">
              <a:extLst>
                <a:ext uri="{FF2B5EF4-FFF2-40B4-BE49-F238E27FC236}">
                  <a16:creationId xmlns:a16="http://schemas.microsoft.com/office/drawing/2014/main" id="{482BBBE7-DB3C-2A05-AF0E-27DEF7EC07F4}"/>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97">
              <a:extLst>
                <a:ext uri="{FF2B5EF4-FFF2-40B4-BE49-F238E27FC236}">
                  <a16:creationId xmlns:a16="http://schemas.microsoft.com/office/drawing/2014/main" id="{399329E0-D27E-53EC-E50A-98A5D0C87BF1}"/>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98">
              <a:extLst>
                <a:ext uri="{FF2B5EF4-FFF2-40B4-BE49-F238E27FC236}">
                  <a16:creationId xmlns:a16="http://schemas.microsoft.com/office/drawing/2014/main" id="{23767356-077C-3B20-0EBB-2715AC201D55}"/>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99">
              <a:extLst>
                <a:ext uri="{FF2B5EF4-FFF2-40B4-BE49-F238E27FC236}">
                  <a16:creationId xmlns:a16="http://schemas.microsoft.com/office/drawing/2014/main" id="{9611ACA7-AAC7-EFFC-727D-8AB11DCE825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00">
              <a:extLst>
                <a:ext uri="{FF2B5EF4-FFF2-40B4-BE49-F238E27FC236}">
                  <a16:creationId xmlns:a16="http://schemas.microsoft.com/office/drawing/2014/main" id="{633AA0BD-AF19-0EFD-8908-A8E0602B42E2}"/>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01">
              <a:extLst>
                <a:ext uri="{FF2B5EF4-FFF2-40B4-BE49-F238E27FC236}">
                  <a16:creationId xmlns:a16="http://schemas.microsoft.com/office/drawing/2014/main" id="{345D0635-F14E-5698-21B8-5099BAB47330}"/>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02">
              <a:extLst>
                <a:ext uri="{FF2B5EF4-FFF2-40B4-BE49-F238E27FC236}">
                  <a16:creationId xmlns:a16="http://schemas.microsoft.com/office/drawing/2014/main" id="{6B5EA4F6-D7F1-FA61-8A42-7DD60851C83B}"/>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03">
              <a:extLst>
                <a:ext uri="{FF2B5EF4-FFF2-40B4-BE49-F238E27FC236}">
                  <a16:creationId xmlns:a16="http://schemas.microsoft.com/office/drawing/2014/main" id="{88A70B5D-772B-AA01-33F5-53ED94A73F6B}"/>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804">
              <a:extLst>
                <a:ext uri="{FF2B5EF4-FFF2-40B4-BE49-F238E27FC236}">
                  <a16:creationId xmlns:a16="http://schemas.microsoft.com/office/drawing/2014/main" id="{E7E2CAF6-CFAD-5EAC-50D7-D9608BE475E4}"/>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805">
              <a:extLst>
                <a:ext uri="{FF2B5EF4-FFF2-40B4-BE49-F238E27FC236}">
                  <a16:creationId xmlns:a16="http://schemas.microsoft.com/office/drawing/2014/main" id="{E1B484DE-AF67-02B2-AA1A-604838FF6B73}"/>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806">
              <a:extLst>
                <a:ext uri="{FF2B5EF4-FFF2-40B4-BE49-F238E27FC236}">
                  <a16:creationId xmlns:a16="http://schemas.microsoft.com/office/drawing/2014/main" id="{ADEC59AC-1C41-D5E0-9753-8985451FF782}"/>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807">
              <a:extLst>
                <a:ext uri="{FF2B5EF4-FFF2-40B4-BE49-F238E27FC236}">
                  <a16:creationId xmlns:a16="http://schemas.microsoft.com/office/drawing/2014/main" id="{B75F64DF-7C48-FC72-888F-925673290AFE}"/>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808">
              <a:extLst>
                <a:ext uri="{FF2B5EF4-FFF2-40B4-BE49-F238E27FC236}">
                  <a16:creationId xmlns:a16="http://schemas.microsoft.com/office/drawing/2014/main" id="{FED25621-17EA-313D-5ADA-A03EB20A1D2A}"/>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809">
              <a:extLst>
                <a:ext uri="{FF2B5EF4-FFF2-40B4-BE49-F238E27FC236}">
                  <a16:creationId xmlns:a16="http://schemas.microsoft.com/office/drawing/2014/main" id="{B22C49C0-2EAA-3BBF-2EDC-87E868AA674D}"/>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810">
              <a:extLst>
                <a:ext uri="{FF2B5EF4-FFF2-40B4-BE49-F238E27FC236}">
                  <a16:creationId xmlns:a16="http://schemas.microsoft.com/office/drawing/2014/main" id="{1812591D-939C-AF5E-B970-33DB1AF85A0B}"/>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811">
              <a:extLst>
                <a:ext uri="{FF2B5EF4-FFF2-40B4-BE49-F238E27FC236}">
                  <a16:creationId xmlns:a16="http://schemas.microsoft.com/office/drawing/2014/main" id="{246DA068-BB77-1274-9BEC-A02A73E0A049}"/>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812">
              <a:extLst>
                <a:ext uri="{FF2B5EF4-FFF2-40B4-BE49-F238E27FC236}">
                  <a16:creationId xmlns:a16="http://schemas.microsoft.com/office/drawing/2014/main" id="{29CFE0D0-80B5-DC97-DCEE-66B3ABD5602E}"/>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813">
              <a:extLst>
                <a:ext uri="{FF2B5EF4-FFF2-40B4-BE49-F238E27FC236}">
                  <a16:creationId xmlns:a16="http://schemas.microsoft.com/office/drawing/2014/main" id="{1F10DB0E-A2F7-E4E8-BF77-9EAA1E660BAC}"/>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814">
              <a:extLst>
                <a:ext uri="{FF2B5EF4-FFF2-40B4-BE49-F238E27FC236}">
                  <a16:creationId xmlns:a16="http://schemas.microsoft.com/office/drawing/2014/main" id="{E8D1E4FE-EBBE-A085-479A-BC34F4E980DE}"/>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93" name="Rectangle: Rounded Corners 192">
            <a:extLst>
              <a:ext uri="{FF2B5EF4-FFF2-40B4-BE49-F238E27FC236}">
                <a16:creationId xmlns:a16="http://schemas.microsoft.com/office/drawing/2014/main" id="{CFCE1D0C-799D-96BC-5AB4-2CFF487BAFBD}"/>
              </a:ext>
            </a:extLst>
          </p:cNvPr>
          <p:cNvSpPr/>
          <p:nvPr/>
        </p:nvSpPr>
        <p:spPr>
          <a:xfrm>
            <a:off x="8067676" y="3400273"/>
            <a:ext cx="4038599" cy="1124102"/>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Title">
            <a:extLst>
              <a:ext uri="{FF2B5EF4-FFF2-40B4-BE49-F238E27FC236}">
                <a16:creationId xmlns:a16="http://schemas.microsoft.com/office/drawing/2014/main" id="{796D6DA1-DB70-017D-C94E-C7924D3BE556}"/>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3" name="!!Header whiteout">
            <a:extLst>
              <a:ext uri="{FF2B5EF4-FFF2-40B4-BE49-F238E27FC236}">
                <a16:creationId xmlns:a16="http://schemas.microsoft.com/office/drawing/2014/main" id="{8AA02EBC-DBC8-7FBA-61EA-03DC0E0B4D2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F533AB38-A9F6-B6A4-6FC9-31544C98D97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8982038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3"/>
                                        </p:tgtEl>
                                        <p:attrNameLst>
                                          <p:attrName>style.visibility</p:attrName>
                                        </p:attrNameLst>
                                      </p:cBhvr>
                                      <p:to>
                                        <p:strVal val="visible"/>
                                      </p:to>
                                    </p:set>
                                    <p:animEffect transition="in" filter="fade">
                                      <p:cBhvr>
                                        <p:cTn id="13" dur="500"/>
                                        <p:tgtEl>
                                          <p:spTgt spid="1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93"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41731EC0-B840-C0FC-2387-FCC56B288E47}"/>
              </a:ext>
            </a:extLst>
          </p:cNvPr>
          <p:cNvPicPr>
            <a:picLocks noChangeAspect="1"/>
          </p:cNvPicPr>
          <p:nvPr/>
        </p:nvPicPr>
        <p:blipFill>
          <a:blip r:embed="rId4"/>
          <a:srcRect/>
          <a:stretch/>
        </p:blipFill>
        <p:spPr>
          <a:xfrm>
            <a:off x="6419850" y="527201"/>
            <a:ext cx="5774676" cy="6331272"/>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6" name="Rectangle: Rounded Corners 5">
            <a:extLst>
              <a:ext uri="{FF2B5EF4-FFF2-40B4-BE49-F238E27FC236}">
                <a16:creationId xmlns:a16="http://schemas.microsoft.com/office/drawing/2014/main" id="{995CCE85-37DA-DE52-2A80-7DED5B7612AD}"/>
              </a:ext>
            </a:extLst>
          </p:cNvPr>
          <p:cNvSpPr/>
          <p:nvPr/>
        </p:nvSpPr>
        <p:spPr>
          <a:xfrm>
            <a:off x="6591299" y="1123950"/>
            <a:ext cx="5505449" cy="5509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a:extLst>
              <a:ext uri="{FF2B5EF4-FFF2-40B4-BE49-F238E27FC236}">
                <a16:creationId xmlns:a16="http://schemas.microsoft.com/office/drawing/2014/main" id="{61FF87C4-2048-9C9E-6A9D-F827007151EF}"/>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3" name="!!Header whiteout">
            <a:extLst>
              <a:ext uri="{FF2B5EF4-FFF2-40B4-BE49-F238E27FC236}">
                <a16:creationId xmlns:a16="http://schemas.microsoft.com/office/drawing/2014/main" id="{760E81D2-B8C9-4C1B-FE33-32A718465C8B}"/>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D47C5C12-9D1E-852C-0856-EF83874773DF}"/>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50268493"/>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a:extLst>
              <a:ext uri="{FF2B5EF4-FFF2-40B4-BE49-F238E27FC236}">
                <a16:creationId xmlns:a16="http://schemas.microsoft.com/office/drawing/2014/main" id="{510AC753-0683-68A3-CEAA-3B259FFC5066}"/>
              </a:ext>
            </a:extLst>
          </p:cNvPr>
          <p:cNvPicPr>
            <a:picLocks noChangeAspect="1"/>
          </p:cNvPicPr>
          <p:nvPr/>
        </p:nvPicPr>
        <p:blipFill>
          <a:blip r:embed="rId4"/>
          <a:srcRect/>
          <a:stretch/>
        </p:blipFill>
        <p:spPr>
          <a:xfrm>
            <a:off x="6419850" y="527201"/>
            <a:ext cx="5774676" cy="6331272"/>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7" name="!!Title">
            <a:extLst>
              <a:ext uri="{FF2B5EF4-FFF2-40B4-BE49-F238E27FC236}">
                <a16:creationId xmlns:a16="http://schemas.microsoft.com/office/drawing/2014/main" id="{DC8DB800-8CA4-B63B-8DE8-1EF4953D082C}"/>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24" name="Rectangle: Rounded Corners 23">
            <a:extLst>
              <a:ext uri="{FF2B5EF4-FFF2-40B4-BE49-F238E27FC236}">
                <a16:creationId xmlns:a16="http://schemas.microsoft.com/office/drawing/2014/main" id="{500F6E0C-729D-1A76-D829-B129E327B0BF}"/>
              </a:ext>
            </a:extLst>
          </p:cNvPr>
          <p:cNvSpPr/>
          <p:nvPr/>
        </p:nvSpPr>
        <p:spPr>
          <a:xfrm>
            <a:off x="6591299" y="2857500"/>
            <a:ext cx="5505449" cy="5509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9C810AE5-5459-37D3-4CD0-5B612F7F0C6F}"/>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C56FFEA3-9EE2-B4D2-1C3F-7B07B87A3ABA}"/>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10219802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a:extLst>
              <a:ext uri="{FF2B5EF4-FFF2-40B4-BE49-F238E27FC236}">
                <a16:creationId xmlns:a16="http://schemas.microsoft.com/office/drawing/2014/main" id="{510AC753-0683-68A3-CEAA-3B259FFC5066}"/>
              </a:ext>
            </a:extLst>
          </p:cNvPr>
          <p:cNvPicPr>
            <a:picLocks noChangeAspect="1"/>
          </p:cNvPicPr>
          <p:nvPr/>
        </p:nvPicPr>
        <p:blipFill>
          <a:blip r:embed="rId4"/>
          <a:srcRect/>
          <a:stretch/>
        </p:blipFill>
        <p:spPr>
          <a:xfrm>
            <a:off x="6419850" y="527201"/>
            <a:ext cx="5774676" cy="6331272"/>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7" name="!!Title">
            <a:extLst>
              <a:ext uri="{FF2B5EF4-FFF2-40B4-BE49-F238E27FC236}">
                <a16:creationId xmlns:a16="http://schemas.microsoft.com/office/drawing/2014/main" id="{DC8DB800-8CA4-B63B-8DE8-1EF4953D082C}"/>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24" name="Rectangle: Rounded Corners 23">
            <a:extLst>
              <a:ext uri="{FF2B5EF4-FFF2-40B4-BE49-F238E27FC236}">
                <a16:creationId xmlns:a16="http://schemas.microsoft.com/office/drawing/2014/main" id="{500F6E0C-729D-1A76-D829-B129E327B0BF}"/>
              </a:ext>
            </a:extLst>
          </p:cNvPr>
          <p:cNvSpPr/>
          <p:nvPr/>
        </p:nvSpPr>
        <p:spPr>
          <a:xfrm>
            <a:off x="6591299" y="3476625"/>
            <a:ext cx="5505449" cy="5509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2E215690-593D-79FA-2757-13B0CF93DAB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2B3A717C-94E5-7E6C-647F-AC17E57D949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1251016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a:extLst>
              <a:ext uri="{FF2B5EF4-FFF2-40B4-BE49-F238E27FC236}">
                <a16:creationId xmlns:a16="http://schemas.microsoft.com/office/drawing/2014/main" id="{510AC753-0683-68A3-CEAA-3B259FFC5066}"/>
              </a:ext>
            </a:extLst>
          </p:cNvPr>
          <p:cNvPicPr>
            <a:picLocks noChangeAspect="1"/>
          </p:cNvPicPr>
          <p:nvPr/>
        </p:nvPicPr>
        <p:blipFill>
          <a:blip r:embed="rId4"/>
          <a:srcRect/>
          <a:stretch/>
        </p:blipFill>
        <p:spPr>
          <a:xfrm>
            <a:off x="6419850" y="527201"/>
            <a:ext cx="5774676" cy="6331272"/>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7" name="!!Title">
            <a:extLst>
              <a:ext uri="{FF2B5EF4-FFF2-40B4-BE49-F238E27FC236}">
                <a16:creationId xmlns:a16="http://schemas.microsoft.com/office/drawing/2014/main" id="{DC8DB800-8CA4-B63B-8DE8-1EF4953D082C}"/>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24" name="Rectangle: Rounded Corners 23">
            <a:extLst>
              <a:ext uri="{FF2B5EF4-FFF2-40B4-BE49-F238E27FC236}">
                <a16:creationId xmlns:a16="http://schemas.microsoft.com/office/drawing/2014/main" id="{500F6E0C-729D-1A76-D829-B129E327B0BF}"/>
              </a:ext>
            </a:extLst>
          </p:cNvPr>
          <p:cNvSpPr/>
          <p:nvPr/>
        </p:nvSpPr>
        <p:spPr>
          <a:xfrm>
            <a:off x="6591299" y="4086225"/>
            <a:ext cx="5505449" cy="5509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5BD20D64-CB8A-55EE-C3FE-DA24460A316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9B02D8AA-963A-46C0-7E79-E1599F75085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1265513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a:extLst>
              <a:ext uri="{FF2B5EF4-FFF2-40B4-BE49-F238E27FC236}">
                <a16:creationId xmlns:a16="http://schemas.microsoft.com/office/drawing/2014/main" id="{510AC753-0683-68A3-CEAA-3B259FFC5066}"/>
              </a:ext>
            </a:extLst>
          </p:cNvPr>
          <p:cNvPicPr>
            <a:picLocks noChangeAspect="1"/>
          </p:cNvPicPr>
          <p:nvPr/>
        </p:nvPicPr>
        <p:blipFill>
          <a:blip r:embed="rId4"/>
          <a:srcRect/>
          <a:stretch/>
        </p:blipFill>
        <p:spPr>
          <a:xfrm>
            <a:off x="6419850" y="527201"/>
            <a:ext cx="5774676" cy="6331272"/>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1" y="4397265"/>
            <a:ext cx="163300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7" name="!!Title">
            <a:extLst>
              <a:ext uri="{FF2B5EF4-FFF2-40B4-BE49-F238E27FC236}">
                <a16:creationId xmlns:a16="http://schemas.microsoft.com/office/drawing/2014/main" id="{DC8DB800-8CA4-B63B-8DE8-1EF4953D082C}"/>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sp>
        <p:nvSpPr>
          <p:cNvPr id="24" name="Rectangle: Rounded Corners 23">
            <a:extLst>
              <a:ext uri="{FF2B5EF4-FFF2-40B4-BE49-F238E27FC236}">
                <a16:creationId xmlns:a16="http://schemas.microsoft.com/office/drawing/2014/main" id="{500F6E0C-729D-1A76-D829-B129E327B0BF}"/>
              </a:ext>
            </a:extLst>
          </p:cNvPr>
          <p:cNvSpPr/>
          <p:nvPr/>
        </p:nvSpPr>
        <p:spPr>
          <a:xfrm>
            <a:off x="6591299" y="5753100"/>
            <a:ext cx="5505449" cy="5509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E11A22BA-3D9E-9AB8-188E-96254977E8E6}"/>
              </a:ext>
            </a:extLst>
          </p:cNvPr>
          <p:cNvPicPr>
            <a:picLocks noChangeAspect="1"/>
          </p:cNvPicPr>
          <p:nvPr/>
        </p:nvPicPr>
        <p:blipFill>
          <a:blip r:embed="rId6"/>
          <a:stretch>
            <a:fillRect/>
          </a:stretch>
        </p:blipFill>
        <p:spPr>
          <a:xfrm>
            <a:off x="3171568" y="5683170"/>
            <a:ext cx="568414" cy="1052619"/>
          </a:xfrm>
          <a:prstGeom prst="rect">
            <a:avLst/>
          </a:prstGeom>
        </p:spPr>
      </p:pic>
      <p:grpSp>
        <p:nvGrpSpPr>
          <p:cNvPr id="3" name="Group 2">
            <a:extLst>
              <a:ext uri="{FF2B5EF4-FFF2-40B4-BE49-F238E27FC236}">
                <a16:creationId xmlns:a16="http://schemas.microsoft.com/office/drawing/2014/main" id="{BB1EAF38-19A8-FF92-52A5-0E4CBE7F0FD6}"/>
              </a:ext>
            </a:extLst>
          </p:cNvPr>
          <p:cNvGrpSpPr/>
          <p:nvPr/>
        </p:nvGrpSpPr>
        <p:grpSpPr>
          <a:xfrm>
            <a:off x="4534654" y="5366692"/>
            <a:ext cx="789764" cy="1482325"/>
            <a:chOff x="5387670" y="5366692"/>
            <a:chExt cx="789764" cy="1482325"/>
          </a:xfrm>
        </p:grpSpPr>
        <p:pic>
          <p:nvPicPr>
            <p:cNvPr id="6" name="Body">
              <a:extLst>
                <a:ext uri="{FF2B5EF4-FFF2-40B4-BE49-F238E27FC236}">
                  <a16:creationId xmlns:a16="http://schemas.microsoft.com/office/drawing/2014/main" id="{DBF53C6F-D1F3-B494-5934-14B9F4F4C01F}"/>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5387670" y="5366692"/>
              <a:ext cx="789764" cy="1482325"/>
            </a:xfrm>
            <a:prstGeom prst="rect">
              <a:avLst/>
            </a:prstGeom>
          </p:spPr>
        </p:pic>
        <p:pic>
          <p:nvPicPr>
            <p:cNvPr id="8" name="Arm right">
              <a:extLst>
                <a:ext uri="{FF2B5EF4-FFF2-40B4-BE49-F238E27FC236}">
                  <a16:creationId xmlns:a16="http://schemas.microsoft.com/office/drawing/2014/main" id="{4E1DA0A3-A443-A53C-08E5-D260FC6C6A74}"/>
                </a:ext>
              </a:extLst>
            </p:cNvPr>
            <p:cNvPicPr>
              <a:picLocks noChangeAspect="1"/>
            </p:cNvPicPr>
            <p:nvPr/>
          </p:nvPicPr>
          <p:blipFill>
            <a:blip r:embed="rId8"/>
            <a:stretch>
              <a:fillRect/>
            </a:stretch>
          </p:blipFill>
          <p:spPr>
            <a:xfrm rot="7107118">
              <a:off x="5779534" y="5938405"/>
              <a:ext cx="203585" cy="326807"/>
            </a:xfrm>
            <a:prstGeom prst="rect">
              <a:avLst/>
            </a:prstGeom>
          </p:spPr>
        </p:pic>
        <p:pic>
          <p:nvPicPr>
            <p:cNvPr id="15" name="Arm left">
              <a:extLst>
                <a:ext uri="{FF2B5EF4-FFF2-40B4-BE49-F238E27FC236}">
                  <a16:creationId xmlns:a16="http://schemas.microsoft.com/office/drawing/2014/main" id="{71840621-4E9B-231F-1ABD-35114E179BDD}"/>
                </a:ext>
              </a:extLst>
            </p:cNvPr>
            <p:cNvPicPr>
              <a:picLocks noChangeAspect="1"/>
            </p:cNvPicPr>
            <p:nvPr/>
          </p:nvPicPr>
          <p:blipFill>
            <a:blip r:embed="rId9"/>
            <a:stretch>
              <a:fillRect/>
            </a:stretch>
          </p:blipFill>
          <p:spPr>
            <a:xfrm rot="20496142">
              <a:off x="5539713" y="5963889"/>
              <a:ext cx="253220" cy="257910"/>
            </a:xfrm>
            <a:prstGeom prst="rect">
              <a:avLst/>
            </a:prstGeom>
          </p:spPr>
        </p:pic>
        <p:sp>
          <p:nvSpPr>
            <p:cNvPr id="16" name="!!Smile">
              <a:extLst>
                <a:ext uri="{FF2B5EF4-FFF2-40B4-BE49-F238E27FC236}">
                  <a16:creationId xmlns:a16="http://schemas.microsoft.com/office/drawing/2014/main" id="{62800780-89C2-092D-E270-2A7B5F614F1D}"/>
                </a:ext>
              </a:extLst>
            </p:cNvPr>
            <p:cNvSpPr/>
            <p:nvPr/>
          </p:nvSpPr>
          <p:spPr>
            <a:xfrm>
              <a:off x="5634890" y="565568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Eye 2">
              <a:extLst>
                <a:ext uri="{FF2B5EF4-FFF2-40B4-BE49-F238E27FC236}">
                  <a16:creationId xmlns:a16="http://schemas.microsoft.com/office/drawing/2014/main" id="{E9C8AD54-92F5-707A-8873-9F122ED8F437}"/>
                </a:ext>
              </a:extLst>
            </p:cNvPr>
            <p:cNvSpPr/>
            <p:nvPr/>
          </p:nvSpPr>
          <p:spPr>
            <a:xfrm>
              <a:off x="5648342" y="556363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 name="Eye 1">
              <a:extLst>
                <a:ext uri="{FF2B5EF4-FFF2-40B4-BE49-F238E27FC236}">
                  <a16:creationId xmlns:a16="http://schemas.microsoft.com/office/drawing/2014/main" id="{03386FF7-3D93-7714-5533-267688D8B04D}"/>
                </a:ext>
              </a:extLst>
            </p:cNvPr>
            <p:cNvSpPr/>
            <p:nvPr/>
          </p:nvSpPr>
          <p:spPr>
            <a:xfrm>
              <a:off x="5785738" y="55588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grpSp>
      <p:sp>
        <p:nvSpPr>
          <p:cNvPr id="20" name="!!Speech Bubble: Rectangle 19">
            <a:extLst>
              <a:ext uri="{FF2B5EF4-FFF2-40B4-BE49-F238E27FC236}">
                <a16:creationId xmlns:a16="http://schemas.microsoft.com/office/drawing/2014/main" id="{5F3C97ED-779E-32A3-3D48-526C6B91081B}"/>
              </a:ext>
            </a:extLst>
          </p:cNvPr>
          <p:cNvSpPr/>
          <p:nvPr/>
        </p:nvSpPr>
        <p:spPr>
          <a:xfrm>
            <a:off x="3134373" y="4874249"/>
            <a:ext cx="1753235" cy="391476"/>
          </a:xfrm>
          <a:prstGeom prst="wedgeRectCallout">
            <a:avLst>
              <a:gd name="adj1" fmla="val 33077"/>
              <a:gd name="adj2" fmla="val 10346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409A236-397D-2A4A-0FED-2E1A1E3024A9}"/>
              </a:ext>
            </a:extLst>
          </p:cNvPr>
          <p:cNvSpPr txBox="1"/>
          <p:nvPr/>
        </p:nvSpPr>
        <p:spPr>
          <a:xfrm>
            <a:off x="3165123" y="4853288"/>
            <a:ext cx="2085270"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Works for me! </a:t>
            </a:r>
          </a:p>
        </p:txBody>
      </p:sp>
      <p:sp>
        <p:nvSpPr>
          <p:cNvPr id="22" name="!!Speech Bubble 2">
            <a:extLst>
              <a:ext uri="{FF2B5EF4-FFF2-40B4-BE49-F238E27FC236}">
                <a16:creationId xmlns:a16="http://schemas.microsoft.com/office/drawing/2014/main" id="{57F745CC-57E9-3FB9-8C93-2DEA5EC678E6}"/>
              </a:ext>
            </a:extLst>
          </p:cNvPr>
          <p:cNvSpPr/>
          <p:nvPr/>
        </p:nvSpPr>
        <p:spPr>
          <a:xfrm>
            <a:off x="3135915" y="4881700"/>
            <a:ext cx="1753234" cy="391476"/>
          </a:xfrm>
          <a:prstGeom prst="wedgeRectCallout">
            <a:avLst>
              <a:gd name="adj1" fmla="val -32066"/>
              <a:gd name="adj2" fmla="val 12626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0">
            <a:extLst>
              <a:ext uri="{FF2B5EF4-FFF2-40B4-BE49-F238E27FC236}">
                <a16:creationId xmlns:a16="http://schemas.microsoft.com/office/drawing/2014/main" id="{100EC126-311A-8DC8-E969-685000755C24}"/>
              </a:ext>
            </a:extLst>
          </p:cNvPr>
          <p:cNvSpPr txBox="1"/>
          <p:nvPr/>
        </p:nvSpPr>
        <p:spPr>
          <a:xfrm>
            <a:off x="707617" y="4943567"/>
            <a:ext cx="2338422"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I mean, it's </a:t>
            </a:r>
            <a:r>
              <a:rPr lang="en-US" i="1" dirty="0">
                <a:latin typeface="Roboto Light" panose="02000000000000000000" pitchFamily="2" charset="0"/>
                <a:ea typeface="Roboto Light" panose="02000000000000000000" pitchFamily="2" charset="0"/>
              </a:rPr>
              <a:t>fine</a:t>
            </a:r>
            <a:r>
              <a:rPr lang="en-US" dirty="0">
                <a:latin typeface="Roboto Light" panose="02000000000000000000" pitchFamily="2" charset="0"/>
                <a:ea typeface="Roboto Light" panose="02000000000000000000" pitchFamily="2" charset="0"/>
              </a:rPr>
              <a:t>…</a:t>
            </a:r>
          </a:p>
        </p:txBody>
      </p:sp>
      <p:sp>
        <p:nvSpPr>
          <p:cNvPr id="26" name="!!Speech Bubble 2">
            <a:extLst>
              <a:ext uri="{FF2B5EF4-FFF2-40B4-BE49-F238E27FC236}">
                <a16:creationId xmlns:a16="http://schemas.microsoft.com/office/drawing/2014/main" id="{CCD6305A-440B-71AE-C8F3-A49782C2592F}"/>
              </a:ext>
            </a:extLst>
          </p:cNvPr>
          <p:cNvSpPr/>
          <p:nvPr/>
        </p:nvSpPr>
        <p:spPr>
          <a:xfrm>
            <a:off x="739369" y="4971979"/>
            <a:ext cx="1822856" cy="391476"/>
          </a:xfrm>
          <a:prstGeom prst="wedgeRectCallout">
            <a:avLst>
              <a:gd name="adj1" fmla="val -39860"/>
              <a:gd name="adj2" fmla="val 11799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51F5A6D4-7832-D911-9AC2-FD26FECE7411}"/>
              </a:ext>
            </a:extLst>
          </p:cNvPr>
          <p:cNvPicPr>
            <a:picLocks noChangeAspect="1"/>
          </p:cNvPicPr>
          <p:nvPr/>
        </p:nvPicPr>
        <p:blipFill>
          <a:blip r:embed="rId10"/>
          <a:srcRect/>
          <a:stretch/>
        </p:blipFill>
        <p:spPr>
          <a:xfrm>
            <a:off x="345151" y="5550185"/>
            <a:ext cx="682992" cy="1282565"/>
          </a:xfrm>
          <a:prstGeom prst="rect">
            <a:avLst/>
          </a:prstGeom>
        </p:spPr>
      </p:pic>
      <p:pic>
        <p:nvPicPr>
          <p:cNvPr id="29" name="Picture 28">
            <a:extLst>
              <a:ext uri="{FF2B5EF4-FFF2-40B4-BE49-F238E27FC236}">
                <a16:creationId xmlns:a16="http://schemas.microsoft.com/office/drawing/2014/main" id="{C67F2233-CBDE-ECAC-4685-250EEF84242C}"/>
              </a:ext>
            </a:extLst>
          </p:cNvPr>
          <p:cNvPicPr>
            <a:picLocks noChangeAspect="1"/>
          </p:cNvPicPr>
          <p:nvPr/>
        </p:nvPicPr>
        <p:blipFill>
          <a:blip r:embed="rId11"/>
          <a:srcRect/>
          <a:stretch/>
        </p:blipFill>
        <p:spPr>
          <a:xfrm>
            <a:off x="12446226" y="2285469"/>
            <a:ext cx="4209675" cy="2168805"/>
          </a:xfrm>
          <a:prstGeom prst="rect">
            <a:avLst/>
          </a:prstGeom>
        </p:spPr>
      </p:pic>
      <p:pic>
        <p:nvPicPr>
          <p:cNvPr id="30" name="!!SliderBottom">
            <a:extLst>
              <a:ext uri="{FF2B5EF4-FFF2-40B4-BE49-F238E27FC236}">
                <a16:creationId xmlns:a16="http://schemas.microsoft.com/office/drawing/2014/main" id="{8F88962D-A6A9-9A5E-801C-D1B778630B4B}"/>
              </a:ext>
            </a:extLst>
          </p:cNvPr>
          <p:cNvPicPr>
            <a:picLocks noChangeAspect="1"/>
          </p:cNvPicPr>
          <p:nvPr/>
        </p:nvPicPr>
        <p:blipFill>
          <a:blip r:embed="rId12"/>
          <a:stretch>
            <a:fillRect/>
          </a:stretch>
        </p:blipFill>
        <p:spPr>
          <a:xfrm>
            <a:off x="15846710" y="3763975"/>
            <a:ext cx="593440" cy="445080"/>
          </a:xfrm>
          <a:prstGeom prst="rect">
            <a:avLst/>
          </a:prstGeom>
        </p:spPr>
      </p:pic>
      <p:pic>
        <p:nvPicPr>
          <p:cNvPr id="31" name="!!SliderTop">
            <a:extLst>
              <a:ext uri="{FF2B5EF4-FFF2-40B4-BE49-F238E27FC236}">
                <a16:creationId xmlns:a16="http://schemas.microsoft.com/office/drawing/2014/main" id="{5840E35C-F240-CF81-7E43-6BB270EA23FE}"/>
              </a:ext>
            </a:extLst>
          </p:cNvPr>
          <p:cNvPicPr>
            <a:picLocks noChangeAspect="1"/>
          </p:cNvPicPr>
          <p:nvPr/>
        </p:nvPicPr>
        <p:blipFill>
          <a:blip r:embed="rId12"/>
          <a:stretch>
            <a:fillRect/>
          </a:stretch>
        </p:blipFill>
        <p:spPr>
          <a:xfrm>
            <a:off x="15865760" y="3211422"/>
            <a:ext cx="593440" cy="445080"/>
          </a:xfrm>
          <a:prstGeom prst="rect">
            <a:avLst/>
          </a:prstGeom>
        </p:spPr>
      </p:pic>
      <p:sp>
        <p:nvSpPr>
          <p:cNvPr id="28" name="!!Header whiteout">
            <a:extLst>
              <a:ext uri="{FF2B5EF4-FFF2-40B4-BE49-F238E27FC236}">
                <a16:creationId xmlns:a16="http://schemas.microsoft.com/office/drawing/2014/main" id="{76D61B4D-A129-0FC8-874D-5D969BAEB42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Header Text 1">
            <a:extLst>
              <a:ext uri="{FF2B5EF4-FFF2-40B4-BE49-F238E27FC236}">
                <a16:creationId xmlns:a16="http://schemas.microsoft.com/office/drawing/2014/main" id="{9D333FF4-34BA-E0C5-A739-6FB50F0C11A6}"/>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74427849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xit" presetSubtype="0" fill="hold" grpId="1" nodeType="clickEffect">
                                  <p:stCondLst>
                                    <p:cond delay="0"/>
                                  </p:stCondLst>
                                  <p:childTnLst>
                                    <p:animEffect transition="out" filter="fade">
                                      <p:cBhvr>
                                        <p:cTn id="26" dur="500"/>
                                        <p:tgtEl>
                                          <p:spTgt spid="22"/>
                                        </p:tgtEl>
                                      </p:cBhvr>
                                    </p:animEffect>
                                    <p:set>
                                      <p:cBhvr>
                                        <p:cTn id="27" dur="1" fill="hold">
                                          <p:stCondLst>
                                            <p:cond delay="499"/>
                                          </p:stCondLst>
                                        </p:cTn>
                                        <p:tgtEl>
                                          <p:spTgt spid="22"/>
                                        </p:tgtEl>
                                        <p:attrNameLst>
                                          <p:attrName>style.visibility</p:attrName>
                                        </p:attrNameLst>
                                      </p:cBhvr>
                                      <p:to>
                                        <p:strVal val="hidden"/>
                                      </p:to>
                                    </p:set>
                                  </p:childTnLst>
                                </p:cTn>
                              </p:par>
                              <p:par>
                                <p:cTn id="28" presetID="10" presetClass="exit" presetSubtype="0" fill="hold" grpId="1" nodeType="withEffect">
                                  <p:stCondLst>
                                    <p:cond delay="0"/>
                                  </p:stCondLst>
                                  <p:childTnLst>
                                    <p:animEffect transition="out" filter="fade">
                                      <p:cBhvr>
                                        <p:cTn id="29" dur="500"/>
                                        <p:tgtEl>
                                          <p:spTgt spid="20"/>
                                        </p:tgtEl>
                                      </p:cBhvr>
                                    </p:animEffect>
                                    <p:set>
                                      <p:cBhvr>
                                        <p:cTn id="30" dur="1" fill="hold">
                                          <p:stCondLst>
                                            <p:cond delay="499"/>
                                          </p:stCondLst>
                                        </p:cTn>
                                        <p:tgtEl>
                                          <p:spTgt spid="20"/>
                                        </p:tgtEl>
                                        <p:attrNameLst>
                                          <p:attrName>style.visibility</p:attrName>
                                        </p:attrNameLst>
                                      </p:cBhvr>
                                      <p:to>
                                        <p:strVal val="hidden"/>
                                      </p:to>
                                    </p:set>
                                  </p:childTnLst>
                                </p:cTn>
                              </p:par>
                              <p:par>
                                <p:cTn id="31" presetID="10" presetClass="exit" presetSubtype="0" fill="hold" grpId="1" nodeType="withEffect">
                                  <p:stCondLst>
                                    <p:cond delay="0"/>
                                  </p:stCondLst>
                                  <p:childTnLst>
                                    <p:animEffect transition="out" filter="fade">
                                      <p:cBhvr>
                                        <p:cTn id="32" dur="500"/>
                                        <p:tgtEl>
                                          <p:spTgt spid="21"/>
                                        </p:tgtEl>
                                      </p:cBhvr>
                                    </p:animEffect>
                                    <p:set>
                                      <p:cBhvr>
                                        <p:cTn id="33" dur="1" fill="hold">
                                          <p:stCondLst>
                                            <p:cond delay="499"/>
                                          </p:stCondLst>
                                        </p:cTn>
                                        <p:tgtEl>
                                          <p:spTgt spid="21"/>
                                        </p:tgtEl>
                                        <p:attrNameLst>
                                          <p:attrName>style.visibility</p:attrName>
                                        </p:attrNameLst>
                                      </p:cBhvr>
                                      <p:to>
                                        <p:strVal val="hidden"/>
                                      </p:to>
                                    </p:set>
                                  </p:childTnLst>
                                </p:cTn>
                              </p:par>
                            </p:childTnLst>
                          </p:cTn>
                        </p:par>
                        <p:par>
                          <p:cTn id="34" fill="hold">
                            <p:stCondLst>
                              <p:cond delay="500"/>
                            </p:stCondLst>
                            <p:childTnLst>
                              <p:par>
                                <p:cTn id="35" presetID="2" presetClass="entr" presetSubtype="8" fill="hold" nodeType="afterEffect">
                                  <p:stCondLst>
                                    <p:cond delay="0"/>
                                  </p:stCondLst>
                                  <p:childTnLst>
                                    <p:set>
                                      <p:cBhvr>
                                        <p:cTn id="36" dur="1" fill="hold">
                                          <p:stCondLst>
                                            <p:cond delay="0"/>
                                          </p:stCondLst>
                                        </p:cTn>
                                        <p:tgtEl>
                                          <p:spTgt spid="27"/>
                                        </p:tgtEl>
                                        <p:attrNameLst>
                                          <p:attrName>style.visibility</p:attrName>
                                        </p:attrNameLst>
                                      </p:cBhvr>
                                      <p:to>
                                        <p:strVal val="visible"/>
                                      </p:to>
                                    </p:set>
                                    <p:anim calcmode="lin" valueType="num">
                                      <p:cBhvr additive="base">
                                        <p:cTn id="37" dur="500" fill="hold"/>
                                        <p:tgtEl>
                                          <p:spTgt spid="27"/>
                                        </p:tgtEl>
                                        <p:attrNameLst>
                                          <p:attrName>ppt_x</p:attrName>
                                        </p:attrNameLst>
                                      </p:cBhvr>
                                      <p:tavLst>
                                        <p:tav tm="0">
                                          <p:val>
                                            <p:strVal val="0-#ppt_w/2"/>
                                          </p:val>
                                        </p:tav>
                                        <p:tav tm="100000">
                                          <p:val>
                                            <p:strVal val="#ppt_x"/>
                                          </p:val>
                                        </p:tav>
                                      </p:tavLst>
                                    </p:anim>
                                    <p:anim calcmode="lin" valueType="num">
                                      <p:cBhvr additive="base">
                                        <p:cTn id="38" dur="500" fill="hold"/>
                                        <p:tgtEl>
                                          <p:spTgt spid="27"/>
                                        </p:tgtEl>
                                        <p:attrNameLst>
                                          <p:attrName>ppt_y</p:attrName>
                                        </p:attrNameLst>
                                      </p:cBhvr>
                                      <p:tavLst>
                                        <p:tav tm="0">
                                          <p:val>
                                            <p:strVal val="#ppt_y"/>
                                          </p:val>
                                        </p:tav>
                                        <p:tav tm="100000">
                                          <p:val>
                                            <p:strVal val="#ppt_y"/>
                                          </p:val>
                                        </p:tav>
                                      </p:tavLst>
                                    </p:anim>
                                  </p:childTnLst>
                                </p:cTn>
                              </p:par>
                            </p:childTnLst>
                          </p:cTn>
                        </p:par>
                        <p:par>
                          <p:cTn id="39" fill="hold">
                            <p:stCondLst>
                              <p:cond delay="1000"/>
                            </p:stCondLst>
                            <p:childTnLst>
                              <p:par>
                                <p:cTn id="40" presetID="10" presetClass="entr" presetSubtype="0" fill="hold" grpId="0" nodeType="after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21" grpId="0"/>
      <p:bldP spid="21" grpId="1"/>
      <p:bldP spid="22" grpId="0" animBg="1"/>
      <p:bldP spid="22" grpId="1" animBg="1"/>
      <p:bldP spid="25" grpId="0"/>
      <p:bldP spid="26"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3" name="Picture 202">
            <a:extLst>
              <a:ext uri="{FF2B5EF4-FFF2-40B4-BE49-F238E27FC236}">
                <a16:creationId xmlns:a16="http://schemas.microsoft.com/office/drawing/2014/main" id="{DAE3EF5B-4995-8711-6351-343BFE13D44E}"/>
              </a:ext>
            </a:extLst>
          </p:cNvPr>
          <p:cNvPicPr>
            <a:picLocks noChangeAspect="1"/>
          </p:cNvPicPr>
          <p:nvPr/>
        </p:nvPicPr>
        <p:blipFill>
          <a:blip r:embed="rId3"/>
          <a:srcRect/>
          <a:stretch/>
        </p:blipFill>
        <p:spPr>
          <a:xfrm>
            <a:off x="12277725" y="527201"/>
            <a:ext cx="5774676" cy="6331272"/>
          </a:xfrm>
          <a:prstGeom prst="rect">
            <a:avLst/>
          </a:prstGeom>
        </p:spPr>
      </p:pic>
      <p:sp>
        <p:nvSpPr>
          <p:cNvPr id="204" name="Rectangle: Rounded Corners 203">
            <a:extLst>
              <a:ext uri="{FF2B5EF4-FFF2-40B4-BE49-F238E27FC236}">
                <a16:creationId xmlns:a16="http://schemas.microsoft.com/office/drawing/2014/main" id="{362B6C3E-3CA7-CF98-113A-3B79DAF1DED0}"/>
              </a:ext>
            </a:extLst>
          </p:cNvPr>
          <p:cNvSpPr/>
          <p:nvPr/>
        </p:nvSpPr>
        <p:spPr>
          <a:xfrm>
            <a:off x="12449174" y="5753100"/>
            <a:ext cx="5505449" cy="5509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2">
            <a:extLst>
              <a:ext uri="{FF2B5EF4-FFF2-40B4-BE49-F238E27FC236}">
                <a16:creationId xmlns:a16="http://schemas.microsoft.com/office/drawing/2014/main" id="{70D305D5-8C8A-07F6-1FF1-A526D7F2280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99410" y="8137791"/>
            <a:ext cx="4996836" cy="4996836"/>
          </a:xfrm>
          <a:prstGeom prst="rect">
            <a:avLst/>
          </a:prstGeom>
          <a:noFill/>
          <a:extLst>
            <a:ext uri="{909E8E84-426E-40DD-AFC4-6F175D3DCCD1}">
              <a14:hiddenFill xmlns:a14="http://schemas.microsoft.com/office/drawing/2010/main">
                <a:solidFill>
                  <a:srgbClr val="FFFFFF"/>
                </a:solidFill>
              </a14:hiddenFill>
            </a:ext>
          </a:extLst>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0" y="4397265"/>
            <a:ext cx="404102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 (no app required) </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16" name="!!Title">
            <a:extLst>
              <a:ext uri="{FF2B5EF4-FFF2-40B4-BE49-F238E27FC236}">
                <a16:creationId xmlns:a16="http://schemas.microsoft.com/office/drawing/2014/main" id="{F20B3770-0546-137D-052E-B22211EAD962}"/>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25" name="Picture 24">
            <a:extLst>
              <a:ext uri="{FF2B5EF4-FFF2-40B4-BE49-F238E27FC236}">
                <a16:creationId xmlns:a16="http://schemas.microsoft.com/office/drawing/2014/main" id="{4DD0B6A4-6E69-FAC1-2ED9-58B933B52D6D}"/>
              </a:ext>
            </a:extLst>
          </p:cNvPr>
          <p:cNvPicPr>
            <a:picLocks noChangeAspect="1"/>
          </p:cNvPicPr>
          <p:nvPr/>
        </p:nvPicPr>
        <p:blipFill>
          <a:blip r:embed="rId6"/>
          <a:stretch>
            <a:fillRect/>
          </a:stretch>
        </p:blipFill>
        <p:spPr>
          <a:xfrm>
            <a:off x="3171568" y="7826295"/>
            <a:ext cx="568414" cy="1052619"/>
          </a:xfrm>
          <a:prstGeom prst="rect">
            <a:avLst/>
          </a:prstGeom>
        </p:spPr>
      </p:pic>
      <p:grpSp>
        <p:nvGrpSpPr>
          <p:cNvPr id="26" name="Group 25">
            <a:extLst>
              <a:ext uri="{FF2B5EF4-FFF2-40B4-BE49-F238E27FC236}">
                <a16:creationId xmlns:a16="http://schemas.microsoft.com/office/drawing/2014/main" id="{A199459A-5D53-8C09-6A88-703F8983EB50}"/>
              </a:ext>
            </a:extLst>
          </p:cNvPr>
          <p:cNvGrpSpPr/>
          <p:nvPr/>
        </p:nvGrpSpPr>
        <p:grpSpPr>
          <a:xfrm>
            <a:off x="4534654" y="7509817"/>
            <a:ext cx="789764" cy="1482325"/>
            <a:chOff x="5387670" y="5366692"/>
            <a:chExt cx="789764" cy="1482325"/>
          </a:xfrm>
        </p:grpSpPr>
        <p:pic>
          <p:nvPicPr>
            <p:cNvPr id="27" name="Body">
              <a:extLst>
                <a:ext uri="{FF2B5EF4-FFF2-40B4-BE49-F238E27FC236}">
                  <a16:creationId xmlns:a16="http://schemas.microsoft.com/office/drawing/2014/main" id="{B36BBFF5-9F0A-C232-4142-7114B8AAD585}"/>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5387670" y="5366692"/>
              <a:ext cx="789764" cy="1482325"/>
            </a:xfrm>
            <a:prstGeom prst="rect">
              <a:avLst/>
            </a:prstGeom>
          </p:spPr>
        </p:pic>
        <p:pic>
          <p:nvPicPr>
            <p:cNvPr id="28" name="Arm right">
              <a:extLst>
                <a:ext uri="{FF2B5EF4-FFF2-40B4-BE49-F238E27FC236}">
                  <a16:creationId xmlns:a16="http://schemas.microsoft.com/office/drawing/2014/main" id="{473A4ED3-967E-C689-4EE7-E2C1BE514373}"/>
                </a:ext>
              </a:extLst>
            </p:cNvPr>
            <p:cNvPicPr>
              <a:picLocks noChangeAspect="1"/>
            </p:cNvPicPr>
            <p:nvPr/>
          </p:nvPicPr>
          <p:blipFill>
            <a:blip r:embed="rId8"/>
            <a:stretch>
              <a:fillRect/>
            </a:stretch>
          </p:blipFill>
          <p:spPr>
            <a:xfrm rot="7107118">
              <a:off x="5779534" y="5938405"/>
              <a:ext cx="203585" cy="326807"/>
            </a:xfrm>
            <a:prstGeom prst="rect">
              <a:avLst/>
            </a:prstGeom>
          </p:spPr>
        </p:pic>
        <p:pic>
          <p:nvPicPr>
            <p:cNvPr id="29" name="Arm left">
              <a:extLst>
                <a:ext uri="{FF2B5EF4-FFF2-40B4-BE49-F238E27FC236}">
                  <a16:creationId xmlns:a16="http://schemas.microsoft.com/office/drawing/2014/main" id="{036669E6-DFB6-3692-E74C-262DFDCFF71B}"/>
                </a:ext>
              </a:extLst>
            </p:cNvPr>
            <p:cNvPicPr>
              <a:picLocks noChangeAspect="1"/>
            </p:cNvPicPr>
            <p:nvPr/>
          </p:nvPicPr>
          <p:blipFill>
            <a:blip r:embed="rId9"/>
            <a:stretch>
              <a:fillRect/>
            </a:stretch>
          </p:blipFill>
          <p:spPr>
            <a:xfrm rot="20496142">
              <a:off x="5539713" y="5963889"/>
              <a:ext cx="253220" cy="257910"/>
            </a:xfrm>
            <a:prstGeom prst="rect">
              <a:avLst/>
            </a:prstGeom>
          </p:spPr>
        </p:pic>
        <p:sp>
          <p:nvSpPr>
            <p:cNvPr id="30" name="!!Smile">
              <a:extLst>
                <a:ext uri="{FF2B5EF4-FFF2-40B4-BE49-F238E27FC236}">
                  <a16:creationId xmlns:a16="http://schemas.microsoft.com/office/drawing/2014/main" id="{A356891E-20AB-087A-950C-D0AF1F79DCB4}"/>
                </a:ext>
              </a:extLst>
            </p:cNvPr>
            <p:cNvSpPr/>
            <p:nvPr/>
          </p:nvSpPr>
          <p:spPr>
            <a:xfrm>
              <a:off x="5634890" y="5655682"/>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Eye 2">
              <a:extLst>
                <a:ext uri="{FF2B5EF4-FFF2-40B4-BE49-F238E27FC236}">
                  <a16:creationId xmlns:a16="http://schemas.microsoft.com/office/drawing/2014/main" id="{BD7E2550-56EB-EED5-3F98-30B1C541CE8A}"/>
                </a:ext>
              </a:extLst>
            </p:cNvPr>
            <p:cNvSpPr/>
            <p:nvPr/>
          </p:nvSpPr>
          <p:spPr>
            <a:xfrm>
              <a:off x="5648342" y="556363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Eye 1">
              <a:extLst>
                <a:ext uri="{FF2B5EF4-FFF2-40B4-BE49-F238E27FC236}">
                  <a16:creationId xmlns:a16="http://schemas.microsoft.com/office/drawing/2014/main" id="{B1BC5F29-AE1C-3B50-5E16-6794C6D0D72D}"/>
                </a:ext>
              </a:extLst>
            </p:cNvPr>
            <p:cNvSpPr/>
            <p:nvPr/>
          </p:nvSpPr>
          <p:spPr>
            <a:xfrm>
              <a:off x="5785738" y="5558866"/>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grpSp>
      <p:sp>
        <p:nvSpPr>
          <p:cNvPr id="33" name="!!Speech Bubble: Rectangle 19">
            <a:extLst>
              <a:ext uri="{FF2B5EF4-FFF2-40B4-BE49-F238E27FC236}">
                <a16:creationId xmlns:a16="http://schemas.microsoft.com/office/drawing/2014/main" id="{10A8DDE1-5F9B-34DF-D22B-453A2A89CE85}"/>
              </a:ext>
            </a:extLst>
          </p:cNvPr>
          <p:cNvSpPr/>
          <p:nvPr/>
        </p:nvSpPr>
        <p:spPr>
          <a:xfrm>
            <a:off x="3134373" y="7017374"/>
            <a:ext cx="1753235" cy="391476"/>
          </a:xfrm>
          <a:prstGeom prst="wedgeRectCallout">
            <a:avLst>
              <a:gd name="adj1" fmla="val 33077"/>
              <a:gd name="adj2" fmla="val 10346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20">
            <a:extLst>
              <a:ext uri="{FF2B5EF4-FFF2-40B4-BE49-F238E27FC236}">
                <a16:creationId xmlns:a16="http://schemas.microsoft.com/office/drawing/2014/main" id="{D5B945D4-4D42-7CE3-E913-181ECED11E7A}"/>
              </a:ext>
            </a:extLst>
          </p:cNvPr>
          <p:cNvSpPr txBox="1"/>
          <p:nvPr/>
        </p:nvSpPr>
        <p:spPr>
          <a:xfrm>
            <a:off x="3165123" y="6996413"/>
            <a:ext cx="2085270"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Works for me! </a:t>
            </a:r>
          </a:p>
        </p:txBody>
      </p:sp>
      <p:sp>
        <p:nvSpPr>
          <p:cNvPr id="35" name="!!Speech Bubble 2">
            <a:extLst>
              <a:ext uri="{FF2B5EF4-FFF2-40B4-BE49-F238E27FC236}">
                <a16:creationId xmlns:a16="http://schemas.microsoft.com/office/drawing/2014/main" id="{1D2D7963-8FF9-8F00-FAA1-11BFFBF04130}"/>
              </a:ext>
            </a:extLst>
          </p:cNvPr>
          <p:cNvSpPr/>
          <p:nvPr/>
        </p:nvSpPr>
        <p:spPr>
          <a:xfrm>
            <a:off x="3135915" y="7024825"/>
            <a:ext cx="1753234" cy="391476"/>
          </a:xfrm>
          <a:prstGeom prst="wedgeRectCallout">
            <a:avLst>
              <a:gd name="adj1" fmla="val -32066"/>
              <a:gd name="adj2" fmla="val 12626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20">
            <a:extLst>
              <a:ext uri="{FF2B5EF4-FFF2-40B4-BE49-F238E27FC236}">
                <a16:creationId xmlns:a16="http://schemas.microsoft.com/office/drawing/2014/main" id="{DDFC5F9C-2944-08BE-C49E-C59F8F097EC3}"/>
              </a:ext>
            </a:extLst>
          </p:cNvPr>
          <p:cNvSpPr txBox="1"/>
          <p:nvPr/>
        </p:nvSpPr>
        <p:spPr>
          <a:xfrm>
            <a:off x="707617" y="7086692"/>
            <a:ext cx="2338422"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I mean, it's </a:t>
            </a:r>
            <a:r>
              <a:rPr lang="en-US" i="1" dirty="0">
                <a:latin typeface="Roboto Light" panose="02000000000000000000" pitchFamily="2" charset="0"/>
                <a:ea typeface="Roboto Light" panose="02000000000000000000" pitchFamily="2" charset="0"/>
              </a:rPr>
              <a:t>fine</a:t>
            </a:r>
            <a:r>
              <a:rPr lang="en-US" dirty="0">
                <a:latin typeface="Roboto Light" panose="02000000000000000000" pitchFamily="2" charset="0"/>
                <a:ea typeface="Roboto Light" panose="02000000000000000000" pitchFamily="2" charset="0"/>
              </a:rPr>
              <a:t>…</a:t>
            </a:r>
          </a:p>
        </p:txBody>
      </p:sp>
      <p:sp>
        <p:nvSpPr>
          <p:cNvPr id="38" name="!!Speech Bubble 2">
            <a:extLst>
              <a:ext uri="{FF2B5EF4-FFF2-40B4-BE49-F238E27FC236}">
                <a16:creationId xmlns:a16="http://schemas.microsoft.com/office/drawing/2014/main" id="{9AAE381E-8B15-2E2D-7B0D-699D3CB7FE23}"/>
              </a:ext>
            </a:extLst>
          </p:cNvPr>
          <p:cNvSpPr/>
          <p:nvPr/>
        </p:nvSpPr>
        <p:spPr>
          <a:xfrm>
            <a:off x="739369" y="7115104"/>
            <a:ext cx="1822856" cy="391476"/>
          </a:xfrm>
          <a:prstGeom prst="wedgeRectCallout">
            <a:avLst>
              <a:gd name="adj1" fmla="val -39860"/>
              <a:gd name="adj2" fmla="val 11799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Picture 39">
            <a:extLst>
              <a:ext uri="{FF2B5EF4-FFF2-40B4-BE49-F238E27FC236}">
                <a16:creationId xmlns:a16="http://schemas.microsoft.com/office/drawing/2014/main" id="{BB26D0AF-3E81-6D1F-24E7-D2398776ECD1}"/>
              </a:ext>
            </a:extLst>
          </p:cNvPr>
          <p:cNvPicPr>
            <a:picLocks noChangeAspect="1"/>
          </p:cNvPicPr>
          <p:nvPr/>
        </p:nvPicPr>
        <p:blipFill>
          <a:blip r:embed="rId10"/>
          <a:srcRect/>
          <a:stretch/>
        </p:blipFill>
        <p:spPr>
          <a:xfrm>
            <a:off x="345151" y="7693310"/>
            <a:ext cx="682992" cy="1282565"/>
          </a:xfrm>
          <a:prstGeom prst="rect">
            <a:avLst/>
          </a:prstGeom>
        </p:spPr>
      </p:pic>
      <p:pic>
        <p:nvPicPr>
          <p:cNvPr id="3" name="Picture 2">
            <a:extLst>
              <a:ext uri="{FF2B5EF4-FFF2-40B4-BE49-F238E27FC236}">
                <a16:creationId xmlns:a16="http://schemas.microsoft.com/office/drawing/2014/main" id="{00E93B31-E815-0A12-2350-6F471FE0AE1C}"/>
              </a:ext>
            </a:extLst>
          </p:cNvPr>
          <p:cNvPicPr>
            <a:picLocks noChangeAspect="1"/>
          </p:cNvPicPr>
          <p:nvPr/>
        </p:nvPicPr>
        <p:blipFill>
          <a:blip r:embed="rId11"/>
          <a:stretch>
            <a:fillRect/>
          </a:stretch>
        </p:blipFill>
        <p:spPr>
          <a:xfrm>
            <a:off x="5125304" y="1842158"/>
            <a:ext cx="1939828" cy="2966284"/>
          </a:xfrm>
          <a:prstGeom prst="rect">
            <a:avLst/>
          </a:prstGeom>
        </p:spPr>
      </p:pic>
      <p:sp>
        <p:nvSpPr>
          <p:cNvPr id="7" name="Red text">
            <a:extLst>
              <a:ext uri="{FF2B5EF4-FFF2-40B4-BE49-F238E27FC236}">
                <a16:creationId xmlns:a16="http://schemas.microsoft.com/office/drawing/2014/main" id="{0AC21522-449B-3F06-D435-B675191E86A1}"/>
              </a:ext>
            </a:extLst>
          </p:cNvPr>
          <p:cNvSpPr txBox="1"/>
          <p:nvPr/>
        </p:nvSpPr>
        <p:spPr>
          <a:xfrm>
            <a:off x="7228442" y="5817921"/>
            <a:ext cx="3086944"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Z-wave switches FTW</a:t>
            </a:r>
          </a:p>
        </p:txBody>
      </p:sp>
      <p:grpSp>
        <p:nvGrpSpPr>
          <p:cNvPr id="8" name="Arrow">
            <a:extLst>
              <a:ext uri="{FF2B5EF4-FFF2-40B4-BE49-F238E27FC236}">
                <a16:creationId xmlns:a16="http://schemas.microsoft.com/office/drawing/2014/main" id="{286795B5-CF89-5207-56F7-DA55252D2158}"/>
              </a:ext>
            </a:extLst>
          </p:cNvPr>
          <p:cNvGrpSpPr>
            <a:grpSpLocks noChangeAspect="1"/>
          </p:cNvGrpSpPr>
          <p:nvPr/>
        </p:nvGrpSpPr>
        <p:grpSpPr bwMode="auto">
          <a:xfrm rot="16200000" flipH="1" flipV="1">
            <a:off x="6229079" y="5066207"/>
            <a:ext cx="904172" cy="943180"/>
            <a:chOff x="1328" y="0"/>
            <a:chExt cx="3106" cy="3240"/>
          </a:xfrm>
          <a:solidFill>
            <a:srgbClr val="C00000"/>
          </a:solidFill>
        </p:grpSpPr>
        <p:sp>
          <p:nvSpPr>
            <p:cNvPr id="15" name="Freeform 716">
              <a:extLst>
                <a:ext uri="{FF2B5EF4-FFF2-40B4-BE49-F238E27FC236}">
                  <a16:creationId xmlns:a16="http://schemas.microsoft.com/office/drawing/2014/main" id="{AD1CAB88-65A4-FEBA-C55B-4A2637369930}"/>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17">
              <a:extLst>
                <a:ext uri="{FF2B5EF4-FFF2-40B4-BE49-F238E27FC236}">
                  <a16:creationId xmlns:a16="http://schemas.microsoft.com/office/drawing/2014/main" id="{2DE86F0B-376C-AA8C-0F1A-195A7F48B72A}"/>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18">
              <a:extLst>
                <a:ext uri="{FF2B5EF4-FFF2-40B4-BE49-F238E27FC236}">
                  <a16:creationId xmlns:a16="http://schemas.microsoft.com/office/drawing/2014/main" id="{7C495CF9-19B4-9B25-62F8-F61A912C3AF6}"/>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19">
              <a:extLst>
                <a:ext uri="{FF2B5EF4-FFF2-40B4-BE49-F238E27FC236}">
                  <a16:creationId xmlns:a16="http://schemas.microsoft.com/office/drawing/2014/main" id="{C7F1BB46-5678-CEAA-3725-4EABDA39DA5D}"/>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0">
              <a:extLst>
                <a:ext uri="{FF2B5EF4-FFF2-40B4-BE49-F238E27FC236}">
                  <a16:creationId xmlns:a16="http://schemas.microsoft.com/office/drawing/2014/main" id="{DAF46C65-91A9-6E63-276C-A77F379D3EB7}"/>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1">
              <a:extLst>
                <a:ext uri="{FF2B5EF4-FFF2-40B4-BE49-F238E27FC236}">
                  <a16:creationId xmlns:a16="http://schemas.microsoft.com/office/drawing/2014/main" id="{F176A08D-09FA-B10A-717D-C6981C302523}"/>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2">
              <a:extLst>
                <a:ext uri="{FF2B5EF4-FFF2-40B4-BE49-F238E27FC236}">
                  <a16:creationId xmlns:a16="http://schemas.microsoft.com/office/drawing/2014/main" id="{C70D2DE2-D533-897C-E398-2CBD6E99F5ED}"/>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3">
              <a:extLst>
                <a:ext uri="{FF2B5EF4-FFF2-40B4-BE49-F238E27FC236}">
                  <a16:creationId xmlns:a16="http://schemas.microsoft.com/office/drawing/2014/main" id="{8C934D32-93CA-27EB-0A2C-E94BB607C695}"/>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24">
              <a:extLst>
                <a:ext uri="{FF2B5EF4-FFF2-40B4-BE49-F238E27FC236}">
                  <a16:creationId xmlns:a16="http://schemas.microsoft.com/office/drawing/2014/main" id="{0E469B7E-C6DC-3B2A-AE59-9E866B525719}"/>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25">
              <a:extLst>
                <a:ext uri="{FF2B5EF4-FFF2-40B4-BE49-F238E27FC236}">
                  <a16:creationId xmlns:a16="http://schemas.microsoft.com/office/drawing/2014/main" id="{A048C33D-5162-C547-41A5-DE1BA9FF2CF7}"/>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26">
              <a:extLst>
                <a:ext uri="{FF2B5EF4-FFF2-40B4-BE49-F238E27FC236}">
                  <a16:creationId xmlns:a16="http://schemas.microsoft.com/office/drawing/2014/main" id="{AD4D72E4-F9E7-193B-CF71-0125D5D8288F}"/>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27">
              <a:extLst>
                <a:ext uri="{FF2B5EF4-FFF2-40B4-BE49-F238E27FC236}">
                  <a16:creationId xmlns:a16="http://schemas.microsoft.com/office/drawing/2014/main" id="{58623C25-E5F9-4C05-D196-6453B89F5728}"/>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28">
              <a:extLst>
                <a:ext uri="{FF2B5EF4-FFF2-40B4-BE49-F238E27FC236}">
                  <a16:creationId xmlns:a16="http://schemas.microsoft.com/office/drawing/2014/main" id="{5EFB0E8A-8B34-4D76-2292-F967F1DD9CE0}"/>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29">
              <a:extLst>
                <a:ext uri="{FF2B5EF4-FFF2-40B4-BE49-F238E27FC236}">
                  <a16:creationId xmlns:a16="http://schemas.microsoft.com/office/drawing/2014/main" id="{BA9BB814-3D37-D984-2072-0AD11A7C89B0}"/>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0">
              <a:extLst>
                <a:ext uri="{FF2B5EF4-FFF2-40B4-BE49-F238E27FC236}">
                  <a16:creationId xmlns:a16="http://schemas.microsoft.com/office/drawing/2014/main" id="{D3AE9A47-A0A0-6DDB-611F-11985B7C5BBA}"/>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31">
              <a:extLst>
                <a:ext uri="{FF2B5EF4-FFF2-40B4-BE49-F238E27FC236}">
                  <a16:creationId xmlns:a16="http://schemas.microsoft.com/office/drawing/2014/main" id="{05D939DC-C626-CBC2-B567-637DCA8EC8EA}"/>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2">
              <a:extLst>
                <a:ext uri="{FF2B5EF4-FFF2-40B4-BE49-F238E27FC236}">
                  <a16:creationId xmlns:a16="http://schemas.microsoft.com/office/drawing/2014/main" id="{7A04C10C-2E88-26D1-F8F6-93A2B2E3C039}"/>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3">
              <a:extLst>
                <a:ext uri="{FF2B5EF4-FFF2-40B4-BE49-F238E27FC236}">
                  <a16:creationId xmlns:a16="http://schemas.microsoft.com/office/drawing/2014/main" id="{55288C21-7205-CC51-A6F7-C7925D601B3A}"/>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34">
              <a:extLst>
                <a:ext uri="{FF2B5EF4-FFF2-40B4-BE49-F238E27FC236}">
                  <a16:creationId xmlns:a16="http://schemas.microsoft.com/office/drawing/2014/main" id="{4D17BAF0-1050-ADDE-198D-031D51A3D18F}"/>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35">
              <a:extLst>
                <a:ext uri="{FF2B5EF4-FFF2-40B4-BE49-F238E27FC236}">
                  <a16:creationId xmlns:a16="http://schemas.microsoft.com/office/drawing/2014/main" id="{18BC6C79-5691-6E1A-B170-9AD66A437C85}"/>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36">
              <a:extLst>
                <a:ext uri="{FF2B5EF4-FFF2-40B4-BE49-F238E27FC236}">
                  <a16:creationId xmlns:a16="http://schemas.microsoft.com/office/drawing/2014/main" id="{E093B349-AE58-E980-1937-A06A1D2F5038}"/>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37">
              <a:extLst>
                <a:ext uri="{FF2B5EF4-FFF2-40B4-BE49-F238E27FC236}">
                  <a16:creationId xmlns:a16="http://schemas.microsoft.com/office/drawing/2014/main" id="{646ACAAD-D92E-5294-FCF8-191F4A33C632}"/>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38">
              <a:extLst>
                <a:ext uri="{FF2B5EF4-FFF2-40B4-BE49-F238E27FC236}">
                  <a16:creationId xmlns:a16="http://schemas.microsoft.com/office/drawing/2014/main" id="{BD507685-6C03-ACFD-AEE4-E28908CAC958}"/>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39">
              <a:extLst>
                <a:ext uri="{FF2B5EF4-FFF2-40B4-BE49-F238E27FC236}">
                  <a16:creationId xmlns:a16="http://schemas.microsoft.com/office/drawing/2014/main" id="{A6360C35-77DD-8AED-1B02-123A675FEBEE}"/>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0">
              <a:extLst>
                <a:ext uri="{FF2B5EF4-FFF2-40B4-BE49-F238E27FC236}">
                  <a16:creationId xmlns:a16="http://schemas.microsoft.com/office/drawing/2014/main" id="{4F7D8E0F-26DC-8A9C-A30D-086FF0AFEEC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1">
              <a:extLst>
                <a:ext uri="{FF2B5EF4-FFF2-40B4-BE49-F238E27FC236}">
                  <a16:creationId xmlns:a16="http://schemas.microsoft.com/office/drawing/2014/main" id="{1C9D747A-7E34-404A-2AF4-FDA3D22BB56F}"/>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2">
              <a:extLst>
                <a:ext uri="{FF2B5EF4-FFF2-40B4-BE49-F238E27FC236}">
                  <a16:creationId xmlns:a16="http://schemas.microsoft.com/office/drawing/2014/main" id="{51F3D1F4-655C-6942-DA41-953954F4BB6F}"/>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3">
              <a:extLst>
                <a:ext uri="{FF2B5EF4-FFF2-40B4-BE49-F238E27FC236}">
                  <a16:creationId xmlns:a16="http://schemas.microsoft.com/office/drawing/2014/main" id="{BB73AED6-D332-B401-B6A2-C56852962FC6}"/>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44">
              <a:extLst>
                <a:ext uri="{FF2B5EF4-FFF2-40B4-BE49-F238E27FC236}">
                  <a16:creationId xmlns:a16="http://schemas.microsoft.com/office/drawing/2014/main" id="{CE2D9CF7-B000-573D-9408-B59C1E5D0223}"/>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45">
              <a:extLst>
                <a:ext uri="{FF2B5EF4-FFF2-40B4-BE49-F238E27FC236}">
                  <a16:creationId xmlns:a16="http://schemas.microsoft.com/office/drawing/2014/main" id="{9789D6AF-0A84-A353-2BA7-06E8E6495584}"/>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46">
              <a:extLst>
                <a:ext uri="{FF2B5EF4-FFF2-40B4-BE49-F238E27FC236}">
                  <a16:creationId xmlns:a16="http://schemas.microsoft.com/office/drawing/2014/main" id="{3CA4B841-4FFE-64D8-40C4-29B8148E5912}"/>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47">
              <a:extLst>
                <a:ext uri="{FF2B5EF4-FFF2-40B4-BE49-F238E27FC236}">
                  <a16:creationId xmlns:a16="http://schemas.microsoft.com/office/drawing/2014/main" id="{063EA1A6-B90C-0F1C-E305-2B5C84B1B876}"/>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48">
              <a:extLst>
                <a:ext uri="{FF2B5EF4-FFF2-40B4-BE49-F238E27FC236}">
                  <a16:creationId xmlns:a16="http://schemas.microsoft.com/office/drawing/2014/main" id="{AD58890C-3C28-9DE5-97A4-994F8D7E6B9E}"/>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49">
              <a:extLst>
                <a:ext uri="{FF2B5EF4-FFF2-40B4-BE49-F238E27FC236}">
                  <a16:creationId xmlns:a16="http://schemas.microsoft.com/office/drawing/2014/main" id="{8CDA22B8-AD57-3D5D-D078-76C68A393A3B}"/>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50">
              <a:extLst>
                <a:ext uri="{FF2B5EF4-FFF2-40B4-BE49-F238E27FC236}">
                  <a16:creationId xmlns:a16="http://schemas.microsoft.com/office/drawing/2014/main" id="{5E214D6C-57FF-80BA-809B-CC46F3992789}"/>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51">
              <a:extLst>
                <a:ext uri="{FF2B5EF4-FFF2-40B4-BE49-F238E27FC236}">
                  <a16:creationId xmlns:a16="http://schemas.microsoft.com/office/drawing/2014/main" id="{2C5FBF46-8BD6-6DC5-9D35-AD6920387FB7}"/>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52">
              <a:extLst>
                <a:ext uri="{FF2B5EF4-FFF2-40B4-BE49-F238E27FC236}">
                  <a16:creationId xmlns:a16="http://schemas.microsoft.com/office/drawing/2014/main" id="{198BFF31-62A5-9D8A-18D3-0F5E89569168}"/>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53">
              <a:extLst>
                <a:ext uri="{FF2B5EF4-FFF2-40B4-BE49-F238E27FC236}">
                  <a16:creationId xmlns:a16="http://schemas.microsoft.com/office/drawing/2014/main" id="{507D25B4-AEA7-DE97-8E5D-7BBEB9EC2798}"/>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54">
              <a:extLst>
                <a:ext uri="{FF2B5EF4-FFF2-40B4-BE49-F238E27FC236}">
                  <a16:creationId xmlns:a16="http://schemas.microsoft.com/office/drawing/2014/main" id="{51BA58FF-98C3-CA5C-FC47-EB85253D2E2B}"/>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55">
              <a:extLst>
                <a:ext uri="{FF2B5EF4-FFF2-40B4-BE49-F238E27FC236}">
                  <a16:creationId xmlns:a16="http://schemas.microsoft.com/office/drawing/2014/main" id="{A578FC7A-6354-FCB7-8724-7F0B4C8640B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56">
              <a:extLst>
                <a:ext uri="{FF2B5EF4-FFF2-40B4-BE49-F238E27FC236}">
                  <a16:creationId xmlns:a16="http://schemas.microsoft.com/office/drawing/2014/main" id="{593A3D56-9176-6FBA-9EF2-8271A815840C}"/>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57">
              <a:extLst>
                <a:ext uri="{FF2B5EF4-FFF2-40B4-BE49-F238E27FC236}">
                  <a16:creationId xmlns:a16="http://schemas.microsoft.com/office/drawing/2014/main" id="{8B9C0F94-DBC8-8E95-C1DA-3A40E32F802F}"/>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58">
              <a:extLst>
                <a:ext uri="{FF2B5EF4-FFF2-40B4-BE49-F238E27FC236}">
                  <a16:creationId xmlns:a16="http://schemas.microsoft.com/office/drawing/2014/main" id="{23A4ED8C-4FB2-AD33-7004-561EDF6B7F5C}"/>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59">
              <a:extLst>
                <a:ext uri="{FF2B5EF4-FFF2-40B4-BE49-F238E27FC236}">
                  <a16:creationId xmlns:a16="http://schemas.microsoft.com/office/drawing/2014/main" id="{318C0626-7EEE-E556-7ED3-8393C9B8372A}"/>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60">
              <a:extLst>
                <a:ext uri="{FF2B5EF4-FFF2-40B4-BE49-F238E27FC236}">
                  <a16:creationId xmlns:a16="http://schemas.microsoft.com/office/drawing/2014/main" id="{DAEB6CCC-C257-6A78-4C2D-C9D6073E69D4}"/>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61">
              <a:extLst>
                <a:ext uri="{FF2B5EF4-FFF2-40B4-BE49-F238E27FC236}">
                  <a16:creationId xmlns:a16="http://schemas.microsoft.com/office/drawing/2014/main" id="{4C12BD24-F4F3-539C-94CA-D4A65DD062D1}"/>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62">
              <a:extLst>
                <a:ext uri="{FF2B5EF4-FFF2-40B4-BE49-F238E27FC236}">
                  <a16:creationId xmlns:a16="http://schemas.microsoft.com/office/drawing/2014/main" id="{AFB7A9BE-27D6-D000-4A59-3E08F1EC7430}"/>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63">
              <a:extLst>
                <a:ext uri="{FF2B5EF4-FFF2-40B4-BE49-F238E27FC236}">
                  <a16:creationId xmlns:a16="http://schemas.microsoft.com/office/drawing/2014/main" id="{4907E6B4-ADF3-4253-5E97-CDEAD69DF6D5}"/>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64">
              <a:extLst>
                <a:ext uri="{FF2B5EF4-FFF2-40B4-BE49-F238E27FC236}">
                  <a16:creationId xmlns:a16="http://schemas.microsoft.com/office/drawing/2014/main" id="{68B100F5-48DF-C474-8322-1BE539FB4B42}"/>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65">
              <a:extLst>
                <a:ext uri="{FF2B5EF4-FFF2-40B4-BE49-F238E27FC236}">
                  <a16:creationId xmlns:a16="http://schemas.microsoft.com/office/drawing/2014/main" id="{63EE5F6F-01B6-DCFA-4A8B-A595F48093C2}"/>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66">
              <a:extLst>
                <a:ext uri="{FF2B5EF4-FFF2-40B4-BE49-F238E27FC236}">
                  <a16:creationId xmlns:a16="http://schemas.microsoft.com/office/drawing/2014/main" id="{D8D659D6-7C3A-CE84-A246-88D678619B41}"/>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67">
              <a:extLst>
                <a:ext uri="{FF2B5EF4-FFF2-40B4-BE49-F238E27FC236}">
                  <a16:creationId xmlns:a16="http://schemas.microsoft.com/office/drawing/2014/main" id="{685CADAE-EE6C-87B3-513A-C21FB2C9E3E5}"/>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68">
              <a:extLst>
                <a:ext uri="{FF2B5EF4-FFF2-40B4-BE49-F238E27FC236}">
                  <a16:creationId xmlns:a16="http://schemas.microsoft.com/office/drawing/2014/main" id="{30F5C5E2-DB54-E26E-E93C-E6E6F9004A04}"/>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69">
              <a:extLst>
                <a:ext uri="{FF2B5EF4-FFF2-40B4-BE49-F238E27FC236}">
                  <a16:creationId xmlns:a16="http://schemas.microsoft.com/office/drawing/2014/main" id="{404ADD75-5345-EDFB-B719-C3DBC3901140}"/>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70">
              <a:extLst>
                <a:ext uri="{FF2B5EF4-FFF2-40B4-BE49-F238E27FC236}">
                  <a16:creationId xmlns:a16="http://schemas.microsoft.com/office/drawing/2014/main" id="{7A4BE6ED-B6B6-5C68-084C-2CC57FE91957}"/>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71">
              <a:extLst>
                <a:ext uri="{FF2B5EF4-FFF2-40B4-BE49-F238E27FC236}">
                  <a16:creationId xmlns:a16="http://schemas.microsoft.com/office/drawing/2014/main" id="{21230BD0-048D-4E91-7083-4DA0B22ADA8E}"/>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72">
              <a:extLst>
                <a:ext uri="{FF2B5EF4-FFF2-40B4-BE49-F238E27FC236}">
                  <a16:creationId xmlns:a16="http://schemas.microsoft.com/office/drawing/2014/main" id="{D3128089-6730-7299-23ED-14710BFAD82E}"/>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73">
              <a:extLst>
                <a:ext uri="{FF2B5EF4-FFF2-40B4-BE49-F238E27FC236}">
                  <a16:creationId xmlns:a16="http://schemas.microsoft.com/office/drawing/2014/main" id="{59E28A50-3509-9DA9-7DDA-531B280B8752}"/>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74">
              <a:extLst>
                <a:ext uri="{FF2B5EF4-FFF2-40B4-BE49-F238E27FC236}">
                  <a16:creationId xmlns:a16="http://schemas.microsoft.com/office/drawing/2014/main" id="{581894C8-21B7-5E50-6598-19F8EBB0524C}"/>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75">
              <a:extLst>
                <a:ext uri="{FF2B5EF4-FFF2-40B4-BE49-F238E27FC236}">
                  <a16:creationId xmlns:a16="http://schemas.microsoft.com/office/drawing/2014/main" id="{D3A29D90-1E1E-7969-72A8-2EE1AAABA1E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76">
              <a:extLst>
                <a:ext uri="{FF2B5EF4-FFF2-40B4-BE49-F238E27FC236}">
                  <a16:creationId xmlns:a16="http://schemas.microsoft.com/office/drawing/2014/main" id="{29A3C7E2-C2ED-FBC7-E84C-7816046A1CB7}"/>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77">
              <a:extLst>
                <a:ext uri="{FF2B5EF4-FFF2-40B4-BE49-F238E27FC236}">
                  <a16:creationId xmlns:a16="http://schemas.microsoft.com/office/drawing/2014/main" id="{7EA036CD-B6F5-14B1-357F-BB00E1B0D26C}"/>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78">
              <a:extLst>
                <a:ext uri="{FF2B5EF4-FFF2-40B4-BE49-F238E27FC236}">
                  <a16:creationId xmlns:a16="http://schemas.microsoft.com/office/drawing/2014/main" id="{A90A711B-8613-D32E-70AA-468C4B04A663}"/>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79">
              <a:extLst>
                <a:ext uri="{FF2B5EF4-FFF2-40B4-BE49-F238E27FC236}">
                  <a16:creationId xmlns:a16="http://schemas.microsoft.com/office/drawing/2014/main" id="{8C54A6CB-254A-F3E8-18DC-8001B422D2A8}"/>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80">
              <a:extLst>
                <a:ext uri="{FF2B5EF4-FFF2-40B4-BE49-F238E27FC236}">
                  <a16:creationId xmlns:a16="http://schemas.microsoft.com/office/drawing/2014/main" id="{BDAD3086-A01A-7E93-9C5B-72011B77392E}"/>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81">
              <a:extLst>
                <a:ext uri="{FF2B5EF4-FFF2-40B4-BE49-F238E27FC236}">
                  <a16:creationId xmlns:a16="http://schemas.microsoft.com/office/drawing/2014/main" id="{3622959D-09CC-8507-F926-9006058028C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82">
              <a:extLst>
                <a:ext uri="{FF2B5EF4-FFF2-40B4-BE49-F238E27FC236}">
                  <a16:creationId xmlns:a16="http://schemas.microsoft.com/office/drawing/2014/main" id="{CD1A85A4-6F27-25DC-AC02-6C453297DD39}"/>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83">
              <a:extLst>
                <a:ext uri="{FF2B5EF4-FFF2-40B4-BE49-F238E27FC236}">
                  <a16:creationId xmlns:a16="http://schemas.microsoft.com/office/drawing/2014/main" id="{6436332B-9962-0DEE-D42E-A16443E680B0}"/>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84">
              <a:extLst>
                <a:ext uri="{FF2B5EF4-FFF2-40B4-BE49-F238E27FC236}">
                  <a16:creationId xmlns:a16="http://schemas.microsoft.com/office/drawing/2014/main" id="{D1E6C251-F264-0E6C-A748-FD956AB4F8E8}"/>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85">
              <a:extLst>
                <a:ext uri="{FF2B5EF4-FFF2-40B4-BE49-F238E27FC236}">
                  <a16:creationId xmlns:a16="http://schemas.microsoft.com/office/drawing/2014/main" id="{7E927948-F250-2E8F-FC59-FB849EB951A8}"/>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86">
              <a:extLst>
                <a:ext uri="{FF2B5EF4-FFF2-40B4-BE49-F238E27FC236}">
                  <a16:creationId xmlns:a16="http://schemas.microsoft.com/office/drawing/2014/main" id="{3BFE497A-3FA5-AE87-E33E-9AA52A13C50A}"/>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87">
              <a:extLst>
                <a:ext uri="{FF2B5EF4-FFF2-40B4-BE49-F238E27FC236}">
                  <a16:creationId xmlns:a16="http://schemas.microsoft.com/office/drawing/2014/main" id="{981B6E3B-FB51-95BA-3938-F37F1B84F438}"/>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788">
              <a:extLst>
                <a:ext uri="{FF2B5EF4-FFF2-40B4-BE49-F238E27FC236}">
                  <a16:creationId xmlns:a16="http://schemas.microsoft.com/office/drawing/2014/main" id="{BCE0821C-EEB8-37F7-2D5D-56A183A25FF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789">
              <a:extLst>
                <a:ext uri="{FF2B5EF4-FFF2-40B4-BE49-F238E27FC236}">
                  <a16:creationId xmlns:a16="http://schemas.microsoft.com/office/drawing/2014/main" id="{27BAB941-5053-F9ED-3FB9-35F14820AD47}"/>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790">
              <a:extLst>
                <a:ext uri="{FF2B5EF4-FFF2-40B4-BE49-F238E27FC236}">
                  <a16:creationId xmlns:a16="http://schemas.microsoft.com/office/drawing/2014/main" id="{DD2D1BBC-80CA-54E5-6FA8-593D30EB46DF}"/>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791">
              <a:extLst>
                <a:ext uri="{FF2B5EF4-FFF2-40B4-BE49-F238E27FC236}">
                  <a16:creationId xmlns:a16="http://schemas.microsoft.com/office/drawing/2014/main" id="{80482CCA-19C2-EAA7-FA00-317113B8CD02}"/>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792">
              <a:extLst>
                <a:ext uri="{FF2B5EF4-FFF2-40B4-BE49-F238E27FC236}">
                  <a16:creationId xmlns:a16="http://schemas.microsoft.com/office/drawing/2014/main" id="{FD208094-F6BC-BF50-21AD-7EFECC3D1C26}"/>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793">
              <a:extLst>
                <a:ext uri="{FF2B5EF4-FFF2-40B4-BE49-F238E27FC236}">
                  <a16:creationId xmlns:a16="http://schemas.microsoft.com/office/drawing/2014/main" id="{3A190CEC-89BD-18E4-32E8-F6288A5EBAB4}"/>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794">
              <a:extLst>
                <a:ext uri="{FF2B5EF4-FFF2-40B4-BE49-F238E27FC236}">
                  <a16:creationId xmlns:a16="http://schemas.microsoft.com/office/drawing/2014/main" id="{5A8A5609-D1CC-D50E-6087-58E1CDCEF9EE}"/>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795">
              <a:extLst>
                <a:ext uri="{FF2B5EF4-FFF2-40B4-BE49-F238E27FC236}">
                  <a16:creationId xmlns:a16="http://schemas.microsoft.com/office/drawing/2014/main" id="{40144FA5-067D-9FB2-F116-A9061A3EE54A}"/>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796">
              <a:extLst>
                <a:ext uri="{FF2B5EF4-FFF2-40B4-BE49-F238E27FC236}">
                  <a16:creationId xmlns:a16="http://schemas.microsoft.com/office/drawing/2014/main" id="{DA4958FA-F40C-A080-7180-773E02308644}"/>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797">
              <a:extLst>
                <a:ext uri="{FF2B5EF4-FFF2-40B4-BE49-F238E27FC236}">
                  <a16:creationId xmlns:a16="http://schemas.microsoft.com/office/drawing/2014/main" id="{AD8FF405-3766-82B8-0C5F-584727EA8847}"/>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798">
              <a:extLst>
                <a:ext uri="{FF2B5EF4-FFF2-40B4-BE49-F238E27FC236}">
                  <a16:creationId xmlns:a16="http://schemas.microsoft.com/office/drawing/2014/main" id="{6AF48747-E5FC-035A-C016-D03817B8B625}"/>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799">
              <a:extLst>
                <a:ext uri="{FF2B5EF4-FFF2-40B4-BE49-F238E27FC236}">
                  <a16:creationId xmlns:a16="http://schemas.microsoft.com/office/drawing/2014/main" id="{AD5017CB-370B-C9F8-3532-FB01CE3EB8B8}"/>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800">
              <a:extLst>
                <a:ext uri="{FF2B5EF4-FFF2-40B4-BE49-F238E27FC236}">
                  <a16:creationId xmlns:a16="http://schemas.microsoft.com/office/drawing/2014/main" id="{F35C228E-0DED-241B-ADA8-44A021B89EB2}"/>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801">
              <a:extLst>
                <a:ext uri="{FF2B5EF4-FFF2-40B4-BE49-F238E27FC236}">
                  <a16:creationId xmlns:a16="http://schemas.microsoft.com/office/drawing/2014/main" id="{D69583AC-E406-6559-2145-3F05B61A479A}"/>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802">
              <a:extLst>
                <a:ext uri="{FF2B5EF4-FFF2-40B4-BE49-F238E27FC236}">
                  <a16:creationId xmlns:a16="http://schemas.microsoft.com/office/drawing/2014/main" id="{A6549872-5D44-12BD-241F-7D35F52178F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5" name="Freeform 803">
              <a:extLst>
                <a:ext uri="{FF2B5EF4-FFF2-40B4-BE49-F238E27FC236}">
                  <a16:creationId xmlns:a16="http://schemas.microsoft.com/office/drawing/2014/main" id="{0D5D37FF-EDD2-92EB-E760-8E43BFE35EBD}"/>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6" name="Freeform 804">
              <a:extLst>
                <a:ext uri="{FF2B5EF4-FFF2-40B4-BE49-F238E27FC236}">
                  <a16:creationId xmlns:a16="http://schemas.microsoft.com/office/drawing/2014/main" id="{F12F73BC-3FC9-BEDC-9632-3FC8C15C1E49}"/>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7" name="Freeform 805">
              <a:extLst>
                <a:ext uri="{FF2B5EF4-FFF2-40B4-BE49-F238E27FC236}">
                  <a16:creationId xmlns:a16="http://schemas.microsoft.com/office/drawing/2014/main" id="{36934E04-82FB-71CE-6E81-F64490790910}"/>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8" name="Freeform 806">
              <a:extLst>
                <a:ext uri="{FF2B5EF4-FFF2-40B4-BE49-F238E27FC236}">
                  <a16:creationId xmlns:a16="http://schemas.microsoft.com/office/drawing/2014/main" id="{77945055-DA42-88AE-BAB9-1409505A5835}"/>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9" name="Freeform 807">
              <a:extLst>
                <a:ext uri="{FF2B5EF4-FFF2-40B4-BE49-F238E27FC236}">
                  <a16:creationId xmlns:a16="http://schemas.microsoft.com/office/drawing/2014/main" id="{8A6721AC-3BCC-021C-0AFD-4642500C2775}"/>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0" name="Freeform 808">
              <a:extLst>
                <a:ext uri="{FF2B5EF4-FFF2-40B4-BE49-F238E27FC236}">
                  <a16:creationId xmlns:a16="http://schemas.microsoft.com/office/drawing/2014/main" id="{3E2B6F48-DCD0-1705-2945-465B04734CFA}"/>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1" name="Freeform 809">
              <a:extLst>
                <a:ext uri="{FF2B5EF4-FFF2-40B4-BE49-F238E27FC236}">
                  <a16:creationId xmlns:a16="http://schemas.microsoft.com/office/drawing/2014/main" id="{2BF2AC80-DF07-0E80-DD9C-79B623CF505B}"/>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2" name="Freeform 810">
              <a:extLst>
                <a:ext uri="{FF2B5EF4-FFF2-40B4-BE49-F238E27FC236}">
                  <a16:creationId xmlns:a16="http://schemas.microsoft.com/office/drawing/2014/main" id="{D5DDC6C0-6ADC-B282-5262-8DE47EC67E18}"/>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3" name="Freeform 811">
              <a:extLst>
                <a:ext uri="{FF2B5EF4-FFF2-40B4-BE49-F238E27FC236}">
                  <a16:creationId xmlns:a16="http://schemas.microsoft.com/office/drawing/2014/main" id="{70EA0A59-33BE-EB70-1D5D-859B30FAC01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4" name="Freeform 812">
              <a:extLst>
                <a:ext uri="{FF2B5EF4-FFF2-40B4-BE49-F238E27FC236}">
                  <a16:creationId xmlns:a16="http://schemas.microsoft.com/office/drawing/2014/main" id="{CBE11639-383B-5213-92EA-0755FEA3FBA0}"/>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813">
              <a:extLst>
                <a:ext uri="{FF2B5EF4-FFF2-40B4-BE49-F238E27FC236}">
                  <a16:creationId xmlns:a16="http://schemas.microsoft.com/office/drawing/2014/main" id="{D01107CB-3778-45E0-7C52-BF18496CBC30}"/>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814">
              <a:extLst>
                <a:ext uri="{FF2B5EF4-FFF2-40B4-BE49-F238E27FC236}">
                  <a16:creationId xmlns:a16="http://schemas.microsoft.com/office/drawing/2014/main" id="{4C640EF0-E496-0047-9601-D118F55B60E8}"/>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pic>
        <p:nvPicPr>
          <p:cNvPr id="198" name="Picture 197">
            <a:extLst>
              <a:ext uri="{FF2B5EF4-FFF2-40B4-BE49-F238E27FC236}">
                <a16:creationId xmlns:a16="http://schemas.microsoft.com/office/drawing/2014/main" id="{9A579A32-624C-7C88-6ED7-E59CF0398C58}"/>
              </a:ext>
            </a:extLst>
          </p:cNvPr>
          <p:cNvPicPr>
            <a:picLocks noChangeAspect="1"/>
          </p:cNvPicPr>
          <p:nvPr/>
        </p:nvPicPr>
        <p:blipFill>
          <a:blip r:embed="rId12"/>
          <a:srcRect/>
          <a:stretch/>
        </p:blipFill>
        <p:spPr>
          <a:xfrm>
            <a:off x="7969476" y="2285469"/>
            <a:ext cx="4209675" cy="2168805"/>
          </a:xfrm>
          <a:prstGeom prst="rect">
            <a:avLst/>
          </a:prstGeom>
        </p:spPr>
      </p:pic>
      <p:pic>
        <p:nvPicPr>
          <p:cNvPr id="199" name="!!SliderBottom">
            <a:extLst>
              <a:ext uri="{FF2B5EF4-FFF2-40B4-BE49-F238E27FC236}">
                <a16:creationId xmlns:a16="http://schemas.microsoft.com/office/drawing/2014/main" id="{B74794AD-4D36-EEDF-41C3-506024717AB3}"/>
              </a:ext>
            </a:extLst>
          </p:cNvPr>
          <p:cNvPicPr>
            <a:picLocks noChangeAspect="1"/>
          </p:cNvPicPr>
          <p:nvPr/>
        </p:nvPicPr>
        <p:blipFill>
          <a:blip r:embed="rId13"/>
          <a:stretch>
            <a:fillRect/>
          </a:stretch>
        </p:blipFill>
        <p:spPr>
          <a:xfrm>
            <a:off x="11369960" y="3763975"/>
            <a:ext cx="593440" cy="445080"/>
          </a:xfrm>
          <a:prstGeom prst="rect">
            <a:avLst/>
          </a:prstGeom>
        </p:spPr>
      </p:pic>
      <p:pic>
        <p:nvPicPr>
          <p:cNvPr id="201" name="!!SliderTop">
            <a:extLst>
              <a:ext uri="{FF2B5EF4-FFF2-40B4-BE49-F238E27FC236}">
                <a16:creationId xmlns:a16="http://schemas.microsoft.com/office/drawing/2014/main" id="{0145B1F4-5CD3-4B96-F399-F4139EBD1670}"/>
              </a:ext>
            </a:extLst>
          </p:cNvPr>
          <p:cNvPicPr>
            <a:picLocks noChangeAspect="1"/>
          </p:cNvPicPr>
          <p:nvPr/>
        </p:nvPicPr>
        <p:blipFill>
          <a:blip r:embed="rId13"/>
          <a:stretch>
            <a:fillRect/>
          </a:stretch>
        </p:blipFill>
        <p:spPr>
          <a:xfrm>
            <a:off x="11389010" y="3211422"/>
            <a:ext cx="593440" cy="445080"/>
          </a:xfrm>
          <a:prstGeom prst="rect">
            <a:avLst/>
          </a:prstGeom>
        </p:spPr>
      </p:pic>
      <p:sp>
        <p:nvSpPr>
          <p:cNvPr id="2" name="!!Header whiteout">
            <a:extLst>
              <a:ext uri="{FF2B5EF4-FFF2-40B4-BE49-F238E27FC236}">
                <a16:creationId xmlns:a16="http://schemas.microsoft.com/office/drawing/2014/main" id="{0ACC7A94-E663-597A-F0D0-4DCBCC87C4E6}"/>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9237C7C4-3A01-B80C-D083-D380E3A75D2E}"/>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5150938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afterEffect">
                                  <p:stCondLst>
                                    <p:cond delay="0"/>
                                  </p:stCondLst>
                                  <p:childTnLst>
                                    <p:set>
                                      <p:cBhvr>
                                        <p:cTn id="6" dur="1" fill="hold">
                                          <p:stCondLst>
                                            <p:cond delay="0"/>
                                          </p:stCondLst>
                                        </p:cTn>
                                        <p:tgtEl>
                                          <p:spTgt spid="20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3" name="Picture 202">
            <a:extLst>
              <a:ext uri="{FF2B5EF4-FFF2-40B4-BE49-F238E27FC236}">
                <a16:creationId xmlns:a16="http://schemas.microsoft.com/office/drawing/2014/main" id="{35DFC2D6-94A1-679F-452E-B86217318C96}"/>
              </a:ext>
            </a:extLst>
          </p:cNvPr>
          <p:cNvPicPr>
            <a:picLocks noChangeAspect="1"/>
          </p:cNvPicPr>
          <p:nvPr/>
        </p:nvPicPr>
        <p:blipFill>
          <a:blip r:embed="rId3"/>
          <a:srcRect/>
          <a:stretch/>
        </p:blipFill>
        <p:spPr>
          <a:xfrm>
            <a:off x="7979001" y="2285469"/>
            <a:ext cx="4209674" cy="2168805"/>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0" y="4397265"/>
            <a:ext cx="404102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 (no app required) </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16" name="!!Title">
            <a:extLst>
              <a:ext uri="{FF2B5EF4-FFF2-40B4-BE49-F238E27FC236}">
                <a16:creationId xmlns:a16="http://schemas.microsoft.com/office/drawing/2014/main" id="{F20B3770-0546-137D-052E-B22211EAD962}"/>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3" name="Picture 2">
            <a:extLst>
              <a:ext uri="{FF2B5EF4-FFF2-40B4-BE49-F238E27FC236}">
                <a16:creationId xmlns:a16="http://schemas.microsoft.com/office/drawing/2014/main" id="{00E93B31-E815-0A12-2350-6F471FE0AE1C}"/>
              </a:ext>
            </a:extLst>
          </p:cNvPr>
          <p:cNvPicPr>
            <a:picLocks noChangeAspect="1"/>
          </p:cNvPicPr>
          <p:nvPr/>
        </p:nvPicPr>
        <p:blipFill>
          <a:blip r:embed="rId5"/>
          <a:stretch>
            <a:fillRect/>
          </a:stretch>
        </p:blipFill>
        <p:spPr>
          <a:xfrm>
            <a:off x="5125304" y="1842158"/>
            <a:ext cx="1939828" cy="2966284"/>
          </a:xfrm>
          <a:prstGeom prst="rect">
            <a:avLst/>
          </a:prstGeom>
        </p:spPr>
      </p:pic>
      <p:cxnSp>
        <p:nvCxnSpPr>
          <p:cNvPr id="198" name="Straight Arrow Connector 197">
            <a:extLst>
              <a:ext uri="{FF2B5EF4-FFF2-40B4-BE49-F238E27FC236}">
                <a16:creationId xmlns:a16="http://schemas.microsoft.com/office/drawing/2014/main" id="{633BEBF7-F90B-8D73-511D-B37CE5CE25F2}"/>
              </a:ext>
            </a:extLst>
          </p:cNvPr>
          <p:cNvCxnSpPr>
            <a:cxnSpLocks/>
          </p:cNvCxnSpPr>
          <p:nvPr/>
        </p:nvCxnSpPr>
        <p:spPr>
          <a:xfrm>
            <a:off x="6315075" y="2777201"/>
            <a:ext cx="1924050" cy="1013813"/>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00" name="Red text">
            <a:extLst>
              <a:ext uri="{FF2B5EF4-FFF2-40B4-BE49-F238E27FC236}">
                <a16:creationId xmlns:a16="http://schemas.microsoft.com/office/drawing/2014/main" id="{97621170-2875-CD4F-FFEC-E7B224794F1E}"/>
              </a:ext>
            </a:extLst>
          </p:cNvPr>
          <p:cNvSpPr txBox="1"/>
          <p:nvPr/>
        </p:nvSpPr>
        <p:spPr>
          <a:xfrm>
            <a:off x="5759074" y="2577146"/>
            <a:ext cx="704698"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2X</a:t>
            </a:r>
          </a:p>
        </p:txBody>
      </p:sp>
      <p:sp>
        <p:nvSpPr>
          <p:cNvPr id="201" name="Red text">
            <a:extLst>
              <a:ext uri="{FF2B5EF4-FFF2-40B4-BE49-F238E27FC236}">
                <a16:creationId xmlns:a16="http://schemas.microsoft.com/office/drawing/2014/main" id="{8FC3E034-09CC-12FC-C7D7-BBF5BD6F3670}"/>
              </a:ext>
            </a:extLst>
          </p:cNvPr>
          <p:cNvSpPr txBox="1"/>
          <p:nvPr/>
        </p:nvSpPr>
        <p:spPr>
          <a:xfrm>
            <a:off x="4887607" y="1055502"/>
            <a:ext cx="3201433"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Double-tap "on" disables auto-off toggle</a:t>
            </a:r>
          </a:p>
        </p:txBody>
      </p:sp>
      <p:pic>
        <p:nvPicPr>
          <p:cNvPr id="8" name="!!SliderBottomOff">
            <a:extLst>
              <a:ext uri="{FF2B5EF4-FFF2-40B4-BE49-F238E27FC236}">
                <a16:creationId xmlns:a16="http://schemas.microsoft.com/office/drawing/2014/main" id="{EF911D7C-F8BB-51E6-44FB-CFB92530731A}"/>
              </a:ext>
            </a:extLst>
          </p:cNvPr>
          <p:cNvPicPr>
            <a:picLocks noChangeAspect="1"/>
          </p:cNvPicPr>
          <p:nvPr/>
        </p:nvPicPr>
        <p:blipFill>
          <a:blip r:embed="rId6"/>
          <a:srcRect/>
          <a:stretch/>
        </p:blipFill>
        <p:spPr>
          <a:xfrm>
            <a:off x="11417584" y="3761799"/>
            <a:ext cx="591407" cy="445080"/>
          </a:xfrm>
          <a:prstGeom prst="rect">
            <a:avLst/>
          </a:prstGeom>
        </p:spPr>
      </p:pic>
      <p:pic>
        <p:nvPicPr>
          <p:cNvPr id="6" name="!!SliderBottom">
            <a:extLst>
              <a:ext uri="{FF2B5EF4-FFF2-40B4-BE49-F238E27FC236}">
                <a16:creationId xmlns:a16="http://schemas.microsoft.com/office/drawing/2014/main" id="{673A61FD-A10E-79BE-E43D-7088120385EA}"/>
              </a:ext>
            </a:extLst>
          </p:cNvPr>
          <p:cNvPicPr>
            <a:picLocks noChangeAspect="1"/>
          </p:cNvPicPr>
          <p:nvPr/>
        </p:nvPicPr>
        <p:blipFill>
          <a:blip r:embed="rId7"/>
          <a:stretch>
            <a:fillRect/>
          </a:stretch>
        </p:blipFill>
        <p:spPr>
          <a:xfrm>
            <a:off x="11379485" y="3763975"/>
            <a:ext cx="593440" cy="445080"/>
          </a:xfrm>
          <a:prstGeom prst="rect">
            <a:avLst/>
          </a:prstGeom>
        </p:spPr>
      </p:pic>
      <p:pic>
        <p:nvPicPr>
          <p:cNvPr id="208" name="!!SliderTop">
            <a:extLst>
              <a:ext uri="{FF2B5EF4-FFF2-40B4-BE49-F238E27FC236}">
                <a16:creationId xmlns:a16="http://schemas.microsoft.com/office/drawing/2014/main" id="{662DF0C9-E9B8-5E16-B36E-764F3E3AC87F}"/>
              </a:ext>
            </a:extLst>
          </p:cNvPr>
          <p:cNvPicPr>
            <a:picLocks noChangeAspect="1"/>
          </p:cNvPicPr>
          <p:nvPr/>
        </p:nvPicPr>
        <p:blipFill>
          <a:blip r:embed="rId7"/>
          <a:stretch>
            <a:fillRect/>
          </a:stretch>
        </p:blipFill>
        <p:spPr>
          <a:xfrm>
            <a:off x="11398535" y="3211422"/>
            <a:ext cx="593440" cy="445080"/>
          </a:xfrm>
          <a:prstGeom prst="rect">
            <a:avLst/>
          </a:prstGeom>
        </p:spPr>
      </p:pic>
      <p:sp>
        <p:nvSpPr>
          <p:cNvPr id="199" name="Rectangle: Rounded Corners 198">
            <a:extLst>
              <a:ext uri="{FF2B5EF4-FFF2-40B4-BE49-F238E27FC236}">
                <a16:creationId xmlns:a16="http://schemas.microsoft.com/office/drawing/2014/main" id="{B3662208-22D8-C1A0-7B4D-08DA15E3A1C4}"/>
              </a:ext>
            </a:extLst>
          </p:cNvPr>
          <p:cNvSpPr/>
          <p:nvPr/>
        </p:nvSpPr>
        <p:spPr>
          <a:xfrm>
            <a:off x="8254904" y="3751751"/>
            <a:ext cx="3832322" cy="466726"/>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B7C04F3A-D42B-EC6D-6156-62AB0BCF9D5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EED454AE-7176-5C1A-DE37-FE1B36D17AE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251729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xit" presetSubtype="2" fill="hold" nodeType="withEffect">
                                  <p:stCondLst>
                                    <p:cond delay="0"/>
                                  </p:stCondLst>
                                  <p:childTnLst>
                                    <p:animEffect transition="out" filter="wipe(right)">
                                      <p:cBhvr>
                                        <p:cTn id="6" dur="500"/>
                                        <p:tgtEl>
                                          <p:spTgt spid="6"/>
                                        </p:tgtEl>
                                      </p:cBhvr>
                                    </p:animEffect>
                                    <p:set>
                                      <p:cBhvr>
                                        <p:cTn id="7"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3" name="Picture 202">
            <a:extLst>
              <a:ext uri="{FF2B5EF4-FFF2-40B4-BE49-F238E27FC236}">
                <a16:creationId xmlns:a16="http://schemas.microsoft.com/office/drawing/2014/main" id="{35DFC2D6-94A1-679F-452E-B86217318C96}"/>
              </a:ext>
            </a:extLst>
          </p:cNvPr>
          <p:cNvPicPr>
            <a:picLocks noChangeAspect="1"/>
          </p:cNvPicPr>
          <p:nvPr/>
        </p:nvPicPr>
        <p:blipFill>
          <a:blip r:embed="rId3"/>
          <a:srcRect/>
          <a:stretch/>
        </p:blipFill>
        <p:spPr>
          <a:xfrm>
            <a:off x="7982047" y="2285469"/>
            <a:ext cx="4203583" cy="2168805"/>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0" y="4397265"/>
            <a:ext cx="404102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 (no app required) </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16" name="!!Title">
            <a:extLst>
              <a:ext uri="{FF2B5EF4-FFF2-40B4-BE49-F238E27FC236}">
                <a16:creationId xmlns:a16="http://schemas.microsoft.com/office/drawing/2014/main" id="{F20B3770-0546-137D-052E-B22211EAD962}"/>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3" name="Picture 2">
            <a:extLst>
              <a:ext uri="{FF2B5EF4-FFF2-40B4-BE49-F238E27FC236}">
                <a16:creationId xmlns:a16="http://schemas.microsoft.com/office/drawing/2014/main" id="{00E93B31-E815-0A12-2350-6F471FE0AE1C}"/>
              </a:ext>
            </a:extLst>
          </p:cNvPr>
          <p:cNvPicPr>
            <a:picLocks noChangeAspect="1"/>
          </p:cNvPicPr>
          <p:nvPr/>
        </p:nvPicPr>
        <p:blipFill>
          <a:blip r:embed="rId5"/>
          <a:stretch>
            <a:fillRect/>
          </a:stretch>
        </p:blipFill>
        <p:spPr>
          <a:xfrm>
            <a:off x="5125304" y="1842158"/>
            <a:ext cx="1939828" cy="2966284"/>
          </a:xfrm>
          <a:prstGeom prst="rect">
            <a:avLst/>
          </a:prstGeom>
        </p:spPr>
      </p:pic>
      <p:cxnSp>
        <p:nvCxnSpPr>
          <p:cNvPr id="198" name="Straight Arrow Connector 197">
            <a:extLst>
              <a:ext uri="{FF2B5EF4-FFF2-40B4-BE49-F238E27FC236}">
                <a16:creationId xmlns:a16="http://schemas.microsoft.com/office/drawing/2014/main" id="{633BEBF7-F90B-8D73-511D-B37CE5CE25F2}"/>
              </a:ext>
            </a:extLst>
          </p:cNvPr>
          <p:cNvCxnSpPr>
            <a:cxnSpLocks/>
          </p:cNvCxnSpPr>
          <p:nvPr/>
        </p:nvCxnSpPr>
        <p:spPr>
          <a:xfrm flipV="1">
            <a:off x="6277232" y="3429000"/>
            <a:ext cx="1902941" cy="51692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00" name="Red text">
            <a:extLst>
              <a:ext uri="{FF2B5EF4-FFF2-40B4-BE49-F238E27FC236}">
                <a16:creationId xmlns:a16="http://schemas.microsoft.com/office/drawing/2014/main" id="{97621170-2875-CD4F-FFEC-E7B224794F1E}"/>
              </a:ext>
            </a:extLst>
          </p:cNvPr>
          <p:cNvSpPr txBox="1"/>
          <p:nvPr/>
        </p:nvSpPr>
        <p:spPr>
          <a:xfrm>
            <a:off x="5759074" y="3788114"/>
            <a:ext cx="704698"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2X</a:t>
            </a:r>
          </a:p>
        </p:txBody>
      </p:sp>
      <p:sp>
        <p:nvSpPr>
          <p:cNvPr id="201" name="Red text">
            <a:extLst>
              <a:ext uri="{FF2B5EF4-FFF2-40B4-BE49-F238E27FC236}">
                <a16:creationId xmlns:a16="http://schemas.microsoft.com/office/drawing/2014/main" id="{8FC3E034-09CC-12FC-C7D7-BBF5BD6F3670}"/>
              </a:ext>
            </a:extLst>
          </p:cNvPr>
          <p:cNvSpPr txBox="1"/>
          <p:nvPr/>
        </p:nvSpPr>
        <p:spPr>
          <a:xfrm>
            <a:off x="4887607" y="4828424"/>
            <a:ext cx="3201433"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Double-tap "off" disables auto-on toggle</a:t>
            </a:r>
          </a:p>
        </p:txBody>
      </p:sp>
      <p:pic>
        <p:nvPicPr>
          <p:cNvPr id="2" name="!!SliderBottomOff">
            <a:extLst>
              <a:ext uri="{FF2B5EF4-FFF2-40B4-BE49-F238E27FC236}">
                <a16:creationId xmlns:a16="http://schemas.microsoft.com/office/drawing/2014/main" id="{691F0AF7-6476-BC4A-C0E5-8EB2FC8C1E0F}"/>
              </a:ext>
            </a:extLst>
          </p:cNvPr>
          <p:cNvPicPr>
            <a:picLocks noChangeAspect="1"/>
          </p:cNvPicPr>
          <p:nvPr/>
        </p:nvPicPr>
        <p:blipFill>
          <a:blip r:embed="rId6"/>
          <a:srcRect/>
          <a:stretch/>
        </p:blipFill>
        <p:spPr>
          <a:xfrm>
            <a:off x="11417584" y="3761799"/>
            <a:ext cx="591407" cy="445080"/>
          </a:xfrm>
          <a:prstGeom prst="rect">
            <a:avLst/>
          </a:prstGeom>
        </p:spPr>
      </p:pic>
      <p:pic>
        <p:nvPicPr>
          <p:cNvPr id="8" name="!!SliderTopOff">
            <a:extLst>
              <a:ext uri="{FF2B5EF4-FFF2-40B4-BE49-F238E27FC236}">
                <a16:creationId xmlns:a16="http://schemas.microsoft.com/office/drawing/2014/main" id="{F38DB962-D8F1-C9FE-940C-A2777F24DDA0}"/>
              </a:ext>
            </a:extLst>
          </p:cNvPr>
          <p:cNvPicPr>
            <a:picLocks noChangeAspect="1"/>
          </p:cNvPicPr>
          <p:nvPr/>
        </p:nvPicPr>
        <p:blipFill>
          <a:blip r:embed="rId7"/>
          <a:srcRect/>
          <a:stretch/>
        </p:blipFill>
        <p:spPr>
          <a:xfrm>
            <a:off x="11399552" y="3211422"/>
            <a:ext cx="591406" cy="445080"/>
          </a:xfrm>
          <a:prstGeom prst="rect">
            <a:avLst/>
          </a:prstGeom>
        </p:spPr>
      </p:pic>
      <p:pic>
        <p:nvPicPr>
          <p:cNvPr id="15" name="!!SliderTop">
            <a:extLst>
              <a:ext uri="{FF2B5EF4-FFF2-40B4-BE49-F238E27FC236}">
                <a16:creationId xmlns:a16="http://schemas.microsoft.com/office/drawing/2014/main" id="{07BEAF17-CB67-F3D9-0140-93A688A66CD0}"/>
              </a:ext>
            </a:extLst>
          </p:cNvPr>
          <p:cNvPicPr>
            <a:picLocks noChangeAspect="1"/>
          </p:cNvPicPr>
          <p:nvPr/>
        </p:nvPicPr>
        <p:blipFill>
          <a:blip r:embed="rId8"/>
          <a:stretch>
            <a:fillRect/>
          </a:stretch>
        </p:blipFill>
        <p:spPr>
          <a:xfrm>
            <a:off x="11398535" y="3211422"/>
            <a:ext cx="593440" cy="445080"/>
          </a:xfrm>
          <a:prstGeom prst="rect">
            <a:avLst/>
          </a:prstGeom>
        </p:spPr>
      </p:pic>
      <p:sp>
        <p:nvSpPr>
          <p:cNvPr id="199" name="Rectangle: Rounded Corners 198">
            <a:extLst>
              <a:ext uri="{FF2B5EF4-FFF2-40B4-BE49-F238E27FC236}">
                <a16:creationId xmlns:a16="http://schemas.microsoft.com/office/drawing/2014/main" id="{B3662208-22D8-C1A0-7B4D-08DA15E3A1C4}"/>
              </a:ext>
            </a:extLst>
          </p:cNvPr>
          <p:cNvSpPr/>
          <p:nvPr/>
        </p:nvSpPr>
        <p:spPr>
          <a:xfrm>
            <a:off x="8254904" y="3175099"/>
            <a:ext cx="3832322" cy="466726"/>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whiteout">
            <a:extLst>
              <a:ext uri="{FF2B5EF4-FFF2-40B4-BE49-F238E27FC236}">
                <a16:creationId xmlns:a16="http://schemas.microsoft.com/office/drawing/2014/main" id="{6742F2BC-2FCC-C3D4-DC07-7054A4F1744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0CFCAF28-33F4-328A-E455-4CDA8AA3AEC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3640118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01"/>
                                        </p:tgtEl>
                                        <p:attrNameLst>
                                          <p:attrName>style.visibility</p:attrName>
                                        </p:attrNameLst>
                                      </p:cBhvr>
                                      <p:to>
                                        <p:strVal val="visible"/>
                                      </p:to>
                                    </p:set>
                                    <p:animEffect transition="in" filter="fade">
                                      <p:cBhvr>
                                        <p:cTn id="7" dur="500"/>
                                        <p:tgtEl>
                                          <p:spTgt spid="201"/>
                                        </p:tgtEl>
                                      </p:cBhvr>
                                    </p:animEffect>
                                  </p:childTnLst>
                                </p:cTn>
                              </p:par>
                              <p:par>
                                <p:cTn id="8" presetID="22" presetClass="exit" presetSubtype="2" fill="hold" nodeType="withEffect">
                                  <p:stCondLst>
                                    <p:cond delay="0"/>
                                  </p:stCondLst>
                                  <p:childTnLst>
                                    <p:animEffect transition="out" filter="wipe(right)">
                                      <p:cBhvr>
                                        <p:cTn id="9" dur="500"/>
                                        <p:tgtEl>
                                          <p:spTgt spid="15"/>
                                        </p:tgtEl>
                                      </p:cBhvr>
                                    </p:animEffect>
                                    <p:set>
                                      <p:cBhvr>
                                        <p:cTn id="10"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3" name="Picture 202">
            <a:extLst>
              <a:ext uri="{FF2B5EF4-FFF2-40B4-BE49-F238E27FC236}">
                <a16:creationId xmlns:a16="http://schemas.microsoft.com/office/drawing/2014/main" id="{35DFC2D6-94A1-679F-452E-B86217318C96}"/>
              </a:ext>
            </a:extLst>
          </p:cNvPr>
          <p:cNvPicPr>
            <a:picLocks noChangeAspect="1"/>
          </p:cNvPicPr>
          <p:nvPr/>
        </p:nvPicPr>
        <p:blipFill>
          <a:blip r:embed="rId3"/>
          <a:srcRect/>
          <a:stretch/>
        </p:blipFill>
        <p:spPr>
          <a:xfrm>
            <a:off x="7982047" y="2285469"/>
            <a:ext cx="4203583" cy="2168805"/>
          </a:xfrm>
          <a:prstGeom prst="rect">
            <a:avLst/>
          </a:prstGeom>
        </p:spPr>
      </p:pic>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0" y="4397265"/>
            <a:ext cx="404102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 (no app required) </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16" name="!!Title">
            <a:extLst>
              <a:ext uri="{FF2B5EF4-FFF2-40B4-BE49-F238E27FC236}">
                <a16:creationId xmlns:a16="http://schemas.microsoft.com/office/drawing/2014/main" id="{F20B3770-0546-137D-052E-B22211EAD962}"/>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3" name="Picture 2">
            <a:extLst>
              <a:ext uri="{FF2B5EF4-FFF2-40B4-BE49-F238E27FC236}">
                <a16:creationId xmlns:a16="http://schemas.microsoft.com/office/drawing/2014/main" id="{00E93B31-E815-0A12-2350-6F471FE0AE1C}"/>
              </a:ext>
            </a:extLst>
          </p:cNvPr>
          <p:cNvPicPr>
            <a:picLocks noChangeAspect="1"/>
          </p:cNvPicPr>
          <p:nvPr/>
        </p:nvPicPr>
        <p:blipFill>
          <a:blip r:embed="rId5"/>
          <a:stretch>
            <a:fillRect/>
          </a:stretch>
        </p:blipFill>
        <p:spPr>
          <a:xfrm>
            <a:off x="5125304" y="1842158"/>
            <a:ext cx="1939828" cy="2966284"/>
          </a:xfrm>
          <a:prstGeom prst="rect">
            <a:avLst/>
          </a:prstGeom>
        </p:spPr>
      </p:pic>
      <p:sp>
        <p:nvSpPr>
          <p:cNvPr id="201" name="Red text">
            <a:extLst>
              <a:ext uri="{FF2B5EF4-FFF2-40B4-BE49-F238E27FC236}">
                <a16:creationId xmlns:a16="http://schemas.microsoft.com/office/drawing/2014/main" id="{8FC3E034-09CC-12FC-C7D7-BBF5BD6F3670}"/>
              </a:ext>
            </a:extLst>
          </p:cNvPr>
          <p:cNvSpPr txBox="1"/>
          <p:nvPr/>
        </p:nvSpPr>
        <p:spPr>
          <a:xfrm>
            <a:off x="7695575" y="5009243"/>
            <a:ext cx="3735033"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Automatically re-enable after a few hours </a:t>
            </a:r>
          </a:p>
        </p:txBody>
      </p:sp>
      <p:grpSp>
        <p:nvGrpSpPr>
          <p:cNvPr id="2" name="Arrow">
            <a:extLst>
              <a:ext uri="{FF2B5EF4-FFF2-40B4-BE49-F238E27FC236}">
                <a16:creationId xmlns:a16="http://schemas.microsoft.com/office/drawing/2014/main" id="{3F9DEC52-C749-6AF4-B33B-18CC2DAF5987}"/>
              </a:ext>
            </a:extLst>
          </p:cNvPr>
          <p:cNvGrpSpPr>
            <a:grpSpLocks noChangeAspect="1"/>
          </p:cNvGrpSpPr>
          <p:nvPr/>
        </p:nvGrpSpPr>
        <p:grpSpPr bwMode="auto">
          <a:xfrm rot="16200000" flipH="1">
            <a:off x="10825692" y="4527521"/>
            <a:ext cx="904172" cy="943180"/>
            <a:chOff x="1328" y="0"/>
            <a:chExt cx="3106" cy="3240"/>
          </a:xfrm>
          <a:solidFill>
            <a:srgbClr val="C00000"/>
          </a:solidFill>
        </p:grpSpPr>
        <p:sp>
          <p:nvSpPr>
            <p:cNvPr id="6" name="Freeform 716">
              <a:extLst>
                <a:ext uri="{FF2B5EF4-FFF2-40B4-BE49-F238E27FC236}">
                  <a16:creationId xmlns:a16="http://schemas.microsoft.com/office/drawing/2014/main" id="{3C725839-AD16-8E7F-B227-DB9DADA05530}"/>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 name="Freeform 717">
              <a:extLst>
                <a:ext uri="{FF2B5EF4-FFF2-40B4-BE49-F238E27FC236}">
                  <a16:creationId xmlns:a16="http://schemas.microsoft.com/office/drawing/2014/main" id="{98CD0D01-7B5A-1460-7B37-E045BF9B25A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18">
              <a:extLst>
                <a:ext uri="{FF2B5EF4-FFF2-40B4-BE49-F238E27FC236}">
                  <a16:creationId xmlns:a16="http://schemas.microsoft.com/office/drawing/2014/main" id="{75FC2A02-B67E-4D85-6EA4-EB2C30760B38}"/>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19">
              <a:extLst>
                <a:ext uri="{FF2B5EF4-FFF2-40B4-BE49-F238E27FC236}">
                  <a16:creationId xmlns:a16="http://schemas.microsoft.com/office/drawing/2014/main" id="{E965DED6-913B-F8C2-4135-A0940FCA59E7}"/>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20">
              <a:extLst>
                <a:ext uri="{FF2B5EF4-FFF2-40B4-BE49-F238E27FC236}">
                  <a16:creationId xmlns:a16="http://schemas.microsoft.com/office/drawing/2014/main" id="{311DE844-4DA3-55EF-5F67-99878966910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1">
              <a:extLst>
                <a:ext uri="{FF2B5EF4-FFF2-40B4-BE49-F238E27FC236}">
                  <a16:creationId xmlns:a16="http://schemas.microsoft.com/office/drawing/2014/main" id="{4A8D07F1-FDAA-D1BD-45A5-4D08507AF840}"/>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2">
              <a:extLst>
                <a:ext uri="{FF2B5EF4-FFF2-40B4-BE49-F238E27FC236}">
                  <a16:creationId xmlns:a16="http://schemas.microsoft.com/office/drawing/2014/main" id="{F863264C-8C3B-8AEB-511E-36FBD8084E9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3">
              <a:extLst>
                <a:ext uri="{FF2B5EF4-FFF2-40B4-BE49-F238E27FC236}">
                  <a16:creationId xmlns:a16="http://schemas.microsoft.com/office/drawing/2014/main" id="{1F662C93-EA0F-44A4-2CF7-515AFE696EDD}"/>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4">
              <a:extLst>
                <a:ext uri="{FF2B5EF4-FFF2-40B4-BE49-F238E27FC236}">
                  <a16:creationId xmlns:a16="http://schemas.microsoft.com/office/drawing/2014/main" id="{7BD9F09D-4DC5-A41A-6664-9F49BC6E9BDD}"/>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5">
              <a:extLst>
                <a:ext uri="{FF2B5EF4-FFF2-40B4-BE49-F238E27FC236}">
                  <a16:creationId xmlns:a16="http://schemas.microsoft.com/office/drawing/2014/main" id="{F5C37CBF-713A-BA77-91C7-7C364817089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6">
              <a:extLst>
                <a:ext uri="{FF2B5EF4-FFF2-40B4-BE49-F238E27FC236}">
                  <a16:creationId xmlns:a16="http://schemas.microsoft.com/office/drawing/2014/main" id="{BB4E1B86-6B67-C6F4-0274-C9E93743F39A}"/>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7">
              <a:extLst>
                <a:ext uri="{FF2B5EF4-FFF2-40B4-BE49-F238E27FC236}">
                  <a16:creationId xmlns:a16="http://schemas.microsoft.com/office/drawing/2014/main" id="{AFAC4AAB-95B3-1832-6A6A-EC253042E72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8">
              <a:extLst>
                <a:ext uri="{FF2B5EF4-FFF2-40B4-BE49-F238E27FC236}">
                  <a16:creationId xmlns:a16="http://schemas.microsoft.com/office/drawing/2014/main" id="{6D6B75F1-1D65-FF8F-E602-75768ED133AB}"/>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9">
              <a:extLst>
                <a:ext uri="{FF2B5EF4-FFF2-40B4-BE49-F238E27FC236}">
                  <a16:creationId xmlns:a16="http://schemas.microsoft.com/office/drawing/2014/main" id="{91EC0830-0213-B572-69AB-0204AD50D151}"/>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0">
              <a:extLst>
                <a:ext uri="{FF2B5EF4-FFF2-40B4-BE49-F238E27FC236}">
                  <a16:creationId xmlns:a16="http://schemas.microsoft.com/office/drawing/2014/main" id="{9F4FAFC7-48ED-A2E0-6AAE-57F01A3C61B2}"/>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1">
              <a:extLst>
                <a:ext uri="{FF2B5EF4-FFF2-40B4-BE49-F238E27FC236}">
                  <a16:creationId xmlns:a16="http://schemas.microsoft.com/office/drawing/2014/main" id="{3F953803-C438-CBC1-7955-D81BBE40CA59}"/>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2">
              <a:extLst>
                <a:ext uri="{FF2B5EF4-FFF2-40B4-BE49-F238E27FC236}">
                  <a16:creationId xmlns:a16="http://schemas.microsoft.com/office/drawing/2014/main" id="{1306EBBE-DD5C-87BE-8233-B06C2013A8DA}"/>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33">
              <a:extLst>
                <a:ext uri="{FF2B5EF4-FFF2-40B4-BE49-F238E27FC236}">
                  <a16:creationId xmlns:a16="http://schemas.microsoft.com/office/drawing/2014/main" id="{C49378D4-114C-56DD-13A7-775F7FC5ED6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4">
              <a:extLst>
                <a:ext uri="{FF2B5EF4-FFF2-40B4-BE49-F238E27FC236}">
                  <a16:creationId xmlns:a16="http://schemas.microsoft.com/office/drawing/2014/main" id="{92F637F1-11B7-F021-6802-6A43279F6AD6}"/>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5">
              <a:extLst>
                <a:ext uri="{FF2B5EF4-FFF2-40B4-BE49-F238E27FC236}">
                  <a16:creationId xmlns:a16="http://schemas.microsoft.com/office/drawing/2014/main" id="{2EA0B15D-F66E-7B6B-6F2A-8B0CDA8A508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6">
              <a:extLst>
                <a:ext uri="{FF2B5EF4-FFF2-40B4-BE49-F238E27FC236}">
                  <a16:creationId xmlns:a16="http://schemas.microsoft.com/office/drawing/2014/main" id="{7135A778-D422-A006-CCEE-9D9C8A121C25}"/>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7">
              <a:extLst>
                <a:ext uri="{FF2B5EF4-FFF2-40B4-BE49-F238E27FC236}">
                  <a16:creationId xmlns:a16="http://schemas.microsoft.com/office/drawing/2014/main" id="{6BB5DF30-1CE1-1681-C73E-A428F606829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8">
              <a:extLst>
                <a:ext uri="{FF2B5EF4-FFF2-40B4-BE49-F238E27FC236}">
                  <a16:creationId xmlns:a16="http://schemas.microsoft.com/office/drawing/2014/main" id="{79668FA3-957D-798C-3DF3-97EF07BC6018}"/>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9">
              <a:extLst>
                <a:ext uri="{FF2B5EF4-FFF2-40B4-BE49-F238E27FC236}">
                  <a16:creationId xmlns:a16="http://schemas.microsoft.com/office/drawing/2014/main" id="{16D1FBA6-07C1-F6F6-BB2E-1DBEE3005D38}"/>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0">
              <a:extLst>
                <a:ext uri="{FF2B5EF4-FFF2-40B4-BE49-F238E27FC236}">
                  <a16:creationId xmlns:a16="http://schemas.microsoft.com/office/drawing/2014/main" id="{499B3A7E-D7E2-6671-3511-5BA0A436172F}"/>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1">
              <a:extLst>
                <a:ext uri="{FF2B5EF4-FFF2-40B4-BE49-F238E27FC236}">
                  <a16:creationId xmlns:a16="http://schemas.microsoft.com/office/drawing/2014/main" id="{CF05C1B9-A89C-DC73-180A-F8556887FB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2">
              <a:extLst>
                <a:ext uri="{FF2B5EF4-FFF2-40B4-BE49-F238E27FC236}">
                  <a16:creationId xmlns:a16="http://schemas.microsoft.com/office/drawing/2014/main" id="{0A1E28AE-FC7C-FFFB-8614-82EBFBE98E0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43">
              <a:extLst>
                <a:ext uri="{FF2B5EF4-FFF2-40B4-BE49-F238E27FC236}">
                  <a16:creationId xmlns:a16="http://schemas.microsoft.com/office/drawing/2014/main" id="{A663CF36-A438-05AB-6912-393BE8A98228}"/>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4">
              <a:extLst>
                <a:ext uri="{FF2B5EF4-FFF2-40B4-BE49-F238E27FC236}">
                  <a16:creationId xmlns:a16="http://schemas.microsoft.com/office/drawing/2014/main" id="{5ADA127B-931F-126B-E743-B2B6DEC12605}"/>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5">
              <a:extLst>
                <a:ext uri="{FF2B5EF4-FFF2-40B4-BE49-F238E27FC236}">
                  <a16:creationId xmlns:a16="http://schemas.microsoft.com/office/drawing/2014/main" id="{97D88050-165A-03FC-43D6-BE0462D49517}"/>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6">
              <a:extLst>
                <a:ext uri="{FF2B5EF4-FFF2-40B4-BE49-F238E27FC236}">
                  <a16:creationId xmlns:a16="http://schemas.microsoft.com/office/drawing/2014/main" id="{64A49646-3D19-2561-E26C-6CF5561A339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7">
              <a:extLst>
                <a:ext uri="{FF2B5EF4-FFF2-40B4-BE49-F238E27FC236}">
                  <a16:creationId xmlns:a16="http://schemas.microsoft.com/office/drawing/2014/main" id="{4C74EC25-DBA9-A276-ECDB-63C8CE7F31F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8">
              <a:extLst>
                <a:ext uri="{FF2B5EF4-FFF2-40B4-BE49-F238E27FC236}">
                  <a16:creationId xmlns:a16="http://schemas.microsoft.com/office/drawing/2014/main" id="{2C27C6C4-B956-E8C3-B717-D1A8C7918F00}"/>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9">
              <a:extLst>
                <a:ext uri="{FF2B5EF4-FFF2-40B4-BE49-F238E27FC236}">
                  <a16:creationId xmlns:a16="http://schemas.microsoft.com/office/drawing/2014/main" id="{17278416-83DF-674A-E6BC-E619166A8AD1}"/>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50">
              <a:extLst>
                <a:ext uri="{FF2B5EF4-FFF2-40B4-BE49-F238E27FC236}">
                  <a16:creationId xmlns:a16="http://schemas.microsoft.com/office/drawing/2014/main" id="{031259B4-39B7-43D2-8777-84D3EEA98E8F}"/>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51">
              <a:extLst>
                <a:ext uri="{FF2B5EF4-FFF2-40B4-BE49-F238E27FC236}">
                  <a16:creationId xmlns:a16="http://schemas.microsoft.com/office/drawing/2014/main" id="{75D42E1A-2CE8-5C49-CD4A-402B9955B7E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2">
              <a:extLst>
                <a:ext uri="{FF2B5EF4-FFF2-40B4-BE49-F238E27FC236}">
                  <a16:creationId xmlns:a16="http://schemas.microsoft.com/office/drawing/2014/main" id="{382E6A4F-2CD9-97BB-832C-359B23A1979E}"/>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53">
              <a:extLst>
                <a:ext uri="{FF2B5EF4-FFF2-40B4-BE49-F238E27FC236}">
                  <a16:creationId xmlns:a16="http://schemas.microsoft.com/office/drawing/2014/main" id="{B5425C61-1F88-FAAF-AC74-982C35C294B0}"/>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4">
              <a:extLst>
                <a:ext uri="{FF2B5EF4-FFF2-40B4-BE49-F238E27FC236}">
                  <a16:creationId xmlns:a16="http://schemas.microsoft.com/office/drawing/2014/main" id="{1AA67BF7-2AAA-0D04-A6F8-6A3A3F12A6F9}"/>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5">
              <a:extLst>
                <a:ext uri="{FF2B5EF4-FFF2-40B4-BE49-F238E27FC236}">
                  <a16:creationId xmlns:a16="http://schemas.microsoft.com/office/drawing/2014/main" id="{15B99180-8FCC-293D-0F1C-75D89F4E0F0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6">
              <a:extLst>
                <a:ext uri="{FF2B5EF4-FFF2-40B4-BE49-F238E27FC236}">
                  <a16:creationId xmlns:a16="http://schemas.microsoft.com/office/drawing/2014/main" id="{1ED35030-CC12-DF98-F745-74FFFB0952CF}"/>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7">
              <a:extLst>
                <a:ext uri="{FF2B5EF4-FFF2-40B4-BE49-F238E27FC236}">
                  <a16:creationId xmlns:a16="http://schemas.microsoft.com/office/drawing/2014/main" id="{EAAC39F9-E588-E8AD-594A-6CE9B4E3E5DC}"/>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8">
              <a:extLst>
                <a:ext uri="{FF2B5EF4-FFF2-40B4-BE49-F238E27FC236}">
                  <a16:creationId xmlns:a16="http://schemas.microsoft.com/office/drawing/2014/main" id="{5387F87D-6ECC-5222-1BB9-FD245825D5B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9">
              <a:extLst>
                <a:ext uri="{FF2B5EF4-FFF2-40B4-BE49-F238E27FC236}">
                  <a16:creationId xmlns:a16="http://schemas.microsoft.com/office/drawing/2014/main" id="{A54C6C6B-47A3-2C43-8C36-90211A3BF65C}"/>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60">
              <a:extLst>
                <a:ext uri="{FF2B5EF4-FFF2-40B4-BE49-F238E27FC236}">
                  <a16:creationId xmlns:a16="http://schemas.microsoft.com/office/drawing/2014/main" id="{6A439691-9910-8D2D-3116-2E9405E1A8C5}"/>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61">
              <a:extLst>
                <a:ext uri="{FF2B5EF4-FFF2-40B4-BE49-F238E27FC236}">
                  <a16:creationId xmlns:a16="http://schemas.microsoft.com/office/drawing/2014/main" id="{BEC365DC-1535-3CA8-F1F3-FA5C9CBEC6EC}"/>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2">
              <a:extLst>
                <a:ext uri="{FF2B5EF4-FFF2-40B4-BE49-F238E27FC236}">
                  <a16:creationId xmlns:a16="http://schemas.microsoft.com/office/drawing/2014/main" id="{5E52BD3F-505E-E9E4-813C-BD1833194561}"/>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63">
              <a:extLst>
                <a:ext uri="{FF2B5EF4-FFF2-40B4-BE49-F238E27FC236}">
                  <a16:creationId xmlns:a16="http://schemas.microsoft.com/office/drawing/2014/main" id="{765DF5B2-4943-9F69-44FE-ACF25723B4A8}"/>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64">
              <a:extLst>
                <a:ext uri="{FF2B5EF4-FFF2-40B4-BE49-F238E27FC236}">
                  <a16:creationId xmlns:a16="http://schemas.microsoft.com/office/drawing/2014/main" id="{2C8E7692-9B48-9922-F55E-94F8B23697EE}"/>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5">
              <a:extLst>
                <a:ext uri="{FF2B5EF4-FFF2-40B4-BE49-F238E27FC236}">
                  <a16:creationId xmlns:a16="http://schemas.microsoft.com/office/drawing/2014/main" id="{78059AB0-00A6-6127-03D8-A755F830BEF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6">
              <a:extLst>
                <a:ext uri="{FF2B5EF4-FFF2-40B4-BE49-F238E27FC236}">
                  <a16:creationId xmlns:a16="http://schemas.microsoft.com/office/drawing/2014/main" id="{0A54EF13-5018-0484-8057-CC88E9671F14}"/>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7">
              <a:extLst>
                <a:ext uri="{FF2B5EF4-FFF2-40B4-BE49-F238E27FC236}">
                  <a16:creationId xmlns:a16="http://schemas.microsoft.com/office/drawing/2014/main" id="{A08351F2-CA79-7B4B-976F-596AF5B14DB9}"/>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68">
              <a:extLst>
                <a:ext uri="{FF2B5EF4-FFF2-40B4-BE49-F238E27FC236}">
                  <a16:creationId xmlns:a16="http://schemas.microsoft.com/office/drawing/2014/main" id="{14ACE549-E3A9-6E12-81AD-4D1F0DD96432}"/>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9">
              <a:extLst>
                <a:ext uri="{FF2B5EF4-FFF2-40B4-BE49-F238E27FC236}">
                  <a16:creationId xmlns:a16="http://schemas.microsoft.com/office/drawing/2014/main" id="{5ED8F699-DCF6-6D53-D9F9-045B12889A53}"/>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70">
              <a:extLst>
                <a:ext uri="{FF2B5EF4-FFF2-40B4-BE49-F238E27FC236}">
                  <a16:creationId xmlns:a16="http://schemas.microsoft.com/office/drawing/2014/main" id="{5744715F-EB78-12C0-313E-9FB7465392A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71">
              <a:extLst>
                <a:ext uri="{FF2B5EF4-FFF2-40B4-BE49-F238E27FC236}">
                  <a16:creationId xmlns:a16="http://schemas.microsoft.com/office/drawing/2014/main" id="{FFEE43D6-71A7-820C-1139-93CF56A267F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72">
              <a:extLst>
                <a:ext uri="{FF2B5EF4-FFF2-40B4-BE49-F238E27FC236}">
                  <a16:creationId xmlns:a16="http://schemas.microsoft.com/office/drawing/2014/main" id="{AB2BDF0F-F17D-80A9-FDAA-7CB34795BB3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73">
              <a:extLst>
                <a:ext uri="{FF2B5EF4-FFF2-40B4-BE49-F238E27FC236}">
                  <a16:creationId xmlns:a16="http://schemas.microsoft.com/office/drawing/2014/main" id="{082C9CB5-EF61-2AC0-D643-7C04E1CA00F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74">
              <a:extLst>
                <a:ext uri="{FF2B5EF4-FFF2-40B4-BE49-F238E27FC236}">
                  <a16:creationId xmlns:a16="http://schemas.microsoft.com/office/drawing/2014/main" id="{0169D9CA-DD22-0180-198D-4BC9290FE9CC}"/>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5">
              <a:extLst>
                <a:ext uri="{FF2B5EF4-FFF2-40B4-BE49-F238E27FC236}">
                  <a16:creationId xmlns:a16="http://schemas.microsoft.com/office/drawing/2014/main" id="{25239B3A-72B6-03F3-66FA-A84AA8153F97}"/>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6">
              <a:extLst>
                <a:ext uri="{FF2B5EF4-FFF2-40B4-BE49-F238E27FC236}">
                  <a16:creationId xmlns:a16="http://schemas.microsoft.com/office/drawing/2014/main" id="{CB35FD5F-BCD7-635F-0BFD-9B9B6CADDAD5}"/>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7">
              <a:extLst>
                <a:ext uri="{FF2B5EF4-FFF2-40B4-BE49-F238E27FC236}">
                  <a16:creationId xmlns:a16="http://schemas.microsoft.com/office/drawing/2014/main" id="{FF8C8EE9-54DD-9B6F-1816-1179933E523D}"/>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8">
              <a:extLst>
                <a:ext uri="{FF2B5EF4-FFF2-40B4-BE49-F238E27FC236}">
                  <a16:creationId xmlns:a16="http://schemas.microsoft.com/office/drawing/2014/main" id="{3482B8BC-2C9F-DF82-7E04-9DFEADFB3A3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9">
              <a:extLst>
                <a:ext uri="{FF2B5EF4-FFF2-40B4-BE49-F238E27FC236}">
                  <a16:creationId xmlns:a16="http://schemas.microsoft.com/office/drawing/2014/main" id="{7D3B55D0-9334-6419-D3C1-399FB6B6A7A4}"/>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80">
              <a:extLst>
                <a:ext uri="{FF2B5EF4-FFF2-40B4-BE49-F238E27FC236}">
                  <a16:creationId xmlns:a16="http://schemas.microsoft.com/office/drawing/2014/main" id="{1301F1E9-FBA8-534A-F934-14EE42537C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81">
              <a:extLst>
                <a:ext uri="{FF2B5EF4-FFF2-40B4-BE49-F238E27FC236}">
                  <a16:creationId xmlns:a16="http://schemas.microsoft.com/office/drawing/2014/main" id="{922C91F4-A8FD-D684-0DC9-1A5C5927FEC3}"/>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2">
              <a:extLst>
                <a:ext uri="{FF2B5EF4-FFF2-40B4-BE49-F238E27FC236}">
                  <a16:creationId xmlns:a16="http://schemas.microsoft.com/office/drawing/2014/main" id="{775BFBA1-B486-B126-5A2E-F604A98DA1D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83">
              <a:extLst>
                <a:ext uri="{FF2B5EF4-FFF2-40B4-BE49-F238E27FC236}">
                  <a16:creationId xmlns:a16="http://schemas.microsoft.com/office/drawing/2014/main" id="{59EDCD6C-0BF0-198E-2518-69DCEC6D704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84">
              <a:extLst>
                <a:ext uri="{FF2B5EF4-FFF2-40B4-BE49-F238E27FC236}">
                  <a16:creationId xmlns:a16="http://schemas.microsoft.com/office/drawing/2014/main" id="{7CAF407F-D1E7-FAE9-B04D-A1BF8275E846}"/>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5">
              <a:extLst>
                <a:ext uri="{FF2B5EF4-FFF2-40B4-BE49-F238E27FC236}">
                  <a16:creationId xmlns:a16="http://schemas.microsoft.com/office/drawing/2014/main" id="{3F4A007E-C12C-1F7B-E6EB-EF42736C7882}"/>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6">
              <a:extLst>
                <a:ext uri="{FF2B5EF4-FFF2-40B4-BE49-F238E27FC236}">
                  <a16:creationId xmlns:a16="http://schemas.microsoft.com/office/drawing/2014/main" id="{0A9186D2-D11F-017F-F2C8-EAEA65EEC0E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7">
              <a:extLst>
                <a:ext uri="{FF2B5EF4-FFF2-40B4-BE49-F238E27FC236}">
                  <a16:creationId xmlns:a16="http://schemas.microsoft.com/office/drawing/2014/main" id="{99657151-AA50-4020-E0E5-FB7F26006517}"/>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8">
              <a:extLst>
                <a:ext uri="{FF2B5EF4-FFF2-40B4-BE49-F238E27FC236}">
                  <a16:creationId xmlns:a16="http://schemas.microsoft.com/office/drawing/2014/main" id="{28BFDBD3-324F-243D-F18D-2CCA22A74A7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9">
              <a:extLst>
                <a:ext uri="{FF2B5EF4-FFF2-40B4-BE49-F238E27FC236}">
                  <a16:creationId xmlns:a16="http://schemas.microsoft.com/office/drawing/2014/main" id="{65CFA9DF-ACFF-652E-13C2-01C7A5FC8383}"/>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90">
              <a:extLst>
                <a:ext uri="{FF2B5EF4-FFF2-40B4-BE49-F238E27FC236}">
                  <a16:creationId xmlns:a16="http://schemas.microsoft.com/office/drawing/2014/main" id="{A7BB25A8-C3ED-BAB0-275B-6343A6BB0BB3}"/>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91">
              <a:extLst>
                <a:ext uri="{FF2B5EF4-FFF2-40B4-BE49-F238E27FC236}">
                  <a16:creationId xmlns:a16="http://schemas.microsoft.com/office/drawing/2014/main" id="{862F0234-9579-0661-418B-BB829B1D05E2}"/>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2">
              <a:extLst>
                <a:ext uri="{FF2B5EF4-FFF2-40B4-BE49-F238E27FC236}">
                  <a16:creationId xmlns:a16="http://schemas.microsoft.com/office/drawing/2014/main" id="{05E6578D-C7EA-C044-ACA6-0497EF16B10E}"/>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93">
              <a:extLst>
                <a:ext uri="{FF2B5EF4-FFF2-40B4-BE49-F238E27FC236}">
                  <a16:creationId xmlns:a16="http://schemas.microsoft.com/office/drawing/2014/main" id="{87B44ABF-7ABA-A4D2-7164-A80624D84FF6}"/>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94">
              <a:extLst>
                <a:ext uri="{FF2B5EF4-FFF2-40B4-BE49-F238E27FC236}">
                  <a16:creationId xmlns:a16="http://schemas.microsoft.com/office/drawing/2014/main" id="{E3F453F8-C354-D509-1D9B-1DB1C5AC066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5">
              <a:extLst>
                <a:ext uri="{FF2B5EF4-FFF2-40B4-BE49-F238E27FC236}">
                  <a16:creationId xmlns:a16="http://schemas.microsoft.com/office/drawing/2014/main" id="{FFF51F16-8E3D-E3A2-CD82-8CBA7E469C06}"/>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6">
              <a:extLst>
                <a:ext uri="{FF2B5EF4-FFF2-40B4-BE49-F238E27FC236}">
                  <a16:creationId xmlns:a16="http://schemas.microsoft.com/office/drawing/2014/main" id="{63F55E90-4911-986F-D9BF-0F08ED91775F}"/>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7">
              <a:extLst>
                <a:ext uri="{FF2B5EF4-FFF2-40B4-BE49-F238E27FC236}">
                  <a16:creationId xmlns:a16="http://schemas.microsoft.com/office/drawing/2014/main" id="{8ACFF159-57E2-D4FB-31EE-22884CBDCEE1}"/>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8">
              <a:extLst>
                <a:ext uri="{FF2B5EF4-FFF2-40B4-BE49-F238E27FC236}">
                  <a16:creationId xmlns:a16="http://schemas.microsoft.com/office/drawing/2014/main" id="{8902B224-8EA4-84E8-7B8D-6D54441B3E8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9">
              <a:extLst>
                <a:ext uri="{FF2B5EF4-FFF2-40B4-BE49-F238E27FC236}">
                  <a16:creationId xmlns:a16="http://schemas.microsoft.com/office/drawing/2014/main" id="{8EFB5AC4-0613-A6B0-A098-1DCE6058CAE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800">
              <a:extLst>
                <a:ext uri="{FF2B5EF4-FFF2-40B4-BE49-F238E27FC236}">
                  <a16:creationId xmlns:a16="http://schemas.microsoft.com/office/drawing/2014/main" id="{82185EA7-9B0C-3E8D-F5FA-87CB2538AF73}"/>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801">
              <a:extLst>
                <a:ext uri="{FF2B5EF4-FFF2-40B4-BE49-F238E27FC236}">
                  <a16:creationId xmlns:a16="http://schemas.microsoft.com/office/drawing/2014/main" id="{28E252C7-20A4-C731-5554-9AA43E9405E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2">
              <a:extLst>
                <a:ext uri="{FF2B5EF4-FFF2-40B4-BE49-F238E27FC236}">
                  <a16:creationId xmlns:a16="http://schemas.microsoft.com/office/drawing/2014/main" id="{7ACBB410-FC7A-DC0C-BE0F-327DC84331C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03">
              <a:extLst>
                <a:ext uri="{FF2B5EF4-FFF2-40B4-BE49-F238E27FC236}">
                  <a16:creationId xmlns:a16="http://schemas.microsoft.com/office/drawing/2014/main" id="{2344A048-BEB6-8AAF-03FA-9BEBFFBF227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04">
              <a:extLst>
                <a:ext uri="{FF2B5EF4-FFF2-40B4-BE49-F238E27FC236}">
                  <a16:creationId xmlns:a16="http://schemas.microsoft.com/office/drawing/2014/main" id="{82D9109E-8639-104D-2B27-B074863BD10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5">
              <a:extLst>
                <a:ext uri="{FF2B5EF4-FFF2-40B4-BE49-F238E27FC236}">
                  <a16:creationId xmlns:a16="http://schemas.microsoft.com/office/drawing/2014/main" id="{853442D3-1EF3-35E1-26D4-4C45FBD12D46}"/>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6">
              <a:extLst>
                <a:ext uri="{FF2B5EF4-FFF2-40B4-BE49-F238E27FC236}">
                  <a16:creationId xmlns:a16="http://schemas.microsoft.com/office/drawing/2014/main" id="{EC6621B6-AB48-E24C-68D0-03C2FB73FF7B}"/>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7">
              <a:extLst>
                <a:ext uri="{FF2B5EF4-FFF2-40B4-BE49-F238E27FC236}">
                  <a16:creationId xmlns:a16="http://schemas.microsoft.com/office/drawing/2014/main" id="{23D2850B-A575-E6BD-2D61-FA25E8F3DD3D}"/>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8">
              <a:extLst>
                <a:ext uri="{FF2B5EF4-FFF2-40B4-BE49-F238E27FC236}">
                  <a16:creationId xmlns:a16="http://schemas.microsoft.com/office/drawing/2014/main" id="{A2113E9E-082E-FB59-E30A-C363E7571313}"/>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9">
              <a:extLst>
                <a:ext uri="{FF2B5EF4-FFF2-40B4-BE49-F238E27FC236}">
                  <a16:creationId xmlns:a16="http://schemas.microsoft.com/office/drawing/2014/main" id="{52A36D0C-CDD9-6C6E-9245-B995B155F65E}"/>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10">
              <a:extLst>
                <a:ext uri="{FF2B5EF4-FFF2-40B4-BE49-F238E27FC236}">
                  <a16:creationId xmlns:a16="http://schemas.microsoft.com/office/drawing/2014/main" id="{626F06F3-3708-766F-CBDA-3FDFF5B2E2FB}"/>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11">
              <a:extLst>
                <a:ext uri="{FF2B5EF4-FFF2-40B4-BE49-F238E27FC236}">
                  <a16:creationId xmlns:a16="http://schemas.microsoft.com/office/drawing/2014/main" id="{FE58F89D-1666-6EDB-7C58-CF4D55A324BC}"/>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12">
              <a:extLst>
                <a:ext uri="{FF2B5EF4-FFF2-40B4-BE49-F238E27FC236}">
                  <a16:creationId xmlns:a16="http://schemas.microsoft.com/office/drawing/2014/main" id="{803CB934-F849-E566-6797-208C7ED6B22D}"/>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13">
              <a:extLst>
                <a:ext uri="{FF2B5EF4-FFF2-40B4-BE49-F238E27FC236}">
                  <a16:creationId xmlns:a16="http://schemas.microsoft.com/office/drawing/2014/main" id="{19D74A02-4759-5635-FA11-91D3DE0CC2F7}"/>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14">
              <a:extLst>
                <a:ext uri="{FF2B5EF4-FFF2-40B4-BE49-F238E27FC236}">
                  <a16:creationId xmlns:a16="http://schemas.microsoft.com/office/drawing/2014/main" id="{4D2AF14F-5238-8449-5B3A-7335D203364D}"/>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7" name="!!TextBox 20">
            <a:extLst>
              <a:ext uri="{FF2B5EF4-FFF2-40B4-BE49-F238E27FC236}">
                <a16:creationId xmlns:a16="http://schemas.microsoft.com/office/drawing/2014/main" id="{5B52595C-3F98-6A00-D2DF-F6A908884AA6}"/>
              </a:ext>
            </a:extLst>
          </p:cNvPr>
          <p:cNvSpPr txBox="1"/>
          <p:nvPr/>
        </p:nvSpPr>
        <p:spPr>
          <a:xfrm>
            <a:off x="1710917" y="4877663"/>
            <a:ext cx="2338422"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OK, you can sleep in the bed now </a:t>
            </a:r>
            <a:r>
              <a:rPr lang="en-US" dirty="0">
                <a:latin typeface="Roboto Light" panose="02000000000000000000" pitchFamily="2" charset="0"/>
                <a:ea typeface="Roboto Light" panose="02000000000000000000" pitchFamily="2" charset="0"/>
                <a:sym typeface="Wingdings" panose="05000000000000000000" pitchFamily="2" charset="2"/>
              </a:rPr>
              <a:t></a:t>
            </a:r>
            <a:endParaRPr lang="en-US" dirty="0">
              <a:latin typeface="Roboto Light" panose="02000000000000000000" pitchFamily="2" charset="0"/>
              <a:ea typeface="Roboto Light" panose="02000000000000000000" pitchFamily="2" charset="0"/>
            </a:endParaRPr>
          </a:p>
        </p:txBody>
      </p:sp>
      <p:pic>
        <p:nvPicPr>
          <p:cNvPr id="184" name="Picture 183">
            <a:extLst>
              <a:ext uri="{FF2B5EF4-FFF2-40B4-BE49-F238E27FC236}">
                <a16:creationId xmlns:a16="http://schemas.microsoft.com/office/drawing/2014/main" id="{E57B19B5-C4E8-F004-23D4-FA87D78EF32C}"/>
              </a:ext>
            </a:extLst>
          </p:cNvPr>
          <p:cNvPicPr>
            <a:picLocks noChangeAspect="1"/>
          </p:cNvPicPr>
          <p:nvPr/>
        </p:nvPicPr>
        <p:blipFill>
          <a:blip r:embed="rId6"/>
          <a:srcRect/>
          <a:stretch/>
        </p:blipFill>
        <p:spPr>
          <a:xfrm>
            <a:off x="1348451" y="5550185"/>
            <a:ext cx="682992" cy="1282565"/>
          </a:xfrm>
          <a:prstGeom prst="rect">
            <a:avLst/>
          </a:prstGeom>
        </p:spPr>
      </p:pic>
      <p:sp>
        <p:nvSpPr>
          <p:cNvPr id="185" name="!!Speech Bubble 2">
            <a:extLst>
              <a:ext uri="{FF2B5EF4-FFF2-40B4-BE49-F238E27FC236}">
                <a16:creationId xmlns:a16="http://schemas.microsoft.com/office/drawing/2014/main" id="{78FCAF4C-A3CF-EE36-5D47-57186881A56F}"/>
              </a:ext>
            </a:extLst>
          </p:cNvPr>
          <p:cNvSpPr/>
          <p:nvPr/>
        </p:nvSpPr>
        <p:spPr>
          <a:xfrm>
            <a:off x="1742668" y="4893375"/>
            <a:ext cx="2137354" cy="621898"/>
          </a:xfrm>
          <a:prstGeom prst="wedgeRectCallout">
            <a:avLst>
              <a:gd name="adj1" fmla="val -39089"/>
              <a:gd name="adj2" fmla="val 8090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1" name="!!SliderBottomOff">
            <a:extLst>
              <a:ext uri="{FF2B5EF4-FFF2-40B4-BE49-F238E27FC236}">
                <a16:creationId xmlns:a16="http://schemas.microsoft.com/office/drawing/2014/main" id="{C8FA9AA8-8B5A-04F3-761A-626D5110504E}"/>
              </a:ext>
            </a:extLst>
          </p:cNvPr>
          <p:cNvPicPr>
            <a:picLocks noChangeAspect="1"/>
          </p:cNvPicPr>
          <p:nvPr/>
        </p:nvPicPr>
        <p:blipFill>
          <a:blip r:embed="rId7"/>
          <a:srcRect/>
          <a:stretch/>
        </p:blipFill>
        <p:spPr>
          <a:xfrm>
            <a:off x="11417584" y="3761799"/>
            <a:ext cx="591407" cy="445080"/>
          </a:xfrm>
          <a:prstGeom prst="rect">
            <a:avLst/>
          </a:prstGeom>
        </p:spPr>
      </p:pic>
      <p:pic>
        <p:nvPicPr>
          <p:cNvPr id="182" name="!!SliderTopOff">
            <a:extLst>
              <a:ext uri="{FF2B5EF4-FFF2-40B4-BE49-F238E27FC236}">
                <a16:creationId xmlns:a16="http://schemas.microsoft.com/office/drawing/2014/main" id="{9B55AE79-6514-0EB7-0DEE-631E626F056A}"/>
              </a:ext>
            </a:extLst>
          </p:cNvPr>
          <p:cNvPicPr>
            <a:picLocks noChangeAspect="1"/>
          </p:cNvPicPr>
          <p:nvPr/>
        </p:nvPicPr>
        <p:blipFill>
          <a:blip r:embed="rId8"/>
          <a:srcRect/>
          <a:stretch/>
        </p:blipFill>
        <p:spPr>
          <a:xfrm>
            <a:off x="11399552" y="3211422"/>
            <a:ext cx="591406" cy="445080"/>
          </a:xfrm>
          <a:prstGeom prst="rect">
            <a:avLst/>
          </a:prstGeom>
        </p:spPr>
      </p:pic>
      <p:pic>
        <p:nvPicPr>
          <p:cNvPr id="208" name="!!SliderTopOn">
            <a:extLst>
              <a:ext uri="{FF2B5EF4-FFF2-40B4-BE49-F238E27FC236}">
                <a16:creationId xmlns:a16="http://schemas.microsoft.com/office/drawing/2014/main" id="{662DF0C9-E9B8-5E16-B36E-764F3E3AC87F}"/>
              </a:ext>
            </a:extLst>
          </p:cNvPr>
          <p:cNvPicPr>
            <a:picLocks noChangeAspect="1"/>
          </p:cNvPicPr>
          <p:nvPr/>
        </p:nvPicPr>
        <p:blipFill>
          <a:blip r:embed="rId9"/>
          <a:stretch>
            <a:fillRect/>
          </a:stretch>
        </p:blipFill>
        <p:spPr>
          <a:xfrm>
            <a:off x="11398535" y="3211422"/>
            <a:ext cx="593440" cy="445080"/>
          </a:xfrm>
          <a:prstGeom prst="rect">
            <a:avLst/>
          </a:prstGeom>
        </p:spPr>
      </p:pic>
      <p:pic>
        <p:nvPicPr>
          <p:cNvPr id="209" name="!!SliderBottomOn">
            <a:extLst>
              <a:ext uri="{FF2B5EF4-FFF2-40B4-BE49-F238E27FC236}">
                <a16:creationId xmlns:a16="http://schemas.microsoft.com/office/drawing/2014/main" id="{152269CD-F8D0-E57E-1149-6ADD482B7237}"/>
              </a:ext>
            </a:extLst>
          </p:cNvPr>
          <p:cNvPicPr>
            <a:picLocks noChangeAspect="1"/>
          </p:cNvPicPr>
          <p:nvPr/>
        </p:nvPicPr>
        <p:blipFill>
          <a:blip r:embed="rId9"/>
          <a:stretch>
            <a:fillRect/>
          </a:stretch>
        </p:blipFill>
        <p:spPr>
          <a:xfrm>
            <a:off x="11379485" y="3763975"/>
            <a:ext cx="593440" cy="445080"/>
          </a:xfrm>
          <a:prstGeom prst="rect">
            <a:avLst/>
          </a:prstGeom>
        </p:spPr>
      </p:pic>
      <p:sp>
        <p:nvSpPr>
          <p:cNvPr id="180" name="Rectangle: Rounded Corners 179">
            <a:extLst>
              <a:ext uri="{FF2B5EF4-FFF2-40B4-BE49-F238E27FC236}">
                <a16:creationId xmlns:a16="http://schemas.microsoft.com/office/drawing/2014/main" id="{E81728A3-8DEB-C5AB-9D4A-7B2A96FA8D93}"/>
              </a:ext>
            </a:extLst>
          </p:cNvPr>
          <p:cNvSpPr/>
          <p:nvPr/>
        </p:nvSpPr>
        <p:spPr>
          <a:xfrm>
            <a:off x="11345418" y="3175099"/>
            <a:ext cx="741807" cy="11044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Header whiteout">
            <a:extLst>
              <a:ext uri="{FF2B5EF4-FFF2-40B4-BE49-F238E27FC236}">
                <a16:creationId xmlns:a16="http://schemas.microsoft.com/office/drawing/2014/main" id="{57B8522A-B0BE-67EE-259F-B9BA9E25707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Header Text 1">
            <a:extLst>
              <a:ext uri="{FF2B5EF4-FFF2-40B4-BE49-F238E27FC236}">
                <a16:creationId xmlns:a16="http://schemas.microsoft.com/office/drawing/2014/main" id="{ED842C68-D72D-823D-0AC3-EDEC6633AF0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90025066"/>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209"/>
                                        </p:tgtEl>
                                        <p:attrNameLst>
                                          <p:attrName>style.visibility</p:attrName>
                                        </p:attrNameLst>
                                      </p:cBhvr>
                                      <p:to>
                                        <p:strVal val="visible"/>
                                      </p:to>
                                    </p:set>
                                    <p:animEffect transition="in" filter="wipe(left)">
                                      <p:cBhvr>
                                        <p:cTn id="7" dur="500"/>
                                        <p:tgtEl>
                                          <p:spTgt spid="209"/>
                                        </p:tgtEl>
                                      </p:cBhvr>
                                    </p:animEffect>
                                  </p:childTnLst>
                                </p:cTn>
                              </p:par>
                              <p:par>
                                <p:cTn id="8" presetID="22" presetClass="entr" presetSubtype="8" fill="hold" nodeType="withEffect">
                                  <p:stCondLst>
                                    <p:cond delay="0"/>
                                  </p:stCondLst>
                                  <p:childTnLst>
                                    <p:set>
                                      <p:cBhvr>
                                        <p:cTn id="9" dur="1" fill="hold">
                                          <p:stCondLst>
                                            <p:cond delay="0"/>
                                          </p:stCondLst>
                                        </p:cTn>
                                        <p:tgtEl>
                                          <p:spTgt spid="208"/>
                                        </p:tgtEl>
                                        <p:attrNameLst>
                                          <p:attrName>style.visibility</p:attrName>
                                        </p:attrNameLst>
                                      </p:cBhvr>
                                      <p:to>
                                        <p:strVal val="visible"/>
                                      </p:to>
                                    </p:set>
                                    <p:animEffect transition="in" filter="wipe(left)">
                                      <p:cBhvr>
                                        <p:cTn id="10" dur="500"/>
                                        <p:tgtEl>
                                          <p:spTgt spid="208"/>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84"/>
                                        </p:tgtEl>
                                        <p:attrNameLst>
                                          <p:attrName>style.visibility</p:attrName>
                                        </p:attrNameLst>
                                      </p:cBhvr>
                                      <p:to>
                                        <p:strVal val="visible"/>
                                      </p:to>
                                    </p:set>
                                    <p:anim calcmode="lin" valueType="num">
                                      <p:cBhvr additive="base">
                                        <p:cTn id="15" dur="500" fill="hold"/>
                                        <p:tgtEl>
                                          <p:spTgt spid="184"/>
                                        </p:tgtEl>
                                        <p:attrNameLst>
                                          <p:attrName>ppt_x</p:attrName>
                                        </p:attrNameLst>
                                      </p:cBhvr>
                                      <p:tavLst>
                                        <p:tav tm="0">
                                          <p:val>
                                            <p:strVal val="#ppt_x"/>
                                          </p:val>
                                        </p:tav>
                                        <p:tav tm="100000">
                                          <p:val>
                                            <p:strVal val="#ppt_x"/>
                                          </p:val>
                                        </p:tav>
                                      </p:tavLst>
                                    </p:anim>
                                    <p:anim calcmode="lin" valueType="num">
                                      <p:cBhvr additive="base">
                                        <p:cTn id="16" dur="500" fill="hold"/>
                                        <p:tgtEl>
                                          <p:spTgt spid="184"/>
                                        </p:tgtEl>
                                        <p:attrNameLst>
                                          <p:attrName>ppt_y</p:attrName>
                                        </p:attrNameLst>
                                      </p:cBhvr>
                                      <p:tavLst>
                                        <p:tav tm="0">
                                          <p:val>
                                            <p:strVal val="1+#ppt_h/2"/>
                                          </p:val>
                                        </p:tav>
                                        <p:tav tm="100000">
                                          <p:val>
                                            <p:strVal val="#ppt_y"/>
                                          </p:val>
                                        </p:tav>
                                      </p:tavLst>
                                    </p:anim>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85"/>
                                        </p:tgtEl>
                                        <p:attrNameLst>
                                          <p:attrName>style.visibility</p:attrName>
                                        </p:attrNameLst>
                                      </p:cBhvr>
                                      <p:to>
                                        <p:strVal val="visible"/>
                                      </p:to>
                                    </p:set>
                                    <p:animEffect transition="in" filter="fade">
                                      <p:cBhvr>
                                        <p:cTn id="23" dur="500"/>
                                        <p:tgtEl>
                                          <p:spTgt spid="1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85" grpId="0" animBg="1"/>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3" name="Picture 202">
            <a:extLst>
              <a:ext uri="{FF2B5EF4-FFF2-40B4-BE49-F238E27FC236}">
                <a16:creationId xmlns:a16="http://schemas.microsoft.com/office/drawing/2014/main" id="{35DFC2D6-94A1-679F-452E-B86217318C96}"/>
              </a:ext>
            </a:extLst>
          </p:cNvPr>
          <p:cNvPicPr>
            <a:picLocks noChangeAspect="1"/>
          </p:cNvPicPr>
          <p:nvPr/>
        </p:nvPicPr>
        <p:blipFill>
          <a:blip r:embed="rId3"/>
          <a:srcRect/>
          <a:stretch/>
        </p:blipFill>
        <p:spPr>
          <a:xfrm>
            <a:off x="7982047" y="2285469"/>
            <a:ext cx="4203583" cy="2168805"/>
          </a:xfrm>
          <a:prstGeom prst="rect">
            <a:avLst/>
          </a:prstGeom>
        </p:spPr>
      </p:pic>
      <p:sp>
        <p:nvSpPr>
          <p:cNvPr id="141" name="Header whiteout - blur">
            <a:extLst>
              <a:ext uri="{FF2B5EF4-FFF2-40B4-BE49-F238E27FC236}">
                <a16:creationId xmlns:a16="http://schemas.microsoft.com/office/drawing/2014/main" id="{FDEED602-0E34-4CE1-A9BE-2DBA0A4168BF}"/>
              </a:ext>
            </a:extLst>
          </p:cNvPr>
          <p:cNvSpPr/>
          <p:nvPr/>
        </p:nvSpPr>
        <p:spPr>
          <a:xfrm>
            <a:off x="1" y="0"/>
            <a:ext cx="12191999" cy="765890"/>
          </a:xfrm>
          <a:prstGeom prst="rect">
            <a:avLst/>
          </a:prstGeom>
          <a:solidFill>
            <a:schemeClr val="bg1"/>
          </a:solid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Header whiteout">
            <a:extLst>
              <a:ext uri="{FF2B5EF4-FFF2-40B4-BE49-F238E27FC236}">
                <a16:creationId xmlns:a16="http://schemas.microsoft.com/office/drawing/2014/main" id="{E4FEBDD2-0824-42D6-9314-281AB36826EE}"/>
              </a:ext>
            </a:extLst>
          </p:cNvPr>
          <p:cNvSpPr/>
          <p:nvPr/>
        </p:nvSpPr>
        <p:spPr>
          <a:xfrm>
            <a:off x="-10933" y="-11369"/>
            <a:ext cx="12191999" cy="549129"/>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Header Text 2">
            <a:extLst>
              <a:ext uri="{FF2B5EF4-FFF2-40B4-BE49-F238E27FC236}">
                <a16:creationId xmlns:a16="http://schemas.microsoft.com/office/drawing/2014/main" id="{8C7933CB-1A08-45A6-B72C-0D694D101E8E}"/>
              </a:ext>
            </a:extLst>
          </p:cNvPr>
          <p:cNvPicPr>
            <a:picLocks noChangeAspect="1"/>
          </p:cNvPicPr>
          <p:nvPr/>
        </p:nvPicPr>
        <p:blipFill>
          <a:blip r:embed="rId4"/>
          <a:stretch>
            <a:fillRect/>
          </a:stretch>
        </p:blipFill>
        <p:spPr>
          <a:xfrm>
            <a:off x="6110562" y="32979"/>
            <a:ext cx="2840139" cy="356237"/>
          </a:xfrm>
          <a:prstGeom prst="rect">
            <a:avLst/>
          </a:prstGeom>
        </p:spPr>
      </p:pic>
      <p:sp>
        <p:nvSpPr>
          <p:cNvPr id="37" name="Header Text 1">
            <a:extLst>
              <a:ext uri="{FF2B5EF4-FFF2-40B4-BE49-F238E27FC236}">
                <a16:creationId xmlns:a16="http://schemas.microsoft.com/office/drawing/2014/main" id="{89AA9521-06A9-43D7-B00C-497119F38E5E}"/>
              </a:ext>
            </a:extLst>
          </p:cNvPr>
          <p:cNvSpPr txBox="1"/>
          <p:nvPr/>
        </p:nvSpPr>
        <p:spPr>
          <a:xfrm>
            <a:off x="779537" y="0"/>
            <a:ext cx="6545461" cy="461665"/>
          </a:xfrm>
          <a:prstGeom prst="rect">
            <a:avLst/>
          </a:prstGeom>
          <a:noFill/>
        </p:spPr>
        <p:txBody>
          <a:bodyPr wrap="square" rtlCol="0">
            <a:spAutoFit/>
          </a:bodyPr>
          <a:lstStyle/>
          <a:p>
            <a:pPr algn="ctr"/>
            <a:r>
              <a:rPr lang="en-US" sz="2400" dirty="0">
                <a:solidFill>
                  <a:srgbClr val="2D3E50"/>
                </a:solidFill>
                <a:latin typeface="Roboto Black" panose="02000000000000000000" pitchFamily="2" charset="0"/>
                <a:ea typeface="Roboto Black" panose="02000000000000000000" pitchFamily="2" charset="0"/>
              </a:rPr>
              <a:t>Automating Your </a:t>
            </a:r>
            <a:r>
              <a:rPr lang="en-US" sz="2400" dirty="0" err="1">
                <a:solidFill>
                  <a:srgbClr val="2D3E50"/>
                </a:solidFill>
                <a:latin typeface="Roboto Black" panose="02000000000000000000" pitchFamily="2" charset="0"/>
                <a:ea typeface="Roboto Black" panose="02000000000000000000" pitchFamily="2" charset="0"/>
              </a:rPr>
              <a:t>Smarthome</a:t>
            </a:r>
            <a:endParaRPr lang="en-US" sz="2400" dirty="0">
              <a:solidFill>
                <a:srgbClr val="2D3E50"/>
              </a:solidFill>
              <a:latin typeface="Roboto Black" panose="02000000000000000000" pitchFamily="2" charset="0"/>
              <a:ea typeface="Roboto Black" panose="02000000000000000000" pitchFamily="2" charset="0"/>
            </a:endParaRPr>
          </a:p>
        </p:txBody>
      </p:sp>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0" y="4397265"/>
            <a:ext cx="404102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 (no app required) </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16" name="!!Title">
            <a:extLst>
              <a:ext uri="{FF2B5EF4-FFF2-40B4-BE49-F238E27FC236}">
                <a16:creationId xmlns:a16="http://schemas.microsoft.com/office/drawing/2014/main" id="{F20B3770-0546-137D-052E-B22211EAD962}"/>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3" name="Picture 2">
            <a:extLst>
              <a:ext uri="{FF2B5EF4-FFF2-40B4-BE49-F238E27FC236}">
                <a16:creationId xmlns:a16="http://schemas.microsoft.com/office/drawing/2014/main" id="{00E93B31-E815-0A12-2350-6F471FE0AE1C}"/>
              </a:ext>
            </a:extLst>
          </p:cNvPr>
          <p:cNvPicPr>
            <a:picLocks noChangeAspect="1"/>
          </p:cNvPicPr>
          <p:nvPr/>
        </p:nvPicPr>
        <p:blipFill>
          <a:blip r:embed="rId6"/>
          <a:stretch>
            <a:fillRect/>
          </a:stretch>
        </p:blipFill>
        <p:spPr>
          <a:xfrm>
            <a:off x="5125304" y="1842158"/>
            <a:ext cx="1939828" cy="2966284"/>
          </a:xfrm>
          <a:prstGeom prst="rect">
            <a:avLst/>
          </a:prstGeom>
        </p:spPr>
      </p:pic>
      <p:sp>
        <p:nvSpPr>
          <p:cNvPr id="201" name="Red text">
            <a:extLst>
              <a:ext uri="{FF2B5EF4-FFF2-40B4-BE49-F238E27FC236}">
                <a16:creationId xmlns:a16="http://schemas.microsoft.com/office/drawing/2014/main" id="{8FC3E034-09CC-12FC-C7D7-BBF5BD6F3670}"/>
              </a:ext>
            </a:extLst>
          </p:cNvPr>
          <p:cNvSpPr txBox="1"/>
          <p:nvPr/>
        </p:nvSpPr>
        <p:spPr>
          <a:xfrm>
            <a:off x="7695575" y="5009243"/>
            <a:ext cx="3735033"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Automatically re-enable after a few hours </a:t>
            </a:r>
          </a:p>
        </p:txBody>
      </p:sp>
      <p:grpSp>
        <p:nvGrpSpPr>
          <p:cNvPr id="2" name="Arrow">
            <a:extLst>
              <a:ext uri="{FF2B5EF4-FFF2-40B4-BE49-F238E27FC236}">
                <a16:creationId xmlns:a16="http://schemas.microsoft.com/office/drawing/2014/main" id="{3F9DEC52-C749-6AF4-B33B-18CC2DAF5987}"/>
              </a:ext>
            </a:extLst>
          </p:cNvPr>
          <p:cNvGrpSpPr>
            <a:grpSpLocks noChangeAspect="1"/>
          </p:cNvGrpSpPr>
          <p:nvPr/>
        </p:nvGrpSpPr>
        <p:grpSpPr bwMode="auto">
          <a:xfrm rot="16200000" flipH="1">
            <a:off x="10825692" y="4527521"/>
            <a:ext cx="904172" cy="943180"/>
            <a:chOff x="1328" y="0"/>
            <a:chExt cx="3106" cy="3240"/>
          </a:xfrm>
          <a:solidFill>
            <a:srgbClr val="C00000"/>
          </a:solidFill>
        </p:grpSpPr>
        <p:sp>
          <p:nvSpPr>
            <p:cNvPr id="6" name="Freeform 716">
              <a:extLst>
                <a:ext uri="{FF2B5EF4-FFF2-40B4-BE49-F238E27FC236}">
                  <a16:creationId xmlns:a16="http://schemas.microsoft.com/office/drawing/2014/main" id="{3C725839-AD16-8E7F-B227-DB9DADA05530}"/>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 name="Freeform 717">
              <a:extLst>
                <a:ext uri="{FF2B5EF4-FFF2-40B4-BE49-F238E27FC236}">
                  <a16:creationId xmlns:a16="http://schemas.microsoft.com/office/drawing/2014/main" id="{98CD0D01-7B5A-1460-7B37-E045BF9B25A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18">
              <a:extLst>
                <a:ext uri="{FF2B5EF4-FFF2-40B4-BE49-F238E27FC236}">
                  <a16:creationId xmlns:a16="http://schemas.microsoft.com/office/drawing/2014/main" id="{75FC2A02-B67E-4D85-6EA4-EB2C30760B38}"/>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19">
              <a:extLst>
                <a:ext uri="{FF2B5EF4-FFF2-40B4-BE49-F238E27FC236}">
                  <a16:creationId xmlns:a16="http://schemas.microsoft.com/office/drawing/2014/main" id="{E965DED6-913B-F8C2-4135-A0940FCA59E7}"/>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20">
              <a:extLst>
                <a:ext uri="{FF2B5EF4-FFF2-40B4-BE49-F238E27FC236}">
                  <a16:creationId xmlns:a16="http://schemas.microsoft.com/office/drawing/2014/main" id="{311DE844-4DA3-55EF-5F67-99878966910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1">
              <a:extLst>
                <a:ext uri="{FF2B5EF4-FFF2-40B4-BE49-F238E27FC236}">
                  <a16:creationId xmlns:a16="http://schemas.microsoft.com/office/drawing/2014/main" id="{4A8D07F1-FDAA-D1BD-45A5-4D08507AF840}"/>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2">
              <a:extLst>
                <a:ext uri="{FF2B5EF4-FFF2-40B4-BE49-F238E27FC236}">
                  <a16:creationId xmlns:a16="http://schemas.microsoft.com/office/drawing/2014/main" id="{F863264C-8C3B-8AEB-511E-36FBD8084E9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3">
              <a:extLst>
                <a:ext uri="{FF2B5EF4-FFF2-40B4-BE49-F238E27FC236}">
                  <a16:creationId xmlns:a16="http://schemas.microsoft.com/office/drawing/2014/main" id="{1F662C93-EA0F-44A4-2CF7-515AFE696EDD}"/>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4">
              <a:extLst>
                <a:ext uri="{FF2B5EF4-FFF2-40B4-BE49-F238E27FC236}">
                  <a16:creationId xmlns:a16="http://schemas.microsoft.com/office/drawing/2014/main" id="{7BD9F09D-4DC5-A41A-6664-9F49BC6E9BDD}"/>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5">
              <a:extLst>
                <a:ext uri="{FF2B5EF4-FFF2-40B4-BE49-F238E27FC236}">
                  <a16:creationId xmlns:a16="http://schemas.microsoft.com/office/drawing/2014/main" id="{F5C37CBF-713A-BA77-91C7-7C364817089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6">
              <a:extLst>
                <a:ext uri="{FF2B5EF4-FFF2-40B4-BE49-F238E27FC236}">
                  <a16:creationId xmlns:a16="http://schemas.microsoft.com/office/drawing/2014/main" id="{BB4E1B86-6B67-C6F4-0274-C9E93743F39A}"/>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7">
              <a:extLst>
                <a:ext uri="{FF2B5EF4-FFF2-40B4-BE49-F238E27FC236}">
                  <a16:creationId xmlns:a16="http://schemas.microsoft.com/office/drawing/2014/main" id="{AFAC4AAB-95B3-1832-6A6A-EC253042E72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8">
              <a:extLst>
                <a:ext uri="{FF2B5EF4-FFF2-40B4-BE49-F238E27FC236}">
                  <a16:creationId xmlns:a16="http://schemas.microsoft.com/office/drawing/2014/main" id="{6D6B75F1-1D65-FF8F-E602-75768ED133AB}"/>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9">
              <a:extLst>
                <a:ext uri="{FF2B5EF4-FFF2-40B4-BE49-F238E27FC236}">
                  <a16:creationId xmlns:a16="http://schemas.microsoft.com/office/drawing/2014/main" id="{91EC0830-0213-B572-69AB-0204AD50D151}"/>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0">
              <a:extLst>
                <a:ext uri="{FF2B5EF4-FFF2-40B4-BE49-F238E27FC236}">
                  <a16:creationId xmlns:a16="http://schemas.microsoft.com/office/drawing/2014/main" id="{9F4FAFC7-48ED-A2E0-6AAE-57F01A3C61B2}"/>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1">
              <a:extLst>
                <a:ext uri="{FF2B5EF4-FFF2-40B4-BE49-F238E27FC236}">
                  <a16:creationId xmlns:a16="http://schemas.microsoft.com/office/drawing/2014/main" id="{3F953803-C438-CBC1-7955-D81BBE40CA59}"/>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2">
              <a:extLst>
                <a:ext uri="{FF2B5EF4-FFF2-40B4-BE49-F238E27FC236}">
                  <a16:creationId xmlns:a16="http://schemas.microsoft.com/office/drawing/2014/main" id="{1306EBBE-DD5C-87BE-8233-B06C2013A8DA}"/>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33">
              <a:extLst>
                <a:ext uri="{FF2B5EF4-FFF2-40B4-BE49-F238E27FC236}">
                  <a16:creationId xmlns:a16="http://schemas.microsoft.com/office/drawing/2014/main" id="{C49378D4-114C-56DD-13A7-775F7FC5ED6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4">
              <a:extLst>
                <a:ext uri="{FF2B5EF4-FFF2-40B4-BE49-F238E27FC236}">
                  <a16:creationId xmlns:a16="http://schemas.microsoft.com/office/drawing/2014/main" id="{92F637F1-11B7-F021-6802-6A43279F6AD6}"/>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5">
              <a:extLst>
                <a:ext uri="{FF2B5EF4-FFF2-40B4-BE49-F238E27FC236}">
                  <a16:creationId xmlns:a16="http://schemas.microsoft.com/office/drawing/2014/main" id="{2EA0B15D-F66E-7B6B-6F2A-8B0CDA8A508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6">
              <a:extLst>
                <a:ext uri="{FF2B5EF4-FFF2-40B4-BE49-F238E27FC236}">
                  <a16:creationId xmlns:a16="http://schemas.microsoft.com/office/drawing/2014/main" id="{7135A778-D422-A006-CCEE-9D9C8A121C25}"/>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7">
              <a:extLst>
                <a:ext uri="{FF2B5EF4-FFF2-40B4-BE49-F238E27FC236}">
                  <a16:creationId xmlns:a16="http://schemas.microsoft.com/office/drawing/2014/main" id="{6BB5DF30-1CE1-1681-C73E-A428F606829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8">
              <a:extLst>
                <a:ext uri="{FF2B5EF4-FFF2-40B4-BE49-F238E27FC236}">
                  <a16:creationId xmlns:a16="http://schemas.microsoft.com/office/drawing/2014/main" id="{79668FA3-957D-798C-3DF3-97EF07BC6018}"/>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9">
              <a:extLst>
                <a:ext uri="{FF2B5EF4-FFF2-40B4-BE49-F238E27FC236}">
                  <a16:creationId xmlns:a16="http://schemas.microsoft.com/office/drawing/2014/main" id="{16D1FBA6-07C1-F6F6-BB2E-1DBEE3005D38}"/>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0">
              <a:extLst>
                <a:ext uri="{FF2B5EF4-FFF2-40B4-BE49-F238E27FC236}">
                  <a16:creationId xmlns:a16="http://schemas.microsoft.com/office/drawing/2014/main" id="{499B3A7E-D7E2-6671-3511-5BA0A436172F}"/>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1">
              <a:extLst>
                <a:ext uri="{FF2B5EF4-FFF2-40B4-BE49-F238E27FC236}">
                  <a16:creationId xmlns:a16="http://schemas.microsoft.com/office/drawing/2014/main" id="{CF05C1B9-A89C-DC73-180A-F8556887FB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2">
              <a:extLst>
                <a:ext uri="{FF2B5EF4-FFF2-40B4-BE49-F238E27FC236}">
                  <a16:creationId xmlns:a16="http://schemas.microsoft.com/office/drawing/2014/main" id="{0A1E28AE-FC7C-FFFB-8614-82EBFBE98E0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43">
              <a:extLst>
                <a:ext uri="{FF2B5EF4-FFF2-40B4-BE49-F238E27FC236}">
                  <a16:creationId xmlns:a16="http://schemas.microsoft.com/office/drawing/2014/main" id="{A663CF36-A438-05AB-6912-393BE8A98228}"/>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4">
              <a:extLst>
                <a:ext uri="{FF2B5EF4-FFF2-40B4-BE49-F238E27FC236}">
                  <a16:creationId xmlns:a16="http://schemas.microsoft.com/office/drawing/2014/main" id="{5ADA127B-931F-126B-E743-B2B6DEC12605}"/>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5">
              <a:extLst>
                <a:ext uri="{FF2B5EF4-FFF2-40B4-BE49-F238E27FC236}">
                  <a16:creationId xmlns:a16="http://schemas.microsoft.com/office/drawing/2014/main" id="{97D88050-165A-03FC-43D6-BE0462D49517}"/>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6">
              <a:extLst>
                <a:ext uri="{FF2B5EF4-FFF2-40B4-BE49-F238E27FC236}">
                  <a16:creationId xmlns:a16="http://schemas.microsoft.com/office/drawing/2014/main" id="{64A49646-3D19-2561-E26C-6CF5561A339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7">
              <a:extLst>
                <a:ext uri="{FF2B5EF4-FFF2-40B4-BE49-F238E27FC236}">
                  <a16:creationId xmlns:a16="http://schemas.microsoft.com/office/drawing/2014/main" id="{4C74EC25-DBA9-A276-ECDB-63C8CE7F31F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8">
              <a:extLst>
                <a:ext uri="{FF2B5EF4-FFF2-40B4-BE49-F238E27FC236}">
                  <a16:creationId xmlns:a16="http://schemas.microsoft.com/office/drawing/2014/main" id="{2C27C6C4-B956-E8C3-B717-D1A8C7918F00}"/>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9">
              <a:extLst>
                <a:ext uri="{FF2B5EF4-FFF2-40B4-BE49-F238E27FC236}">
                  <a16:creationId xmlns:a16="http://schemas.microsoft.com/office/drawing/2014/main" id="{17278416-83DF-674A-E6BC-E619166A8AD1}"/>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50">
              <a:extLst>
                <a:ext uri="{FF2B5EF4-FFF2-40B4-BE49-F238E27FC236}">
                  <a16:creationId xmlns:a16="http://schemas.microsoft.com/office/drawing/2014/main" id="{031259B4-39B7-43D2-8777-84D3EEA98E8F}"/>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51">
              <a:extLst>
                <a:ext uri="{FF2B5EF4-FFF2-40B4-BE49-F238E27FC236}">
                  <a16:creationId xmlns:a16="http://schemas.microsoft.com/office/drawing/2014/main" id="{75D42E1A-2CE8-5C49-CD4A-402B9955B7E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2">
              <a:extLst>
                <a:ext uri="{FF2B5EF4-FFF2-40B4-BE49-F238E27FC236}">
                  <a16:creationId xmlns:a16="http://schemas.microsoft.com/office/drawing/2014/main" id="{382E6A4F-2CD9-97BB-832C-359B23A1979E}"/>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53">
              <a:extLst>
                <a:ext uri="{FF2B5EF4-FFF2-40B4-BE49-F238E27FC236}">
                  <a16:creationId xmlns:a16="http://schemas.microsoft.com/office/drawing/2014/main" id="{B5425C61-1F88-FAAF-AC74-982C35C294B0}"/>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4">
              <a:extLst>
                <a:ext uri="{FF2B5EF4-FFF2-40B4-BE49-F238E27FC236}">
                  <a16:creationId xmlns:a16="http://schemas.microsoft.com/office/drawing/2014/main" id="{1AA67BF7-2AAA-0D04-A6F8-6A3A3F12A6F9}"/>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5">
              <a:extLst>
                <a:ext uri="{FF2B5EF4-FFF2-40B4-BE49-F238E27FC236}">
                  <a16:creationId xmlns:a16="http://schemas.microsoft.com/office/drawing/2014/main" id="{15B99180-8FCC-293D-0F1C-75D89F4E0F0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6">
              <a:extLst>
                <a:ext uri="{FF2B5EF4-FFF2-40B4-BE49-F238E27FC236}">
                  <a16:creationId xmlns:a16="http://schemas.microsoft.com/office/drawing/2014/main" id="{1ED35030-CC12-DF98-F745-74FFFB0952CF}"/>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7">
              <a:extLst>
                <a:ext uri="{FF2B5EF4-FFF2-40B4-BE49-F238E27FC236}">
                  <a16:creationId xmlns:a16="http://schemas.microsoft.com/office/drawing/2014/main" id="{EAAC39F9-E588-E8AD-594A-6CE9B4E3E5DC}"/>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8">
              <a:extLst>
                <a:ext uri="{FF2B5EF4-FFF2-40B4-BE49-F238E27FC236}">
                  <a16:creationId xmlns:a16="http://schemas.microsoft.com/office/drawing/2014/main" id="{5387F87D-6ECC-5222-1BB9-FD245825D5B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9">
              <a:extLst>
                <a:ext uri="{FF2B5EF4-FFF2-40B4-BE49-F238E27FC236}">
                  <a16:creationId xmlns:a16="http://schemas.microsoft.com/office/drawing/2014/main" id="{A54C6C6B-47A3-2C43-8C36-90211A3BF65C}"/>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60">
              <a:extLst>
                <a:ext uri="{FF2B5EF4-FFF2-40B4-BE49-F238E27FC236}">
                  <a16:creationId xmlns:a16="http://schemas.microsoft.com/office/drawing/2014/main" id="{6A439691-9910-8D2D-3116-2E9405E1A8C5}"/>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61">
              <a:extLst>
                <a:ext uri="{FF2B5EF4-FFF2-40B4-BE49-F238E27FC236}">
                  <a16:creationId xmlns:a16="http://schemas.microsoft.com/office/drawing/2014/main" id="{BEC365DC-1535-3CA8-F1F3-FA5C9CBEC6EC}"/>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2">
              <a:extLst>
                <a:ext uri="{FF2B5EF4-FFF2-40B4-BE49-F238E27FC236}">
                  <a16:creationId xmlns:a16="http://schemas.microsoft.com/office/drawing/2014/main" id="{5E52BD3F-505E-E9E4-813C-BD1833194561}"/>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63">
              <a:extLst>
                <a:ext uri="{FF2B5EF4-FFF2-40B4-BE49-F238E27FC236}">
                  <a16:creationId xmlns:a16="http://schemas.microsoft.com/office/drawing/2014/main" id="{765DF5B2-4943-9F69-44FE-ACF25723B4A8}"/>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64">
              <a:extLst>
                <a:ext uri="{FF2B5EF4-FFF2-40B4-BE49-F238E27FC236}">
                  <a16:creationId xmlns:a16="http://schemas.microsoft.com/office/drawing/2014/main" id="{2C8E7692-9B48-9922-F55E-94F8B23697EE}"/>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5">
              <a:extLst>
                <a:ext uri="{FF2B5EF4-FFF2-40B4-BE49-F238E27FC236}">
                  <a16:creationId xmlns:a16="http://schemas.microsoft.com/office/drawing/2014/main" id="{78059AB0-00A6-6127-03D8-A755F830BEF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6">
              <a:extLst>
                <a:ext uri="{FF2B5EF4-FFF2-40B4-BE49-F238E27FC236}">
                  <a16:creationId xmlns:a16="http://schemas.microsoft.com/office/drawing/2014/main" id="{0A54EF13-5018-0484-8057-CC88E9671F14}"/>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7">
              <a:extLst>
                <a:ext uri="{FF2B5EF4-FFF2-40B4-BE49-F238E27FC236}">
                  <a16:creationId xmlns:a16="http://schemas.microsoft.com/office/drawing/2014/main" id="{A08351F2-CA79-7B4B-976F-596AF5B14DB9}"/>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68">
              <a:extLst>
                <a:ext uri="{FF2B5EF4-FFF2-40B4-BE49-F238E27FC236}">
                  <a16:creationId xmlns:a16="http://schemas.microsoft.com/office/drawing/2014/main" id="{14ACE549-E3A9-6E12-81AD-4D1F0DD96432}"/>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9">
              <a:extLst>
                <a:ext uri="{FF2B5EF4-FFF2-40B4-BE49-F238E27FC236}">
                  <a16:creationId xmlns:a16="http://schemas.microsoft.com/office/drawing/2014/main" id="{5ED8F699-DCF6-6D53-D9F9-045B12889A53}"/>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70">
              <a:extLst>
                <a:ext uri="{FF2B5EF4-FFF2-40B4-BE49-F238E27FC236}">
                  <a16:creationId xmlns:a16="http://schemas.microsoft.com/office/drawing/2014/main" id="{5744715F-EB78-12C0-313E-9FB7465392A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71">
              <a:extLst>
                <a:ext uri="{FF2B5EF4-FFF2-40B4-BE49-F238E27FC236}">
                  <a16:creationId xmlns:a16="http://schemas.microsoft.com/office/drawing/2014/main" id="{FFEE43D6-71A7-820C-1139-93CF56A267F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72">
              <a:extLst>
                <a:ext uri="{FF2B5EF4-FFF2-40B4-BE49-F238E27FC236}">
                  <a16:creationId xmlns:a16="http://schemas.microsoft.com/office/drawing/2014/main" id="{AB2BDF0F-F17D-80A9-FDAA-7CB34795BB3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73">
              <a:extLst>
                <a:ext uri="{FF2B5EF4-FFF2-40B4-BE49-F238E27FC236}">
                  <a16:creationId xmlns:a16="http://schemas.microsoft.com/office/drawing/2014/main" id="{082C9CB5-EF61-2AC0-D643-7C04E1CA00F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74">
              <a:extLst>
                <a:ext uri="{FF2B5EF4-FFF2-40B4-BE49-F238E27FC236}">
                  <a16:creationId xmlns:a16="http://schemas.microsoft.com/office/drawing/2014/main" id="{0169D9CA-DD22-0180-198D-4BC9290FE9CC}"/>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5">
              <a:extLst>
                <a:ext uri="{FF2B5EF4-FFF2-40B4-BE49-F238E27FC236}">
                  <a16:creationId xmlns:a16="http://schemas.microsoft.com/office/drawing/2014/main" id="{25239B3A-72B6-03F3-66FA-A84AA8153F97}"/>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6">
              <a:extLst>
                <a:ext uri="{FF2B5EF4-FFF2-40B4-BE49-F238E27FC236}">
                  <a16:creationId xmlns:a16="http://schemas.microsoft.com/office/drawing/2014/main" id="{CB35FD5F-BCD7-635F-0BFD-9B9B6CADDAD5}"/>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7">
              <a:extLst>
                <a:ext uri="{FF2B5EF4-FFF2-40B4-BE49-F238E27FC236}">
                  <a16:creationId xmlns:a16="http://schemas.microsoft.com/office/drawing/2014/main" id="{FF8C8EE9-54DD-9B6F-1816-1179933E523D}"/>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8">
              <a:extLst>
                <a:ext uri="{FF2B5EF4-FFF2-40B4-BE49-F238E27FC236}">
                  <a16:creationId xmlns:a16="http://schemas.microsoft.com/office/drawing/2014/main" id="{3482B8BC-2C9F-DF82-7E04-9DFEADFB3A3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9">
              <a:extLst>
                <a:ext uri="{FF2B5EF4-FFF2-40B4-BE49-F238E27FC236}">
                  <a16:creationId xmlns:a16="http://schemas.microsoft.com/office/drawing/2014/main" id="{7D3B55D0-9334-6419-D3C1-399FB6B6A7A4}"/>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80">
              <a:extLst>
                <a:ext uri="{FF2B5EF4-FFF2-40B4-BE49-F238E27FC236}">
                  <a16:creationId xmlns:a16="http://schemas.microsoft.com/office/drawing/2014/main" id="{1301F1E9-FBA8-534A-F934-14EE42537C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81">
              <a:extLst>
                <a:ext uri="{FF2B5EF4-FFF2-40B4-BE49-F238E27FC236}">
                  <a16:creationId xmlns:a16="http://schemas.microsoft.com/office/drawing/2014/main" id="{922C91F4-A8FD-D684-0DC9-1A5C5927FEC3}"/>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2">
              <a:extLst>
                <a:ext uri="{FF2B5EF4-FFF2-40B4-BE49-F238E27FC236}">
                  <a16:creationId xmlns:a16="http://schemas.microsoft.com/office/drawing/2014/main" id="{775BFBA1-B486-B126-5A2E-F604A98DA1D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83">
              <a:extLst>
                <a:ext uri="{FF2B5EF4-FFF2-40B4-BE49-F238E27FC236}">
                  <a16:creationId xmlns:a16="http://schemas.microsoft.com/office/drawing/2014/main" id="{59EDCD6C-0BF0-198E-2518-69DCEC6D704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84">
              <a:extLst>
                <a:ext uri="{FF2B5EF4-FFF2-40B4-BE49-F238E27FC236}">
                  <a16:creationId xmlns:a16="http://schemas.microsoft.com/office/drawing/2014/main" id="{7CAF407F-D1E7-FAE9-B04D-A1BF8275E846}"/>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5">
              <a:extLst>
                <a:ext uri="{FF2B5EF4-FFF2-40B4-BE49-F238E27FC236}">
                  <a16:creationId xmlns:a16="http://schemas.microsoft.com/office/drawing/2014/main" id="{3F4A007E-C12C-1F7B-E6EB-EF42736C7882}"/>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6">
              <a:extLst>
                <a:ext uri="{FF2B5EF4-FFF2-40B4-BE49-F238E27FC236}">
                  <a16:creationId xmlns:a16="http://schemas.microsoft.com/office/drawing/2014/main" id="{0A9186D2-D11F-017F-F2C8-EAEA65EEC0E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7">
              <a:extLst>
                <a:ext uri="{FF2B5EF4-FFF2-40B4-BE49-F238E27FC236}">
                  <a16:creationId xmlns:a16="http://schemas.microsoft.com/office/drawing/2014/main" id="{99657151-AA50-4020-E0E5-FB7F26006517}"/>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8">
              <a:extLst>
                <a:ext uri="{FF2B5EF4-FFF2-40B4-BE49-F238E27FC236}">
                  <a16:creationId xmlns:a16="http://schemas.microsoft.com/office/drawing/2014/main" id="{28BFDBD3-324F-243D-F18D-2CCA22A74A7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9">
              <a:extLst>
                <a:ext uri="{FF2B5EF4-FFF2-40B4-BE49-F238E27FC236}">
                  <a16:creationId xmlns:a16="http://schemas.microsoft.com/office/drawing/2014/main" id="{65CFA9DF-ACFF-652E-13C2-01C7A5FC8383}"/>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90">
              <a:extLst>
                <a:ext uri="{FF2B5EF4-FFF2-40B4-BE49-F238E27FC236}">
                  <a16:creationId xmlns:a16="http://schemas.microsoft.com/office/drawing/2014/main" id="{A7BB25A8-C3ED-BAB0-275B-6343A6BB0BB3}"/>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91">
              <a:extLst>
                <a:ext uri="{FF2B5EF4-FFF2-40B4-BE49-F238E27FC236}">
                  <a16:creationId xmlns:a16="http://schemas.microsoft.com/office/drawing/2014/main" id="{862F0234-9579-0661-418B-BB829B1D05E2}"/>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2">
              <a:extLst>
                <a:ext uri="{FF2B5EF4-FFF2-40B4-BE49-F238E27FC236}">
                  <a16:creationId xmlns:a16="http://schemas.microsoft.com/office/drawing/2014/main" id="{05E6578D-C7EA-C044-ACA6-0497EF16B10E}"/>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93">
              <a:extLst>
                <a:ext uri="{FF2B5EF4-FFF2-40B4-BE49-F238E27FC236}">
                  <a16:creationId xmlns:a16="http://schemas.microsoft.com/office/drawing/2014/main" id="{87B44ABF-7ABA-A4D2-7164-A80624D84FF6}"/>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94">
              <a:extLst>
                <a:ext uri="{FF2B5EF4-FFF2-40B4-BE49-F238E27FC236}">
                  <a16:creationId xmlns:a16="http://schemas.microsoft.com/office/drawing/2014/main" id="{E3F453F8-C354-D509-1D9B-1DB1C5AC066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5">
              <a:extLst>
                <a:ext uri="{FF2B5EF4-FFF2-40B4-BE49-F238E27FC236}">
                  <a16:creationId xmlns:a16="http://schemas.microsoft.com/office/drawing/2014/main" id="{FFF51F16-8E3D-E3A2-CD82-8CBA7E469C06}"/>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6">
              <a:extLst>
                <a:ext uri="{FF2B5EF4-FFF2-40B4-BE49-F238E27FC236}">
                  <a16:creationId xmlns:a16="http://schemas.microsoft.com/office/drawing/2014/main" id="{63F55E90-4911-986F-D9BF-0F08ED91775F}"/>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7">
              <a:extLst>
                <a:ext uri="{FF2B5EF4-FFF2-40B4-BE49-F238E27FC236}">
                  <a16:creationId xmlns:a16="http://schemas.microsoft.com/office/drawing/2014/main" id="{8ACFF159-57E2-D4FB-31EE-22884CBDCEE1}"/>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8">
              <a:extLst>
                <a:ext uri="{FF2B5EF4-FFF2-40B4-BE49-F238E27FC236}">
                  <a16:creationId xmlns:a16="http://schemas.microsoft.com/office/drawing/2014/main" id="{8902B224-8EA4-84E8-7B8D-6D54441B3E8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9">
              <a:extLst>
                <a:ext uri="{FF2B5EF4-FFF2-40B4-BE49-F238E27FC236}">
                  <a16:creationId xmlns:a16="http://schemas.microsoft.com/office/drawing/2014/main" id="{8EFB5AC4-0613-A6B0-A098-1DCE6058CAE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800">
              <a:extLst>
                <a:ext uri="{FF2B5EF4-FFF2-40B4-BE49-F238E27FC236}">
                  <a16:creationId xmlns:a16="http://schemas.microsoft.com/office/drawing/2014/main" id="{82185EA7-9B0C-3E8D-F5FA-87CB2538AF73}"/>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801">
              <a:extLst>
                <a:ext uri="{FF2B5EF4-FFF2-40B4-BE49-F238E27FC236}">
                  <a16:creationId xmlns:a16="http://schemas.microsoft.com/office/drawing/2014/main" id="{28E252C7-20A4-C731-5554-9AA43E9405E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2">
              <a:extLst>
                <a:ext uri="{FF2B5EF4-FFF2-40B4-BE49-F238E27FC236}">
                  <a16:creationId xmlns:a16="http://schemas.microsoft.com/office/drawing/2014/main" id="{7ACBB410-FC7A-DC0C-BE0F-327DC84331C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03">
              <a:extLst>
                <a:ext uri="{FF2B5EF4-FFF2-40B4-BE49-F238E27FC236}">
                  <a16:creationId xmlns:a16="http://schemas.microsoft.com/office/drawing/2014/main" id="{2344A048-BEB6-8AAF-03FA-9BEBFFBF227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04">
              <a:extLst>
                <a:ext uri="{FF2B5EF4-FFF2-40B4-BE49-F238E27FC236}">
                  <a16:creationId xmlns:a16="http://schemas.microsoft.com/office/drawing/2014/main" id="{82D9109E-8639-104D-2B27-B074863BD10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5">
              <a:extLst>
                <a:ext uri="{FF2B5EF4-FFF2-40B4-BE49-F238E27FC236}">
                  <a16:creationId xmlns:a16="http://schemas.microsoft.com/office/drawing/2014/main" id="{853442D3-1EF3-35E1-26D4-4C45FBD12D46}"/>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6">
              <a:extLst>
                <a:ext uri="{FF2B5EF4-FFF2-40B4-BE49-F238E27FC236}">
                  <a16:creationId xmlns:a16="http://schemas.microsoft.com/office/drawing/2014/main" id="{EC6621B6-AB48-E24C-68D0-03C2FB73FF7B}"/>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7">
              <a:extLst>
                <a:ext uri="{FF2B5EF4-FFF2-40B4-BE49-F238E27FC236}">
                  <a16:creationId xmlns:a16="http://schemas.microsoft.com/office/drawing/2014/main" id="{23D2850B-A575-E6BD-2D61-FA25E8F3DD3D}"/>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8">
              <a:extLst>
                <a:ext uri="{FF2B5EF4-FFF2-40B4-BE49-F238E27FC236}">
                  <a16:creationId xmlns:a16="http://schemas.microsoft.com/office/drawing/2014/main" id="{A2113E9E-082E-FB59-E30A-C363E7571313}"/>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9">
              <a:extLst>
                <a:ext uri="{FF2B5EF4-FFF2-40B4-BE49-F238E27FC236}">
                  <a16:creationId xmlns:a16="http://schemas.microsoft.com/office/drawing/2014/main" id="{52A36D0C-CDD9-6C6E-9245-B995B155F65E}"/>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10">
              <a:extLst>
                <a:ext uri="{FF2B5EF4-FFF2-40B4-BE49-F238E27FC236}">
                  <a16:creationId xmlns:a16="http://schemas.microsoft.com/office/drawing/2014/main" id="{626F06F3-3708-766F-CBDA-3FDFF5B2E2FB}"/>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11">
              <a:extLst>
                <a:ext uri="{FF2B5EF4-FFF2-40B4-BE49-F238E27FC236}">
                  <a16:creationId xmlns:a16="http://schemas.microsoft.com/office/drawing/2014/main" id="{FE58F89D-1666-6EDB-7C58-CF4D55A324BC}"/>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12">
              <a:extLst>
                <a:ext uri="{FF2B5EF4-FFF2-40B4-BE49-F238E27FC236}">
                  <a16:creationId xmlns:a16="http://schemas.microsoft.com/office/drawing/2014/main" id="{803CB934-F849-E566-6797-208C7ED6B22D}"/>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13">
              <a:extLst>
                <a:ext uri="{FF2B5EF4-FFF2-40B4-BE49-F238E27FC236}">
                  <a16:creationId xmlns:a16="http://schemas.microsoft.com/office/drawing/2014/main" id="{19D74A02-4759-5635-FA11-91D3DE0CC2F7}"/>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14">
              <a:extLst>
                <a:ext uri="{FF2B5EF4-FFF2-40B4-BE49-F238E27FC236}">
                  <a16:creationId xmlns:a16="http://schemas.microsoft.com/office/drawing/2014/main" id="{4D2AF14F-5238-8449-5B3A-7335D203364D}"/>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7" name="!!TextBox 20">
            <a:extLst>
              <a:ext uri="{FF2B5EF4-FFF2-40B4-BE49-F238E27FC236}">
                <a16:creationId xmlns:a16="http://schemas.microsoft.com/office/drawing/2014/main" id="{5B52595C-3F98-6A00-D2DF-F6A908884AA6}"/>
              </a:ext>
            </a:extLst>
          </p:cNvPr>
          <p:cNvSpPr txBox="1"/>
          <p:nvPr/>
        </p:nvSpPr>
        <p:spPr>
          <a:xfrm>
            <a:off x="1710917" y="4943567"/>
            <a:ext cx="2338422"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That’s </a:t>
            </a:r>
            <a:r>
              <a:rPr lang="en-US" i="1" dirty="0">
                <a:latin typeface="Roboto Light" panose="02000000000000000000" pitchFamily="2" charset="0"/>
                <a:ea typeface="Roboto Light" panose="02000000000000000000" pitchFamily="2" charset="0"/>
              </a:rPr>
              <a:t>better</a:t>
            </a:r>
            <a:r>
              <a:rPr lang="en-US" dirty="0">
                <a:latin typeface="Roboto Light" panose="02000000000000000000" pitchFamily="2" charset="0"/>
                <a:ea typeface="Roboto Light" panose="02000000000000000000" pitchFamily="2" charset="0"/>
              </a:rPr>
              <a:t>, but…</a:t>
            </a:r>
          </a:p>
        </p:txBody>
      </p:sp>
      <p:pic>
        <p:nvPicPr>
          <p:cNvPr id="184" name="Picture 183">
            <a:extLst>
              <a:ext uri="{FF2B5EF4-FFF2-40B4-BE49-F238E27FC236}">
                <a16:creationId xmlns:a16="http://schemas.microsoft.com/office/drawing/2014/main" id="{E57B19B5-C4E8-F004-23D4-FA87D78EF32C}"/>
              </a:ext>
            </a:extLst>
          </p:cNvPr>
          <p:cNvPicPr>
            <a:picLocks noChangeAspect="1"/>
          </p:cNvPicPr>
          <p:nvPr/>
        </p:nvPicPr>
        <p:blipFill>
          <a:blip r:embed="rId7"/>
          <a:srcRect/>
          <a:stretch/>
        </p:blipFill>
        <p:spPr>
          <a:xfrm>
            <a:off x="1348451" y="5550185"/>
            <a:ext cx="682992" cy="1282565"/>
          </a:xfrm>
          <a:prstGeom prst="rect">
            <a:avLst/>
          </a:prstGeom>
        </p:spPr>
      </p:pic>
      <p:sp>
        <p:nvSpPr>
          <p:cNvPr id="185" name="!!Speech Bubble 2">
            <a:extLst>
              <a:ext uri="{FF2B5EF4-FFF2-40B4-BE49-F238E27FC236}">
                <a16:creationId xmlns:a16="http://schemas.microsoft.com/office/drawing/2014/main" id="{78FCAF4C-A3CF-EE36-5D47-57186881A56F}"/>
              </a:ext>
            </a:extLst>
          </p:cNvPr>
          <p:cNvSpPr/>
          <p:nvPr/>
        </p:nvSpPr>
        <p:spPr>
          <a:xfrm>
            <a:off x="1742668" y="4959279"/>
            <a:ext cx="2003831" cy="391476"/>
          </a:xfrm>
          <a:prstGeom prst="wedgeRectCallout">
            <a:avLst>
              <a:gd name="adj1" fmla="val -39860"/>
              <a:gd name="adj2" fmla="val 11799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1" name="!!SliderBottomOff">
            <a:extLst>
              <a:ext uri="{FF2B5EF4-FFF2-40B4-BE49-F238E27FC236}">
                <a16:creationId xmlns:a16="http://schemas.microsoft.com/office/drawing/2014/main" id="{C8FA9AA8-8B5A-04F3-761A-626D5110504E}"/>
              </a:ext>
            </a:extLst>
          </p:cNvPr>
          <p:cNvPicPr>
            <a:picLocks noChangeAspect="1"/>
          </p:cNvPicPr>
          <p:nvPr/>
        </p:nvPicPr>
        <p:blipFill>
          <a:blip r:embed="rId8"/>
          <a:srcRect/>
          <a:stretch/>
        </p:blipFill>
        <p:spPr>
          <a:xfrm>
            <a:off x="11417584" y="3761799"/>
            <a:ext cx="591407" cy="445080"/>
          </a:xfrm>
          <a:prstGeom prst="rect">
            <a:avLst/>
          </a:prstGeom>
        </p:spPr>
      </p:pic>
      <p:pic>
        <p:nvPicPr>
          <p:cNvPr id="182" name="!!SliderTopOff">
            <a:extLst>
              <a:ext uri="{FF2B5EF4-FFF2-40B4-BE49-F238E27FC236}">
                <a16:creationId xmlns:a16="http://schemas.microsoft.com/office/drawing/2014/main" id="{9B55AE79-6514-0EB7-0DEE-631E626F056A}"/>
              </a:ext>
            </a:extLst>
          </p:cNvPr>
          <p:cNvPicPr>
            <a:picLocks noChangeAspect="1"/>
          </p:cNvPicPr>
          <p:nvPr/>
        </p:nvPicPr>
        <p:blipFill>
          <a:blip r:embed="rId9"/>
          <a:srcRect/>
          <a:stretch/>
        </p:blipFill>
        <p:spPr>
          <a:xfrm>
            <a:off x="11399552" y="3211422"/>
            <a:ext cx="591406" cy="445080"/>
          </a:xfrm>
          <a:prstGeom prst="rect">
            <a:avLst/>
          </a:prstGeom>
        </p:spPr>
      </p:pic>
      <p:pic>
        <p:nvPicPr>
          <p:cNvPr id="208" name="!!SliderTopOn">
            <a:extLst>
              <a:ext uri="{FF2B5EF4-FFF2-40B4-BE49-F238E27FC236}">
                <a16:creationId xmlns:a16="http://schemas.microsoft.com/office/drawing/2014/main" id="{662DF0C9-E9B8-5E16-B36E-764F3E3AC87F}"/>
              </a:ext>
            </a:extLst>
          </p:cNvPr>
          <p:cNvPicPr>
            <a:picLocks noChangeAspect="1"/>
          </p:cNvPicPr>
          <p:nvPr/>
        </p:nvPicPr>
        <p:blipFill>
          <a:blip r:embed="rId10"/>
          <a:stretch>
            <a:fillRect/>
          </a:stretch>
        </p:blipFill>
        <p:spPr>
          <a:xfrm>
            <a:off x="11398535" y="3211422"/>
            <a:ext cx="593440" cy="445080"/>
          </a:xfrm>
          <a:prstGeom prst="rect">
            <a:avLst/>
          </a:prstGeom>
        </p:spPr>
      </p:pic>
      <p:pic>
        <p:nvPicPr>
          <p:cNvPr id="209" name="!!SliderBottomOn">
            <a:extLst>
              <a:ext uri="{FF2B5EF4-FFF2-40B4-BE49-F238E27FC236}">
                <a16:creationId xmlns:a16="http://schemas.microsoft.com/office/drawing/2014/main" id="{152269CD-F8D0-E57E-1149-6ADD482B7237}"/>
              </a:ext>
            </a:extLst>
          </p:cNvPr>
          <p:cNvPicPr>
            <a:picLocks noChangeAspect="1"/>
          </p:cNvPicPr>
          <p:nvPr/>
        </p:nvPicPr>
        <p:blipFill>
          <a:blip r:embed="rId10"/>
          <a:stretch>
            <a:fillRect/>
          </a:stretch>
        </p:blipFill>
        <p:spPr>
          <a:xfrm>
            <a:off x="11379485" y="3763975"/>
            <a:ext cx="593440" cy="445080"/>
          </a:xfrm>
          <a:prstGeom prst="rect">
            <a:avLst/>
          </a:prstGeom>
        </p:spPr>
      </p:pic>
      <p:sp>
        <p:nvSpPr>
          <p:cNvPr id="180" name="Rectangle: Rounded Corners 179">
            <a:extLst>
              <a:ext uri="{FF2B5EF4-FFF2-40B4-BE49-F238E27FC236}">
                <a16:creationId xmlns:a16="http://schemas.microsoft.com/office/drawing/2014/main" id="{E81728A3-8DEB-C5AB-9D4A-7B2A96FA8D93}"/>
              </a:ext>
            </a:extLst>
          </p:cNvPr>
          <p:cNvSpPr/>
          <p:nvPr/>
        </p:nvSpPr>
        <p:spPr>
          <a:xfrm>
            <a:off x="11345418" y="3175099"/>
            <a:ext cx="741807" cy="11044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3525663"/>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209"/>
                                        </p:tgtEl>
                                        <p:attrNameLst>
                                          <p:attrName>style.visibility</p:attrName>
                                        </p:attrNameLst>
                                      </p:cBhvr>
                                      <p:to>
                                        <p:strVal val="visible"/>
                                      </p:to>
                                    </p:set>
                                    <p:animEffect transition="in" filter="wipe(left)">
                                      <p:cBhvr>
                                        <p:cTn id="7" dur="500"/>
                                        <p:tgtEl>
                                          <p:spTgt spid="209"/>
                                        </p:tgtEl>
                                      </p:cBhvr>
                                    </p:animEffect>
                                  </p:childTnLst>
                                </p:cTn>
                              </p:par>
                              <p:par>
                                <p:cTn id="8" presetID="22" presetClass="entr" presetSubtype="8" fill="hold" nodeType="withEffect">
                                  <p:stCondLst>
                                    <p:cond delay="0"/>
                                  </p:stCondLst>
                                  <p:childTnLst>
                                    <p:set>
                                      <p:cBhvr>
                                        <p:cTn id="9" dur="1" fill="hold">
                                          <p:stCondLst>
                                            <p:cond delay="0"/>
                                          </p:stCondLst>
                                        </p:cTn>
                                        <p:tgtEl>
                                          <p:spTgt spid="208"/>
                                        </p:tgtEl>
                                        <p:attrNameLst>
                                          <p:attrName>style.visibility</p:attrName>
                                        </p:attrNameLst>
                                      </p:cBhvr>
                                      <p:to>
                                        <p:strVal val="visible"/>
                                      </p:to>
                                    </p:set>
                                    <p:animEffect transition="in" filter="wipe(left)">
                                      <p:cBhvr>
                                        <p:cTn id="10" dur="500"/>
                                        <p:tgtEl>
                                          <p:spTgt spid="208"/>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84"/>
                                        </p:tgtEl>
                                        <p:attrNameLst>
                                          <p:attrName>style.visibility</p:attrName>
                                        </p:attrNameLst>
                                      </p:cBhvr>
                                      <p:to>
                                        <p:strVal val="visible"/>
                                      </p:to>
                                    </p:set>
                                    <p:anim calcmode="lin" valueType="num">
                                      <p:cBhvr additive="base">
                                        <p:cTn id="15" dur="500" fill="hold"/>
                                        <p:tgtEl>
                                          <p:spTgt spid="184"/>
                                        </p:tgtEl>
                                        <p:attrNameLst>
                                          <p:attrName>ppt_x</p:attrName>
                                        </p:attrNameLst>
                                      </p:cBhvr>
                                      <p:tavLst>
                                        <p:tav tm="0">
                                          <p:val>
                                            <p:strVal val="#ppt_x"/>
                                          </p:val>
                                        </p:tav>
                                        <p:tav tm="100000">
                                          <p:val>
                                            <p:strVal val="#ppt_x"/>
                                          </p:val>
                                        </p:tav>
                                      </p:tavLst>
                                    </p:anim>
                                    <p:anim calcmode="lin" valueType="num">
                                      <p:cBhvr additive="base">
                                        <p:cTn id="16" dur="500" fill="hold"/>
                                        <p:tgtEl>
                                          <p:spTgt spid="184"/>
                                        </p:tgtEl>
                                        <p:attrNameLst>
                                          <p:attrName>ppt_y</p:attrName>
                                        </p:attrNameLst>
                                      </p:cBhvr>
                                      <p:tavLst>
                                        <p:tav tm="0">
                                          <p:val>
                                            <p:strVal val="1+#ppt_h/2"/>
                                          </p:val>
                                        </p:tav>
                                        <p:tav tm="100000">
                                          <p:val>
                                            <p:strVal val="#ppt_y"/>
                                          </p:val>
                                        </p:tav>
                                      </p:tavLst>
                                    </p:anim>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85"/>
                                        </p:tgtEl>
                                        <p:attrNameLst>
                                          <p:attrName>style.visibility</p:attrName>
                                        </p:attrNameLst>
                                      </p:cBhvr>
                                      <p:to>
                                        <p:strVal val="visible"/>
                                      </p:to>
                                    </p:set>
                                    <p:animEffect transition="in" filter="fade">
                                      <p:cBhvr>
                                        <p:cTn id="23" dur="500"/>
                                        <p:tgtEl>
                                          <p:spTgt spid="1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85" grpId="0" animBg="1"/>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3" name="Picture 202">
            <a:extLst>
              <a:ext uri="{FF2B5EF4-FFF2-40B4-BE49-F238E27FC236}">
                <a16:creationId xmlns:a16="http://schemas.microsoft.com/office/drawing/2014/main" id="{35DFC2D6-94A1-679F-452E-B86217318C96}"/>
              </a:ext>
            </a:extLst>
          </p:cNvPr>
          <p:cNvPicPr>
            <a:picLocks noChangeAspect="1"/>
          </p:cNvPicPr>
          <p:nvPr/>
        </p:nvPicPr>
        <p:blipFill>
          <a:blip r:embed="rId3"/>
          <a:stretch>
            <a:fillRect/>
          </a:stretch>
        </p:blipFill>
        <p:spPr>
          <a:xfrm>
            <a:off x="7976031" y="2285469"/>
            <a:ext cx="4215615" cy="2168805"/>
          </a:xfrm>
          <a:prstGeom prst="rect">
            <a:avLst/>
          </a:prstGeom>
        </p:spPr>
      </p:pic>
      <p:pic>
        <p:nvPicPr>
          <p:cNvPr id="208" name="Picture 207">
            <a:extLst>
              <a:ext uri="{FF2B5EF4-FFF2-40B4-BE49-F238E27FC236}">
                <a16:creationId xmlns:a16="http://schemas.microsoft.com/office/drawing/2014/main" id="{662DF0C9-E9B8-5E16-B36E-764F3E3AC87F}"/>
              </a:ext>
            </a:extLst>
          </p:cNvPr>
          <p:cNvPicPr>
            <a:picLocks noChangeAspect="1"/>
          </p:cNvPicPr>
          <p:nvPr/>
        </p:nvPicPr>
        <p:blipFill>
          <a:blip r:embed="rId4"/>
          <a:stretch>
            <a:fillRect/>
          </a:stretch>
        </p:blipFill>
        <p:spPr>
          <a:xfrm>
            <a:off x="11398535" y="3211422"/>
            <a:ext cx="593440" cy="445080"/>
          </a:xfrm>
          <a:prstGeom prst="rect">
            <a:avLst/>
          </a:prstGeom>
        </p:spPr>
      </p:pic>
      <p:pic>
        <p:nvPicPr>
          <p:cNvPr id="209" name="Picture 208">
            <a:extLst>
              <a:ext uri="{FF2B5EF4-FFF2-40B4-BE49-F238E27FC236}">
                <a16:creationId xmlns:a16="http://schemas.microsoft.com/office/drawing/2014/main" id="{152269CD-F8D0-E57E-1149-6ADD482B7237}"/>
              </a:ext>
            </a:extLst>
          </p:cNvPr>
          <p:cNvPicPr>
            <a:picLocks noChangeAspect="1"/>
          </p:cNvPicPr>
          <p:nvPr/>
        </p:nvPicPr>
        <p:blipFill>
          <a:blip r:embed="rId4"/>
          <a:stretch>
            <a:fillRect/>
          </a:stretch>
        </p:blipFill>
        <p:spPr>
          <a:xfrm>
            <a:off x="11379485" y="3763975"/>
            <a:ext cx="593440" cy="445080"/>
          </a:xfrm>
          <a:prstGeom prst="rect">
            <a:avLst/>
          </a:prstGeom>
        </p:spPr>
      </p:pic>
      <p:sp>
        <p:nvSpPr>
          <p:cNvPr id="141" name="Header whiteout - blur">
            <a:extLst>
              <a:ext uri="{FF2B5EF4-FFF2-40B4-BE49-F238E27FC236}">
                <a16:creationId xmlns:a16="http://schemas.microsoft.com/office/drawing/2014/main" id="{FDEED602-0E34-4CE1-A9BE-2DBA0A4168BF}"/>
              </a:ext>
            </a:extLst>
          </p:cNvPr>
          <p:cNvSpPr/>
          <p:nvPr/>
        </p:nvSpPr>
        <p:spPr>
          <a:xfrm>
            <a:off x="1" y="0"/>
            <a:ext cx="12191999" cy="765890"/>
          </a:xfrm>
          <a:prstGeom prst="rect">
            <a:avLst/>
          </a:prstGeom>
          <a:solidFill>
            <a:schemeClr val="bg1"/>
          </a:solid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Header whiteout">
            <a:extLst>
              <a:ext uri="{FF2B5EF4-FFF2-40B4-BE49-F238E27FC236}">
                <a16:creationId xmlns:a16="http://schemas.microsoft.com/office/drawing/2014/main" id="{E4FEBDD2-0824-42D6-9314-281AB36826EE}"/>
              </a:ext>
            </a:extLst>
          </p:cNvPr>
          <p:cNvSpPr/>
          <p:nvPr/>
        </p:nvSpPr>
        <p:spPr>
          <a:xfrm>
            <a:off x="-10933" y="-11369"/>
            <a:ext cx="12191999" cy="549129"/>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Header Text 2">
            <a:extLst>
              <a:ext uri="{FF2B5EF4-FFF2-40B4-BE49-F238E27FC236}">
                <a16:creationId xmlns:a16="http://schemas.microsoft.com/office/drawing/2014/main" id="{8C7933CB-1A08-45A6-B72C-0D694D101E8E}"/>
              </a:ext>
            </a:extLst>
          </p:cNvPr>
          <p:cNvPicPr>
            <a:picLocks noChangeAspect="1"/>
          </p:cNvPicPr>
          <p:nvPr/>
        </p:nvPicPr>
        <p:blipFill>
          <a:blip r:embed="rId5"/>
          <a:stretch>
            <a:fillRect/>
          </a:stretch>
        </p:blipFill>
        <p:spPr>
          <a:xfrm>
            <a:off x="6110562" y="32979"/>
            <a:ext cx="2840139" cy="356237"/>
          </a:xfrm>
          <a:prstGeom prst="rect">
            <a:avLst/>
          </a:prstGeom>
        </p:spPr>
      </p:pic>
      <p:sp>
        <p:nvSpPr>
          <p:cNvPr id="37" name="Header Text 1">
            <a:extLst>
              <a:ext uri="{FF2B5EF4-FFF2-40B4-BE49-F238E27FC236}">
                <a16:creationId xmlns:a16="http://schemas.microsoft.com/office/drawing/2014/main" id="{89AA9521-06A9-43D7-B00C-497119F38E5E}"/>
              </a:ext>
            </a:extLst>
          </p:cNvPr>
          <p:cNvSpPr txBox="1"/>
          <p:nvPr/>
        </p:nvSpPr>
        <p:spPr>
          <a:xfrm>
            <a:off x="779537" y="0"/>
            <a:ext cx="6545461" cy="461665"/>
          </a:xfrm>
          <a:prstGeom prst="rect">
            <a:avLst/>
          </a:prstGeom>
          <a:noFill/>
        </p:spPr>
        <p:txBody>
          <a:bodyPr wrap="square" rtlCol="0">
            <a:spAutoFit/>
          </a:bodyPr>
          <a:lstStyle/>
          <a:p>
            <a:pPr algn="ctr"/>
            <a:r>
              <a:rPr lang="en-US" sz="2400" dirty="0">
                <a:solidFill>
                  <a:srgbClr val="2D3E50"/>
                </a:solidFill>
                <a:latin typeface="Roboto Black" panose="02000000000000000000" pitchFamily="2" charset="0"/>
                <a:ea typeface="Roboto Black" panose="02000000000000000000" pitchFamily="2" charset="0"/>
              </a:rPr>
              <a:t>Automating Your </a:t>
            </a:r>
            <a:r>
              <a:rPr lang="en-US" sz="2400" dirty="0" err="1">
                <a:solidFill>
                  <a:srgbClr val="2D3E50"/>
                </a:solidFill>
                <a:latin typeface="Roboto Black" panose="02000000000000000000" pitchFamily="2" charset="0"/>
                <a:ea typeface="Roboto Black" panose="02000000000000000000" pitchFamily="2" charset="0"/>
              </a:rPr>
              <a:t>Smarthome</a:t>
            </a:r>
            <a:endParaRPr lang="en-US" sz="2400" dirty="0">
              <a:solidFill>
                <a:srgbClr val="2D3E50"/>
              </a:solidFill>
              <a:latin typeface="Roboto Black" panose="02000000000000000000" pitchFamily="2" charset="0"/>
              <a:ea typeface="Roboto Black" panose="02000000000000000000" pitchFamily="2" charset="0"/>
            </a:endParaRPr>
          </a:p>
        </p:txBody>
      </p:sp>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0" y="4397265"/>
            <a:ext cx="404102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 (no app required) </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16" name="!!Title">
            <a:extLst>
              <a:ext uri="{FF2B5EF4-FFF2-40B4-BE49-F238E27FC236}">
                <a16:creationId xmlns:a16="http://schemas.microsoft.com/office/drawing/2014/main" id="{F20B3770-0546-137D-052E-B22211EAD962}"/>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3" name="Picture 2">
            <a:extLst>
              <a:ext uri="{FF2B5EF4-FFF2-40B4-BE49-F238E27FC236}">
                <a16:creationId xmlns:a16="http://schemas.microsoft.com/office/drawing/2014/main" id="{00E93B31-E815-0A12-2350-6F471FE0AE1C}"/>
              </a:ext>
            </a:extLst>
          </p:cNvPr>
          <p:cNvPicPr>
            <a:picLocks noChangeAspect="1"/>
          </p:cNvPicPr>
          <p:nvPr/>
        </p:nvPicPr>
        <p:blipFill>
          <a:blip r:embed="rId7"/>
          <a:stretch>
            <a:fillRect/>
          </a:stretch>
        </p:blipFill>
        <p:spPr>
          <a:xfrm>
            <a:off x="5125304" y="1842158"/>
            <a:ext cx="1939828" cy="2966284"/>
          </a:xfrm>
          <a:prstGeom prst="rect">
            <a:avLst/>
          </a:prstGeom>
        </p:spPr>
      </p:pic>
      <p:sp>
        <p:nvSpPr>
          <p:cNvPr id="201" name="Red text">
            <a:extLst>
              <a:ext uri="{FF2B5EF4-FFF2-40B4-BE49-F238E27FC236}">
                <a16:creationId xmlns:a16="http://schemas.microsoft.com/office/drawing/2014/main" id="{8FC3E034-09CC-12FC-C7D7-BBF5BD6F3670}"/>
              </a:ext>
            </a:extLst>
          </p:cNvPr>
          <p:cNvSpPr txBox="1"/>
          <p:nvPr/>
        </p:nvSpPr>
        <p:spPr>
          <a:xfrm>
            <a:off x="7695575" y="5009243"/>
            <a:ext cx="3735033"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Automatically re-enable after a few hours </a:t>
            </a:r>
          </a:p>
        </p:txBody>
      </p:sp>
      <p:grpSp>
        <p:nvGrpSpPr>
          <p:cNvPr id="2" name="Arrow">
            <a:extLst>
              <a:ext uri="{FF2B5EF4-FFF2-40B4-BE49-F238E27FC236}">
                <a16:creationId xmlns:a16="http://schemas.microsoft.com/office/drawing/2014/main" id="{3F9DEC52-C749-6AF4-B33B-18CC2DAF5987}"/>
              </a:ext>
            </a:extLst>
          </p:cNvPr>
          <p:cNvGrpSpPr>
            <a:grpSpLocks noChangeAspect="1"/>
          </p:cNvGrpSpPr>
          <p:nvPr/>
        </p:nvGrpSpPr>
        <p:grpSpPr bwMode="auto">
          <a:xfrm rot="16200000" flipH="1">
            <a:off x="10825692" y="4527521"/>
            <a:ext cx="904172" cy="943180"/>
            <a:chOff x="1328" y="0"/>
            <a:chExt cx="3106" cy="3240"/>
          </a:xfrm>
          <a:solidFill>
            <a:srgbClr val="C00000"/>
          </a:solidFill>
        </p:grpSpPr>
        <p:sp>
          <p:nvSpPr>
            <p:cNvPr id="6" name="Freeform 716">
              <a:extLst>
                <a:ext uri="{FF2B5EF4-FFF2-40B4-BE49-F238E27FC236}">
                  <a16:creationId xmlns:a16="http://schemas.microsoft.com/office/drawing/2014/main" id="{3C725839-AD16-8E7F-B227-DB9DADA05530}"/>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 name="Freeform 717">
              <a:extLst>
                <a:ext uri="{FF2B5EF4-FFF2-40B4-BE49-F238E27FC236}">
                  <a16:creationId xmlns:a16="http://schemas.microsoft.com/office/drawing/2014/main" id="{98CD0D01-7B5A-1460-7B37-E045BF9B25A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18">
              <a:extLst>
                <a:ext uri="{FF2B5EF4-FFF2-40B4-BE49-F238E27FC236}">
                  <a16:creationId xmlns:a16="http://schemas.microsoft.com/office/drawing/2014/main" id="{75FC2A02-B67E-4D85-6EA4-EB2C30760B38}"/>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19">
              <a:extLst>
                <a:ext uri="{FF2B5EF4-FFF2-40B4-BE49-F238E27FC236}">
                  <a16:creationId xmlns:a16="http://schemas.microsoft.com/office/drawing/2014/main" id="{E965DED6-913B-F8C2-4135-A0940FCA59E7}"/>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20">
              <a:extLst>
                <a:ext uri="{FF2B5EF4-FFF2-40B4-BE49-F238E27FC236}">
                  <a16:creationId xmlns:a16="http://schemas.microsoft.com/office/drawing/2014/main" id="{311DE844-4DA3-55EF-5F67-99878966910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1">
              <a:extLst>
                <a:ext uri="{FF2B5EF4-FFF2-40B4-BE49-F238E27FC236}">
                  <a16:creationId xmlns:a16="http://schemas.microsoft.com/office/drawing/2014/main" id="{4A8D07F1-FDAA-D1BD-45A5-4D08507AF840}"/>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2">
              <a:extLst>
                <a:ext uri="{FF2B5EF4-FFF2-40B4-BE49-F238E27FC236}">
                  <a16:creationId xmlns:a16="http://schemas.microsoft.com/office/drawing/2014/main" id="{F863264C-8C3B-8AEB-511E-36FBD8084E9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3">
              <a:extLst>
                <a:ext uri="{FF2B5EF4-FFF2-40B4-BE49-F238E27FC236}">
                  <a16:creationId xmlns:a16="http://schemas.microsoft.com/office/drawing/2014/main" id="{1F662C93-EA0F-44A4-2CF7-515AFE696EDD}"/>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4">
              <a:extLst>
                <a:ext uri="{FF2B5EF4-FFF2-40B4-BE49-F238E27FC236}">
                  <a16:creationId xmlns:a16="http://schemas.microsoft.com/office/drawing/2014/main" id="{7BD9F09D-4DC5-A41A-6664-9F49BC6E9BDD}"/>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5">
              <a:extLst>
                <a:ext uri="{FF2B5EF4-FFF2-40B4-BE49-F238E27FC236}">
                  <a16:creationId xmlns:a16="http://schemas.microsoft.com/office/drawing/2014/main" id="{F5C37CBF-713A-BA77-91C7-7C364817089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6">
              <a:extLst>
                <a:ext uri="{FF2B5EF4-FFF2-40B4-BE49-F238E27FC236}">
                  <a16:creationId xmlns:a16="http://schemas.microsoft.com/office/drawing/2014/main" id="{BB4E1B86-6B67-C6F4-0274-C9E93743F39A}"/>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7">
              <a:extLst>
                <a:ext uri="{FF2B5EF4-FFF2-40B4-BE49-F238E27FC236}">
                  <a16:creationId xmlns:a16="http://schemas.microsoft.com/office/drawing/2014/main" id="{AFAC4AAB-95B3-1832-6A6A-EC253042E72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8">
              <a:extLst>
                <a:ext uri="{FF2B5EF4-FFF2-40B4-BE49-F238E27FC236}">
                  <a16:creationId xmlns:a16="http://schemas.microsoft.com/office/drawing/2014/main" id="{6D6B75F1-1D65-FF8F-E602-75768ED133AB}"/>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9">
              <a:extLst>
                <a:ext uri="{FF2B5EF4-FFF2-40B4-BE49-F238E27FC236}">
                  <a16:creationId xmlns:a16="http://schemas.microsoft.com/office/drawing/2014/main" id="{91EC0830-0213-B572-69AB-0204AD50D151}"/>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0">
              <a:extLst>
                <a:ext uri="{FF2B5EF4-FFF2-40B4-BE49-F238E27FC236}">
                  <a16:creationId xmlns:a16="http://schemas.microsoft.com/office/drawing/2014/main" id="{9F4FAFC7-48ED-A2E0-6AAE-57F01A3C61B2}"/>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1">
              <a:extLst>
                <a:ext uri="{FF2B5EF4-FFF2-40B4-BE49-F238E27FC236}">
                  <a16:creationId xmlns:a16="http://schemas.microsoft.com/office/drawing/2014/main" id="{3F953803-C438-CBC1-7955-D81BBE40CA59}"/>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2">
              <a:extLst>
                <a:ext uri="{FF2B5EF4-FFF2-40B4-BE49-F238E27FC236}">
                  <a16:creationId xmlns:a16="http://schemas.microsoft.com/office/drawing/2014/main" id="{1306EBBE-DD5C-87BE-8233-B06C2013A8DA}"/>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33">
              <a:extLst>
                <a:ext uri="{FF2B5EF4-FFF2-40B4-BE49-F238E27FC236}">
                  <a16:creationId xmlns:a16="http://schemas.microsoft.com/office/drawing/2014/main" id="{C49378D4-114C-56DD-13A7-775F7FC5ED6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4">
              <a:extLst>
                <a:ext uri="{FF2B5EF4-FFF2-40B4-BE49-F238E27FC236}">
                  <a16:creationId xmlns:a16="http://schemas.microsoft.com/office/drawing/2014/main" id="{92F637F1-11B7-F021-6802-6A43279F6AD6}"/>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5">
              <a:extLst>
                <a:ext uri="{FF2B5EF4-FFF2-40B4-BE49-F238E27FC236}">
                  <a16:creationId xmlns:a16="http://schemas.microsoft.com/office/drawing/2014/main" id="{2EA0B15D-F66E-7B6B-6F2A-8B0CDA8A508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6">
              <a:extLst>
                <a:ext uri="{FF2B5EF4-FFF2-40B4-BE49-F238E27FC236}">
                  <a16:creationId xmlns:a16="http://schemas.microsoft.com/office/drawing/2014/main" id="{7135A778-D422-A006-CCEE-9D9C8A121C25}"/>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7">
              <a:extLst>
                <a:ext uri="{FF2B5EF4-FFF2-40B4-BE49-F238E27FC236}">
                  <a16:creationId xmlns:a16="http://schemas.microsoft.com/office/drawing/2014/main" id="{6BB5DF30-1CE1-1681-C73E-A428F606829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8">
              <a:extLst>
                <a:ext uri="{FF2B5EF4-FFF2-40B4-BE49-F238E27FC236}">
                  <a16:creationId xmlns:a16="http://schemas.microsoft.com/office/drawing/2014/main" id="{79668FA3-957D-798C-3DF3-97EF07BC6018}"/>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9">
              <a:extLst>
                <a:ext uri="{FF2B5EF4-FFF2-40B4-BE49-F238E27FC236}">
                  <a16:creationId xmlns:a16="http://schemas.microsoft.com/office/drawing/2014/main" id="{16D1FBA6-07C1-F6F6-BB2E-1DBEE3005D38}"/>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0">
              <a:extLst>
                <a:ext uri="{FF2B5EF4-FFF2-40B4-BE49-F238E27FC236}">
                  <a16:creationId xmlns:a16="http://schemas.microsoft.com/office/drawing/2014/main" id="{499B3A7E-D7E2-6671-3511-5BA0A436172F}"/>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1">
              <a:extLst>
                <a:ext uri="{FF2B5EF4-FFF2-40B4-BE49-F238E27FC236}">
                  <a16:creationId xmlns:a16="http://schemas.microsoft.com/office/drawing/2014/main" id="{CF05C1B9-A89C-DC73-180A-F8556887FB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2">
              <a:extLst>
                <a:ext uri="{FF2B5EF4-FFF2-40B4-BE49-F238E27FC236}">
                  <a16:creationId xmlns:a16="http://schemas.microsoft.com/office/drawing/2014/main" id="{0A1E28AE-FC7C-FFFB-8614-82EBFBE98E0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43">
              <a:extLst>
                <a:ext uri="{FF2B5EF4-FFF2-40B4-BE49-F238E27FC236}">
                  <a16:creationId xmlns:a16="http://schemas.microsoft.com/office/drawing/2014/main" id="{A663CF36-A438-05AB-6912-393BE8A98228}"/>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4">
              <a:extLst>
                <a:ext uri="{FF2B5EF4-FFF2-40B4-BE49-F238E27FC236}">
                  <a16:creationId xmlns:a16="http://schemas.microsoft.com/office/drawing/2014/main" id="{5ADA127B-931F-126B-E743-B2B6DEC12605}"/>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5">
              <a:extLst>
                <a:ext uri="{FF2B5EF4-FFF2-40B4-BE49-F238E27FC236}">
                  <a16:creationId xmlns:a16="http://schemas.microsoft.com/office/drawing/2014/main" id="{97D88050-165A-03FC-43D6-BE0462D49517}"/>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6">
              <a:extLst>
                <a:ext uri="{FF2B5EF4-FFF2-40B4-BE49-F238E27FC236}">
                  <a16:creationId xmlns:a16="http://schemas.microsoft.com/office/drawing/2014/main" id="{64A49646-3D19-2561-E26C-6CF5561A339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7">
              <a:extLst>
                <a:ext uri="{FF2B5EF4-FFF2-40B4-BE49-F238E27FC236}">
                  <a16:creationId xmlns:a16="http://schemas.microsoft.com/office/drawing/2014/main" id="{4C74EC25-DBA9-A276-ECDB-63C8CE7F31F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8">
              <a:extLst>
                <a:ext uri="{FF2B5EF4-FFF2-40B4-BE49-F238E27FC236}">
                  <a16:creationId xmlns:a16="http://schemas.microsoft.com/office/drawing/2014/main" id="{2C27C6C4-B956-E8C3-B717-D1A8C7918F00}"/>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9">
              <a:extLst>
                <a:ext uri="{FF2B5EF4-FFF2-40B4-BE49-F238E27FC236}">
                  <a16:creationId xmlns:a16="http://schemas.microsoft.com/office/drawing/2014/main" id="{17278416-83DF-674A-E6BC-E619166A8AD1}"/>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50">
              <a:extLst>
                <a:ext uri="{FF2B5EF4-FFF2-40B4-BE49-F238E27FC236}">
                  <a16:creationId xmlns:a16="http://schemas.microsoft.com/office/drawing/2014/main" id="{031259B4-39B7-43D2-8777-84D3EEA98E8F}"/>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51">
              <a:extLst>
                <a:ext uri="{FF2B5EF4-FFF2-40B4-BE49-F238E27FC236}">
                  <a16:creationId xmlns:a16="http://schemas.microsoft.com/office/drawing/2014/main" id="{75D42E1A-2CE8-5C49-CD4A-402B9955B7E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2">
              <a:extLst>
                <a:ext uri="{FF2B5EF4-FFF2-40B4-BE49-F238E27FC236}">
                  <a16:creationId xmlns:a16="http://schemas.microsoft.com/office/drawing/2014/main" id="{382E6A4F-2CD9-97BB-832C-359B23A1979E}"/>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53">
              <a:extLst>
                <a:ext uri="{FF2B5EF4-FFF2-40B4-BE49-F238E27FC236}">
                  <a16:creationId xmlns:a16="http://schemas.microsoft.com/office/drawing/2014/main" id="{B5425C61-1F88-FAAF-AC74-982C35C294B0}"/>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4">
              <a:extLst>
                <a:ext uri="{FF2B5EF4-FFF2-40B4-BE49-F238E27FC236}">
                  <a16:creationId xmlns:a16="http://schemas.microsoft.com/office/drawing/2014/main" id="{1AA67BF7-2AAA-0D04-A6F8-6A3A3F12A6F9}"/>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5">
              <a:extLst>
                <a:ext uri="{FF2B5EF4-FFF2-40B4-BE49-F238E27FC236}">
                  <a16:creationId xmlns:a16="http://schemas.microsoft.com/office/drawing/2014/main" id="{15B99180-8FCC-293D-0F1C-75D89F4E0F0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6">
              <a:extLst>
                <a:ext uri="{FF2B5EF4-FFF2-40B4-BE49-F238E27FC236}">
                  <a16:creationId xmlns:a16="http://schemas.microsoft.com/office/drawing/2014/main" id="{1ED35030-CC12-DF98-F745-74FFFB0952CF}"/>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7">
              <a:extLst>
                <a:ext uri="{FF2B5EF4-FFF2-40B4-BE49-F238E27FC236}">
                  <a16:creationId xmlns:a16="http://schemas.microsoft.com/office/drawing/2014/main" id="{EAAC39F9-E588-E8AD-594A-6CE9B4E3E5DC}"/>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8">
              <a:extLst>
                <a:ext uri="{FF2B5EF4-FFF2-40B4-BE49-F238E27FC236}">
                  <a16:creationId xmlns:a16="http://schemas.microsoft.com/office/drawing/2014/main" id="{5387F87D-6ECC-5222-1BB9-FD245825D5B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9">
              <a:extLst>
                <a:ext uri="{FF2B5EF4-FFF2-40B4-BE49-F238E27FC236}">
                  <a16:creationId xmlns:a16="http://schemas.microsoft.com/office/drawing/2014/main" id="{A54C6C6B-47A3-2C43-8C36-90211A3BF65C}"/>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60">
              <a:extLst>
                <a:ext uri="{FF2B5EF4-FFF2-40B4-BE49-F238E27FC236}">
                  <a16:creationId xmlns:a16="http://schemas.microsoft.com/office/drawing/2014/main" id="{6A439691-9910-8D2D-3116-2E9405E1A8C5}"/>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61">
              <a:extLst>
                <a:ext uri="{FF2B5EF4-FFF2-40B4-BE49-F238E27FC236}">
                  <a16:creationId xmlns:a16="http://schemas.microsoft.com/office/drawing/2014/main" id="{BEC365DC-1535-3CA8-F1F3-FA5C9CBEC6EC}"/>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2">
              <a:extLst>
                <a:ext uri="{FF2B5EF4-FFF2-40B4-BE49-F238E27FC236}">
                  <a16:creationId xmlns:a16="http://schemas.microsoft.com/office/drawing/2014/main" id="{5E52BD3F-505E-E9E4-813C-BD1833194561}"/>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63">
              <a:extLst>
                <a:ext uri="{FF2B5EF4-FFF2-40B4-BE49-F238E27FC236}">
                  <a16:creationId xmlns:a16="http://schemas.microsoft.com/office/drawing/2014/main" id="{765DF5B2-4943-9F69-44FE-ACF25723B4A8}"/>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64">
              <a:extLst>
                <a:ext uri="{FF2B5EF4-FFF2-40B4-BE49-F238E27FC236}">
                  <a16:creationId xmlns:a16="http://schemas.microsoft.com/office/drawing/2014/main" id="{2C8E7692-9B48-9922-F55E-94F8B23697EE}"/>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5">
              <a:extLst>
                <a:ext uri="{FF2B5EF4-FFF2-40B4-BE49-F238E27FC236}">
                  <a16:creationId xmlns:a16="http://schemas.microsoft.com/office/drawing/2014/main" id="{78059AB0-00A6-6127-03D8-A755F830BEF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6">
              <a:extLst>
                <a:ext uri="{FF2B5EF4-FFF2-40B4-BE49-F238E27FC236}">
                  <a16:creationId xmlns:a16="http://schemas.microsoft.com/office/drawing/2014/main" id="{0A54EF13-5018-0484-8057-CC88E9671F14}"/>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7">
              <a:extLst>
                <a:ext uri="{FF2B5EF4-FFF2-40B4-BE49-F238E27FC236}">
                  <a16:creationId xmlns:a16="http://schemas.microsoft.com/office/drawing/2014/main" id="{A08351F2-CA79-7B4B-976F-596AF5B14DB9}"/>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68">
              <a:extLst>
                <a:ext uri="{FF2B5EF4-FFF2-40B4-BE49-F238E27FC236}">
                  <a16:creationId xmlns:a16="http://schemas.microsoft.com/office/drawing/2014/main" id="{14ACE549-E3A9-6E12-81AD-4D1F0DD96432}"/>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9">
              <a:extLst>
                <a:ext uri="{FF2B5EF4-FFF2-40B4-BE49-F238E27FC236}">
                  <a16:creationId xmlns:a16="http://schemas.microsoft.com/office/drawing/2014/main" id="{5ED8F699-DCF6-6D53-D9F9-045B12889A53}"/>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70">
              <a:extLst>
                <a:ext uri="{FF2B5EF4-FFF2-40B4-BE49-F238E27FC236}">
                  <a16:creationId xmlns:a16="http://schemas.microsoft.com/office/drawing/2014/main" id="{5744715F-EB78-12C0-313E-9FB7465392A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71">
              <a:extLst>
                <a:ext uri="{FF2B5EF4-FFF2-40B4-BE49-F238E27FC236}">
                  <a16:creationId xmlns:a16="http://schemas.microsoft.com/office/drawing/2014/main" id="{FFEE43D6-71A7-820C-1139-93CF56A267F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72">
              <a:extLst>
                <a:ext uri="{FF2B5EF4-FFF2-40B4-BE49-F238E27FC236}">
                  <a16:creationId xmlns:a16="http://schemas.microsoft.com/office/drawing/2014/main" id="{AB2BDF0F-F17D-80A9-FDAA-7CB34795BB3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73">
              <a:extLst>
                <a:ext uri="{FF2B5EF4-FFF2-40B4-BE49-F238E27FC236}">
                  <a16:creationId xmlns:a16="http://schemas.microsoft.com/office/drawing/2014/main" id="{082C9CB5-EF61-2AC0-D643-7C04E1CA00F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74">
              <a:extLst>
                <a:ext uri="{FF2B5EF4-FFF2-40B4-BE49-F238E27FC236}">
                  <a16:creationId xmlns:a16="http://schemas.microsoft.com/office/drawing/2014/main" id="{0169D9CA-DD22-0180-198D-4BC9290FE9CC}"/>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5">
              <a:extLst>
                <a:ext uri="{FF2B5EF4-FFF2-40B4-BE49-F238E27FC236}">
                  <a16:creationId xmlns:a16="http://schemas.microsoft.com/office/drawing/2014/main" id="{25239B3A-72B6-03F3-66FA-A84AA8153F97}"/>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6">
              <a:extLst>
                <a:ext uri="{FF2B5EF4-FFF2-40B4-BE49-F238E27FC236}">
                  <a16:creationId xmlns:a16="http://schemas.microsoft.com/office/drawing/2014/main" id="{CB35FD5F-BCD7-635F-0BFD-9B9B6CADDAD5}"/>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7">
              <a:extLst>
                <a:ext uri="{FF2B5EF4-FFF2-40B4-BE49-F238E27FC236}">
                  <a16:creationId xmlns:a16="http://schemas.microsoft.com/office/drawing/2014/main" id="{FF8C8EE9-54DD-9B6F-1816-1179933E523D}"/>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8">
              <a:extLst>
                <a:ext uri="{FF2B5EF4-FFF2-40B4-BE49-F238E27FC236}">
                  <a16:creationId xmlns:a16="http://schemas.microsoft.com/office/drawing/2014/main" id="{3482B8BC-2C9F-DF82-7E04-9DFEADFB3A3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9">
              <a:extLst>
                <a:ext uri="{FF2B5EF4-FFF2-40B4-BE49-F238E27FC236}">
                  <a16:creationId xmlns:a16="http://schemas.microsoft.com/office/drawing/2014/main" id="{7D3B55D0-9334-6419-D3C1-399FB6B6A7A4}"/>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80">
              <a:extLst>
                <a:ext uri="{FF2B5EF4-FFF2-40B4-BE49-F238E27FC236}">
                  <a16:creationId xmlns:a16="http://schemas.microsoft.com/office/drawing/2014/main" id="{1301F1E9-FBA8-534A-F934-14EE42537C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81">
              <a:extLst>
                <a:ext uri="{FF2B5EF4-FFF2-40B4-BE49-F238E27FC236}">
                  <a16:creationId xmlns:a16="http://schemas.microsoft.com/office/drawing/2014/main" id="{922C91F4-A8FD-D684-0DC9-1A5C5927FEC3}"/>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2">
              <a:extLst>
                <a:ext uri="{FF2B5EF4-FFF2-40B4-BE49-F238E27FC236}">
                  <a16:creationId xmlns:a16="http://schemas.microsoft.com/office/drawing/2014/main" id="{775BFBA1-B486-B126-5A2E-F604A98DA1D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83">
              <a:extLst>
                <a:ext uri="{FF2B5EF4-FFF2-40B4-BE49-F238E27FC236}">
                  <a16:creationId xmlns:a16="http://schemas.microsoft.com/office/drawing/2014/main" id="{59EDCD6C-0BF0-198E-2518-69DCEC6D704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84">
              <a:extLst>
                <a:ext uri="{FF2B5EF4-FFF2-40B4-BE49-F238E27FC236}">
                  <a16:creationId xmlns:a16="http://schemas.microsoft.com/office/drawing/2014/main" id="{7CAF407F-D1E7-FAE9-B04D-A1BF8275E846}"/>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5">
              <a:extLst>
                <a:ext uri="{FF2B5EF4-FFF2-40B4-BE49-F238E27FC236}">
                  <a16:creationId xmlns:a16="http://schemas.microsoft.com/office/drawing/2014/main" id="{3F4A007E-C12C-1F7B-E6EB-EF42736C7882}"/>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6">
              <a:extLst>
                <a:ext uri="{FF2B5EF4-FFF2-40B4-BE49-F238E27FC236}">
                  <a16:creationId xmlns:a16="http://schemas.microsoft.com/office/drawing/2014/main" id="{0A9186D2-D11F-017F-F2C8-EAEA65EEC0E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7">
              <a:extLst>
                <a:ext uri="{FF2B5EF4-FFF2-40B4-BE49-F238E27FC236}">
                  <a16:creationId xmlns:a16="http://schemas.microsoft.com/office/drawing/2014/main" id="{99657151-AA50-4020-E0E5-FB7F26006517}"/>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8">
              <a:extLst>
                <a:ext uri="{FF2B5EF4-FFF2-40B4-BE49-F238E27FC236}">
                  <a16:creationId xmlns:a16="http://schemas.microsoft.com/office/drawing/2014/main" id="{28BFDBD3-324F-243D-F18D-2CCA22A74A7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9">
              <a:extLst>
                <a:ext uri="{FF2B5EF4-FFF2-40B4-BE49-F238E27FC236}">
                  <a16:creationId xmlns:a16="http://schemas.microsoft.com/office/drawing/2014/main" id="{65CFA9DF-ACFF-652E-13C2-01C7A5FC8383}"/>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90">
              <a:extLst>
                <a:ext uri="{FF2B5EF4-FFF2-40B4-BE49-F238E27FC236}">
                  <a16:creationId xmlns:a16="http://schemas.microsoft.com/office/drawing/2014/main" id="{A7BB25A8-C3ED-BAB0-275B-6343A6BB0BB3}"/>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91">
              <a:extLst>
                <a:ext uri="{FF2B5EF4-FFF2-40B4-BE49-F238E27FC236}">
                  <a16:creationId xmlns:a16="http://schemas.microsoft.com/office/drawing/2014/main" id="{862F0234-9579-0661-418B-BB829B1D05E2}"/>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2">
              <a:extLst>
                <a:ext uri="{FF2B5EF4-FFF2-40B4-BE49-F238E27FC236}">
                  <a16:creationId xmlns:a16="http://schemas.microsoft.com/office/drawing/2014/main" id="{05E6578D-C7EA-C044-ACA6-0497EF16B10E}"/>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93">
              <a:extLst>
                <a:ext uri="{FF2B5EF4-FFF2-40B4-BE49-F238E27FC236}">
                  <a16:creationId xmlns:a16="http://schemas.microsoft.com/office/drawing/2014/main" id="{87B44ABF-7ABA-A4D2-7164-A80624D84FF6}"/>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94">
              <a:extLst>
                <a:ext uri="{FF2B5EF4-FFF2-40B4-BE49-F238E27FC236}">
                  <a16:creationId xmlns:a16="http://schemas.microsoft.com/office/drawing/2014/main" id="{E3F453F8-C354-D509-1D9B-1DB1C5AC066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5">
              <a:extLst>
                <a:ext uri="{FF2B5EF4-FFF2-40B4-BE49-F238E27FC236}">
                  <a16:creationId xmlns:a16="http://schemas.microsoft.com/office/drawing/2014/main" id="{FFF51F16-8E3D-E3A2-CD82-8CBA7E469C06}"/>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6">
              <a:extLst>
                <a:ext uri="{FF2B5EF4-FFF2-40B4-BE49-F238E27FC236}">
                  <a16:creationId xmlns:a16="http://schemas.microsoft.com/office/drawing/2014/main" id="{63F55E90-4911-986F-D9BF-0F08ED91775F}"/>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7">
              <a:extLst>
                <a:ext uri="{FF2B5EF4-FFF2-40B4-BE49-F238E27FC236}">
                  <a16:creationId xmlns:a16="http://schemas.microsoft.com/office/drawing/2014/main" id="{8ACFF159-57E2-D4FB-31EE-22884CBDCEE1}"/>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8">
              <a:extLst>
                <a:ext uri="{FF2B5EF4-FFF2-40B4-BE49-F238E27FC236}">
                  <a16:creationId xmlns:a16="http://schemas.microsoft.com/office/drawing/2014/main" id="{8902B224-8EA4-84E8-7B8D-6D54441B3E8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9">
              <a:extLst>
                <a:ext uri="{FF2B5EF4-FFF2-40B4-BE49-F238E27FC236}">
                  <a16:creationId xmlns:a16="http://schemas.microsoft.com/office/drawing/2014/main" id="{8EFB5AC4-0613-A6B0-A098-1DCE6058CAE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800">
              <a:extLst>
                <a:ext uri="{FF2B5EF4-FFF2-40B4-BE49-F238E27FC236}">
                  <a16:creationId xmlns:a16="http://schemas.microsoft.com/office/drawing/2014/main" id="{82185EA7-9B0C-3E8D-F5FA-87CB2538AF73}"/>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801">
              <a:extLst>
                <a:ext uri="{FF2B5EF4-FFF2-40B4-BE49-F238E27FC236}">
                  <a16:creationId xmlns:a16="http://schemas.microsoft.com/office/drawing/2014/main" id="{28E252C7-20A4-C731-5554-9AA43E9405E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2">
              <a:extLst>
                <a:ext uri="{FF2B5EF4-FFF2-40B4-BE49-F238E27FC236}">
                  <a16:creationId xmlns:a16="http://schemas.microsoft.com/office/drawing/2014/main" id="{7ACBB410-FC7A-DC0C-BE0F-327DC84331C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03">
              <a:extLst>
                <a:ext uri="{FF2B5EF4-FFF2-40B4-BE49-F238E27FC236}">
                  <a16:creationId xmlns:a16="http://schemas.microsoft.com/office/drawing/2014/main" id="{2344A048-BEB6-8AAF-03FA-9BEBFFBF227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04">
              <a:extLst>
                <a:ext uri="{FF2B5EF4-FFF2-40B4-BE49-F238E27FC236}">
                  <a16:creationId xmlns:a16="http://schemas.microsoft.com/office/drawing/2014/main" id="{82D9109E-8639-104D-2B27-B074863BD10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5">
              <a:extLst>
                <a:ext uri="{FF2B5EF4-FFF2-40B4-BE49-F238E27FC236}">
                  <a16:creationId xmlns:a16="http://schemas.microsoft.com/office/drawing/2014/main" id="{853442D3-1EF3-35E1-26D4-4C45FBD12D46}"/>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6">
              <a:extLst>
                <a:ext uri="{FF2B5EF4-FFF2-40B4-BE49-F238E27FC236}">
                  <a16:creationId xmlns:a16="http://schemas.microsoft.com/office/drawing/2014/main" id="{EC6621B6-AB48-E24C-68D0-03C2FB73FF7B}"/>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7">
              <a:extLst>
                <a:ext uri="{FF2B5EF4-FFF2-40B4-BE49-F238E27FC236}">
                  <a16:creationId xmlns:a16="http://schemas.microsoft.com/office/drawing/2014/main" id="{23D2850B-A575-E6BD-2D61-FA25E8F3DD3D}"/>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8">
              <a:extLst>
                <a:ext uri="{FF2B5EF4-FFF2-40B4-BE49-F238E27FC236}">
                  <a16:creationId xmlns:a16="http://schemas.microsoft.com/office/drawing/2014/main" id="{A2113E9E-082E-FB59-E30A-C363E7571313}"/>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9">
              <a:extLst>
                <a:ext uri="{FF2B5EF4-FFF2-40B4-BE49-F238E27FC236}">
                  <a16:creationId xmlns:a16="http://schemas.microsoft.com/office/drawing/2014/main" id="{52A36D0C-CDD9-6C6E-9245-B995B155F65E}"/>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10">
              <a:extLst>
                <a:ext uri="{FF2B5EF4-FFF2-40B4-BE49-F238E27FC236}">
                  <a16:creationId xmlns:a16="http://schemas.microsoft.com/office/drawing/2014/main" id="{626F06F3-3708-766F-CBDA-3FDFF5B2E2FB}"/>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11">
              <a:extLst>
                <a:ext uri="{FF2B5EF4-FFF2-40B4-BE49-F238E27FC236}">
                  <a16:creationId xmlns:a16="http://schemas.microsoft.com/office/drawing/2014/main" id="{FE58F89D-1666-6EDB-7C58-CF4D55A324BC}"/>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12">
              <a:extLst>
                <a:ext uri="{FF2B5EF4-FFF2-40B4-BE49-F238E27FC236}">
                  <a16:creationId xmlns:a16="http://schemas.microsoft.com/office/drawing/2014/main" id="{803CB934-F849-E566-6797-208C7ED6B22D}"/>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13">
              <a:extLst>
                <a:ext uri="{FF2B5EF4-FFF2-40B4-BE49-F238E27FC236}">
                  <a16:creationId xmlns:a16="http://schemas.microsoft.com/office/drawing/2014/main" id="{19D74A02-4759-5635-FA11-91D3DE0CC2F7}"/>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14">
              <a:extLst>
                <a:ext uri="{FF2B5EF4-FFF2-40B4-BE49-F238E27FC236}">
                  <a16:creationId xmlns:a16="http://schemas.microsoft.com/office/drawing/2014/main" id="{4D2AF14F-5238-8449-5B3A-7335D203364D}"/>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80" name="Rectangle: Rounded Corners 179">
            <a:extLst>
              <a:ext uri="{FF2B5EF4-FFF2-40B4-BE49-F238E27FC236}">
                <a16:creationId xmlns:a16="http://schemas.microsoft.com/office/drawing/2014/main" id="{E81728A3-8DEB-C5AB-9D4A-7B2A96FA8D93}"/>
              </a:ext>
            </a:extLst>
          </p:cNvPr>
          <p:cNvSpPr/>
          <p:nvPr/>
        </p:nvSpPr>
        <p:spPr>
          <a:xfrm>
            <a:off x="11345418" y="3175099"/>
            <a:ext cx="741807" cy="11044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4" name="Picture 183">
            <a:extLst>
              <a:ext uri="{FF2B5EF4-FFF2-40B4-BE49-F238E27FC236}">
                <a16:creationId xmlns:a16="http://schemas.microsoft.com/office/drawing/2014/main" id="{4FCC2A59-DDE2-1665-B9A8-C601F07821A7}"/>
              </a:ext>
            </a:extLst>
          </p:cNvPr>
          <p:cNvPicPr>
            <a:picLocks noChangeAspect="1"/>
          </p:cNvPicPr>
          <p:nvPr/>
        </p:nvPicPr>
        <p:blipFill>
          <a:blip r:embed="rId8"/>
          <a:srcRect/>
          <a:stretch/>
        </p:blipFill>
        <p:spPr>
          <a:xfrm>
            <a:off x="3755867" y="1335193"/>
            <a:ext cx="8440328" cy="5506218"/>
          </a:xfrm>
          <a:prstGeom prst="rect">
            <a:avLst/>
          </a:prstGeom>
        </p:spPr>
      </p:pic>
      <p:sp>
        <p:nvSpPr>
          <p:cNvPr id="185" name="!!TextBox 20">
            <a:extLst>
              <a:ext uri="{FF2B5EF4-FFF2-40B4-BE49-F238E27FC236}">
                <a16:creationId xmlns:a16="http://schemas.microsoft.com/office/drawing/2014/main" id="{08E2362A-8557-61C0-ACCB-34E5C707F3EB}"/>
              </a:ext>
            </a:extLst>
          </p:cNvPr>
          <p:cNvSpPr txBox="1"/>
          <p:nvPr/>
        </p:nvSpPr>
        <p:spPr>
          <a:xfrm>
            <a:off x="1710917" y="4943567"/>
            <a:ext cx="2338422"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That’s </a:t>
            </a:r>
            <a:r>
              <a:rPr lang="en-US" i="1" dirty="0">
                <a:latin typeface="Roboto Light" panose="02000000000000000000" pitchFamily="2" charset="0"/>
                <a:ea typeface="Roboto Light" panose="02000000000000000000" pitchFamily="2" charset="0"/>
              </a:rPr>
              <a:t>better</a:t>
            </a:r>
            <a:r>
              <a:rPr lang="en-US" dirty="0">
                <a:latin typeface="Roboto Light" panose="02000000000000000000" pitchFamily="2" charset="0"/>
                <a:ea typeface="Roboto Light" panose="02000000000000000000" pitchFamily="2" charset="0"/>
              </a:rPr>
              <a:t>, but…</a:t>
            </a:r>
          </a:p>
        </p:txBody>
      </p:sp>
      <p:pic>
        <p:nvPicPr>
          <p:cNvPr id="186" name="Picture 185">
            <a:extLst>
              <a:ext uri="{FF2B5EF4-FFF2-40B4-BE49-F238E27FC236}">
                <a16:creationId xmlns:a16="http://schemas.microsoft.com/office/drawing/2014/main" id="{7110A122-51C4-4C36-3733-64F6EA608033}"/>
              </a:ext>
            </a:extLst>
          </p:cNvPr>
          <p:cNvPicPr>
            <a:picLocks noChangeAspect="1"/>
          </p:cNvPicPr>
          <p:nvPr/>
        </p:nvPicPr>
        <p:blipFill>
          <a:blip r:embed="rId9"/>
          <a:srcRect/>
          <a:stretch/>
        </p:blipFill>
        <p:spPr>
          <a:xfrm>
            <a:off x="1348451" y="5550185"/>
            <a:ext cx="682992" cy="1282565"/>
          </a:xfrm>
          <a:prstGeom prst="rect">
            <a:avLst/>
          </a:prstGeom>
        </p:spPr>
      </p:pic>
      <p:sp>
        <p:nvSpPr>
          <p:cNvPr id="187" name="!!Speech Bubble 2">
            <a:extLst>
              <a:ext uri="{FF2B5EF4-FFF2-40B4-BE49-F238E27FC236}">
                <a16:creationId xmlns:a16="http://schemas.microsoft.com/office/drawing/2014/main" id="{0E218C2C-550F-1F7A-B646-DD1A0A332D04}"/>
              </a:ext>
            </a:extLst>
          </p:cNvPr>
          <p:cNvSpPr/>
          <p:nvPr/>
        </p:nvSpPr>
        <p:spPr>
          <a:xfrm>
            <a:off x="1742668" y="4959279"/>
            <a:ext cx="2003831" cy="391476"/>
          </a:xfrm>
          <a:prstGeom prst="wedgeRectCallout">
            <a:avLst>
              <a:gd name="adj1" fmla="val -39860"/>
              <a:gd name="adj2" fmla="val 11799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8" name="Picture 197">
            <a:extLst>
              <a:ext uri="{FF2B5EF4-FFF2-40B4-BE49-F238E27FC236}">
                <a16:creationId xmlns:a16="http://schemas.microsoft.com/office/drawing/2014/main" id="{49481242-13D1-5866-9883-867BB116A51C}"/>
              </a:ext>
            </a:extLst>
          </p:cNvPr>
          <p:cNvPicPr>
            <a:picLocks noChangeAspect="1"/>
          </p:cNvPicPr>
          <p:nvPr/>
        </p:nvPicPr>
        <p:blipFill>
          <a:blip r:embed="rId10"/>
          <a:srcRect/>
          <a:stretch/>
        </p:blipFill>
        <p:spPr>
          <a:xfrm>
            <a:off x="8790052" y="496872"/>
            <a:ext cx="3388849" cy="5900166"/>
          </a:xfrm>
          <a:prstGeom prst="rect">
            <a:avLst/>
          </a:prstGeom>
        </p:spPr>
      </p:pic>
      <p:pic>
        <p:nvPicPr>
          <p:cNvPr id="204" name="Picture 203">
            <a:extLst>
              <a:ext uri="{FF2B5EF4-FFF2-40B4-BE49-F238E27FC236}">
                <a16:creationId xmlns:a16="http://schemas.microsoft.com/office/drawing/2014/main" id="{874C7606-BE64-6442-156D-C87757EACE5F}"/>
              </a:ext>
            </a:extLst>
          </p:cNvPr>
          <p:cNvPicPr>
            <a:picLocks noChangeAspect="1"/>
          </p:cNvPicPr>
          <p:nvPr/>
        </p:nvPicPr>
        <p:blipFill>
          <a:blip r:embed="rId11"/>
          <a:stretch>
            <a:fillRect/>
          </a:stretch>
        </p:blipFill>
        <p:spPr>
          <a:xfrm>
            <a:off x="5347379" y="7045726"/>
            <a:ext cx="5182323" cy="3010320"/>
          </a:xfrm>
          <a:prstGeom prst="rect">
            <a:avLst/>
          </a:prstGeom>
        </p:spPr>
      </p:pic>
      <p:sp>
        <p:nvSpPr>
          <p:cNvPr id="196" name="Rectangle: Rounded Corners 195">
            <a:extLst>
              <a:ext uri="{FF2B5EF4-FFF2-40B4-BE49-F238E27FC236}">
                <a16:creationId xmlns:a16="http://schemas.microsoft.com/office/drawing/2014/main" id="{3004E2E0-8EB4-3514-910E-1C061DDE22A1}"/>
              </a:ext>
            </a:extLst>
          </p:cNvPr>
          <p:cNvSpPr/>
          <p:nvPr/>
        </p:nvSpPr>
        <p:spPr>
          <a:xfrm>
            <a:off x="10616172" y="5827598"/>
            <a:ext cx="1310978" cy="24988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55492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84"/>
                                        </p:tgtEl>
                                        <p:attrNameLst>
                                          <p:attrName>style.visibility</p:attrName>
                                        </p:attrNameLst>
                                      </p:cBhvr>
                                      <p:to>
                                        <p:strVal val="visible"/>
                                      </p:to>
                                    </p:set>
                                    <p:anim calcmode="lin" valueType="num">
                                      <p:cBhvr>
                                        <p:cTn id="7" dur="500" fill="hold"/>
                                        <p:tgtEl>
                                          <p:spTgt spid="184"/>
                                        </p:tgtEl>
                                        <p:attrNameLst>
                                          <p:attrName>ppt_w</p:attrName>
                                        </p:attrNameLst>
                                      </p:cBhvr>
                                      <p:tavLst>
                                        <p:tav tm="0">
                                          <p:val>
                                            <p:fltVal val="0"/>
                                          </p:val>
                                        </p:tav>
                                        <p:tav tm="100000">
                                          <p:val>
                                            <p:strVal val="#ppt_w"/>
                                          </p:val>
                                        </p:tav>
                                      </p:tavLst>
                                    </p:anim>
                                    <p:anim calcmode="lin" valueType="num">
                                      <p:cBhvr>
                                        <p:cTn id="8" dur="500" fill="hold"/>
                                        <p:tgtEl>
                                          <p:spTgt spid="184"/>
                                        </p:tgtEl>
                                        <p:attrNameLst>
                                          <p:attrName>ppt_h</p:attrName>
                                        </p:attrNameLst>
                                      </p:cBhvr>
                                      <p:tavLst>
                                        <p:tav tm="0">
                                          <p:val>
                                            <p:fltVal val="0"/>
                                          </p:val>
                                        </p:tav>
                                        <p:tav tm="100000">
                                          <p:val>
                                            <p:strVal val="#ppt_h"/>
                                          </p:val>
                                        </p:tav>
                                      </p:tavLst>
                                    </p:anim>
                                    <p:animEffect transition="in" filter="fade">
                                      <p:cBhvr>
                                        <p:cTn id="9" dur="500"/>
                                        <p:tgtEl>
                                          <p:spTgt spid="184"/>
                                        </p:tgtEl>
                                      </p:cBhvr>
                                    </p:animEffect>
                                  </p:childTnLst>
                                </p:cTn>
                              </p:par>
                            </p:childTnLst>
                          </p:cTn>
                        </p:par>
                      </p:childTnLst>
                    </p:cTn>
                  </p:par>
                  <p:par>
                    <p:cTn id="10" fill="hold">
                      <p:stCondLst>
                        <p:cond delay="indefinite"/>
                      </p:stCondLst>
                      <p:childTnLst>
                        <p:par>
                          <p:cTn id="11" fill="hold">
                            <p:stCondLst>
                              <p:cond delay="0"/>
                            </p:stCondLst>
                            <p:childTnLst>
                              <p:par>
                                <p:cTn id="12" presetID="2" presetClass="entr" presetSubtype="2" fill="hold" nodeType="clickEffect">
                                  <p:stCondLst>
                                    <p:cond delay="0"/>
                                  </p:stCondLst>
                                  <p:childTnLst>
                                    <p:set>
                                      <p:cBhvr>
                                        <p:cTn id="13" dur="1" fill="hold">
                                          <p:stCondLst>
                                            <p:cond delay="0"/>
                                          </p:stCondLst>
                                        </p:cTn>
                                        <p:tgtEl>
                                          <p:spTgt spid="198"/>
                                        </p:tgtEl>
                                        <p:attrNameLst>
                                          <p:attrName>style.visibility</p:attrName>
                                        </p:attrNameLst>
                                      </p:cBhvr>
                                      <p:to>
                                        <p:strVal val="visible"/>
                                      </p:to>
                                    </p:set>
                                    <p:anim calcmode="lin" valueType="num">
                                      <p:cBhvr additive="base">
                                        <p:cTn id="14" dur="500" fill="hold"/>
                                        <p:tgtEl>
                                          <p:spTgt spid="198"/>
                                        </p:tgtEl>
                                        <p:attrNameLst>
                                          <p:attrName>ppt_x</p:attrName>
                                        </p:attrNameLst>
                                      </p:cBhvr>
                                      <p:tavLst>
                                        <p:tav tm="0">
                                          <p:val>
                                            <p:strVal val="1+#ppt_w/2"/>
                                          </p:val>
                                        </p:tav>
                                        <p:tav tm="100000">
                                          <p:val>
                                            <p:strVal val="#ppt_x"/>
                                          </p:val>
                                        </p:tav>
                                      </p:tavLst>
                                    </p:anim>
                                    <p:anim calcmode="lin" valueType="num">
                                      <p:cBhvr additive="base">
                                        <p:cTn id="15" dur="500" fill="hold"/>
                                        <p:tgtEl>
                                          <p:spTgt spid="198"/>
                                        </p:tgtEl>
                                        <p:attrNameLst>
                                          <p:attrName>ppt_y</p:attrName>
                                        </p:attrNameLst>
                                      </p:cBhvr>
                                      <p:tavLst>
                                        <p:tav tm="0">
                                          <p:val>
                                            <p:strVal val="#ppt_y"/>
                                          </p:val>
                                        </p:tav>
                                        <p:tav tm="100000">
                                          <p:val>
                                            <p:strVal val="#ppt_y"/>
                                          </p:val>
                                        </p:tav>
                                      </p:tavLst>
                                    </p:anim>
                                  </p:childTnLst>
                                </p:cTn>
                              </p:par>
                            </p:childTnLst>
                          </p:cTn>
                        </p:par>
                        <p:par>
                          <p:cTn id="16" fill="hold">
                            <p:stCondLst>
                              <p:cond delay="500"/>
                            </p:stCondLst>
                            <p:childTnLst>
                              <p:par>
                                <p:cTn id="17" presetID="10" presetClass="entr" presetSubtype="0" fill="hold" grpId="0" nodeType="afterEffect">
                                  <p:stCondLst>
                                    <p:cond delay="0"/>
                                  </p:stCondLst>
                                  <p:childTnLst>
                                    <p:set>
                                      <p:cBhvr>
                                        <p:cTn id="18" dur="1" fill="hold">
                                          <p:stCondLst>
                                            <p:cond delay="0"/>
                                          </p:stCondLst>
                                        </p:cTn>
                                        <p:tgtEl>
                                          <p:spTgt spid="196"/>
                                        </p:tgtEl>
                                        <p:attrNameLst>
                                          <p:attrName>style.visibility</p:attrName>
                                        </p:attrNameLst>
                                      </p:cBhvr>
                                      <p:to>
                                        <p:strVal val="visible"/>
                                      </p:to>
                                    </p:set>
                                    <p:animEffect transition="in" filter="fade">
                                      <p:cBhvr>
                                        <p:cTn id="19" dur="500"/>
                                        <p:tgtEl>
                                          <p:spTgt spid="1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6"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3" name="Picture 202">
            <a:extLst>
              <a:ext uri="{FF2B5EF4-FFF2-40B4-BE49-F238E27FC236}">
                <a16:creationId xmlns:a16="http://schemas.microsoft.com/office/drawing/2014/main" id="{35DFC2D6-94A1-679F-452E-B86217318C96}"/>
              </a:ext>
            </a:extLst>
          </p:cNvPr>
          <p:cNvPicPr>
            <a:picLocks noChangeAspect="1"/>
          </p:cNvPicPr>
          <p:nvPr/>
        </p:nvPicPr>
        <p:blipFill>
          <a:blip r:embed="rId3"/>
          <a:stretch>
            <a:fillRect/>
          </a:stretch>
        </p:blipFill>
        <p:spPr>
          <a:xfrm>
            <a:off x="7976031" y="2285469"/>
            <a:ext cx="4215615" cy="2168805"/>
          </a:xfrm>
          <a:prstGeom prst="rect">
            <a:avLst/>
          </a:prstGeom>
        </p:spPr>
      </p:pic>
      <p:pic>
        <p:nvPicPr>
          <p:cNvPr id="208" name="Picture 207">
            <a:extLst>
              <a:ext uri="{FF2B5EF4-FFF2-40B4-BE49-F238E27FC236}">
                <a16:creationId xmlns:a16="http://schemas.microsoft.com/office/drawing/2014/main" id="{662DF0C9-E9B8-5E16-B36E-764F3E3AC87F}"/>
              </a:ext>
            </a:extLst>
          </p:cNvPr>
          <p:cNvPicPr>
            <a:picLocks noChangeAspect="1"/>
          </p:cNvPicPr>
          <p:nvPr/>
        </p:nvPicPr>
        <p:blipFill>
          <a:blip r:embed="rId4"/>
          <a:stretch>
            <a:fillRect/>
          </a:stretch>
        </p:blipFill>
        <p:spPr>
          <a:xfrm>
            <a:off x="11398535" y="3211422"/>
            <a:ext cx="593440" cy="445080"/>
          </a:xfrm>
          <a:prstGeom prst="rect">
            <a:avLst/>
          </a:prstGeom>
        </p:spPr>
      </p:pic>
      <p:pic>
        <p:nvPicPr>
          <p:cNvPr id="209" name="Picture 208">
            <a:extLst>
              <a:ext uri="{FF2B5EF4-FFF2-40B4-BE49-F238E27FC236}">
                <a16:creationId xmlns:a16="http://schemas.microsoft.com/office/drawing/2014/main" id="{152269CD-F8D0-E57E-1149-6ADD482B7237}"/>
              </a:ext>
            </a:extLst>
          </p:cNvPr>
          <p:cNvPicPr>
            <a:picLocks noChangeAspect="1"/>
          </p:cNvPicPr>
          <p:nvPr/>
        </p:nvPicPr>
        <p:blipFill>
          <a:blip r:embed="rId4"/>
          <a:stretch>
            <a:fillRect/>
          </a:stretch>
        </p:blipFill>
        <p:spPr>
          <a:xfrm>
            <a:off x="11379485" y="3763975"/>
            <a:ext cx="593440" cy="445080"/>
          </a:xfrm>
          <a:prstGeom prst="rect">
            <a:avLst/>
          </a:prstGeom>
        </p:spPr>
      </p:pic>
      <p:sp>
        <p:nvSpPr>
          <p:cNvPr id="141" name="Header whiteout - blur">
            <a:extLst>
              <a:ext uri="{FF2B5EF4-FFF2-40B4-BE49-F238E27FC236}">
                <a16:creationId xmlns:a16="http://schemas.microsoft.com/office/drawing/2014/main" id="{FDEED602-0E34-4CE1-A9BE-2DBA0A4168BF}"/>
              </a:ext>
            </a:extLst>
          </p:cNvPr>
          <p:cNvSpPr/>
          <p:nvPr/>
        </p:nvSpPr>
        <p:spPr>
          <a:xfrm>
            <a:off x="1" y="0"/>
            <a:ext cx="12191999" cy="765890"/>
          </a:xfrm>
          <a:prstGeom prst="rect">
            <a:avLst/>
          </a:prstGeom>
          <a:solidFill>
            <a:schemeClr val="bg1"/>
          </a:solid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Header whiteout">
            <a:extLst>
              <a:ext uri="{FF2B5EF4-FFF2-40B4-BE49-F238E27FC236}">
                <a16:creationId xmlns:a16="http://schemas.microsoft.com/office/drawing/2014/main" id="{E4FEBDD2-0824-42D6-9314-281AB36826EE}"/>
              </a:ext>
            </a:extLst>
          </p:cNvPr>
          <p:cNvSpPr/>
          <p:nvPr/>
        </p:nvSpPr>
        <p:spPr>
          <a:xfrm>
            <a:off x="-10933" y="-11369"/>
            <a:ext cx="12191999" cy="549129"/>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Header Text 2">
            <a:extLst>
              <a:ext uri="{FF2B5EF4-FFF2-40B4-BE49-F238E27FC236}">
                <a16:creationId xmlns:a16="http://schemas.microsoft.com/office/drawing/2014/main" id="{8C7933CB-1A08-45A6-B72C-0D694D101E8E}"/>
              </a:ext>
            </a:extLst>
          </p:cNvPr>
          <p:cNvPicPr>
            <a:picLocks noChangeAspect="1"/>
          </p:cNvPicPr>
          <p:nvPr/>
        </p:nvPicPr>
        <p:blipFill>
          <a:blip r:embed="rId5"/>
          <a:stretch>
            <a:fillRect/>
          </a:stretch>
        </p:blipFill>
        <p:spPr>
          <a:xfrm>
            <a:off x="6110562" y="32979"/>
            <a:ext cx="2840139" cy="356237"/>
          </a:xfrm>
          <a:prstGeom prst="rect">
            <a:avLst/>
          </a:prstGeom>
        </p:spPr>
      </p:pic>
      <p:sp>
        <p:nvSpPr>
          <p:cNvPr id="37" name="Header Text 1">
            <a:extLst>
              <a:ext uri="{FF2B5EF4-FFF2-40B4-BE49-F238E27FC236}">
                <a16:creationId xmlns:a16="http://schemas.microsoft.com/office/drawing/2014/main" id="{89AA9521-06A9-43D7-B00C-497119F38E5E}"/>
              </a:ext>
            </a:extLst>
          </p:cNvPr>
          <p:cNvSpPr txBox="1"/>
          <p:nvPr/>
        </p:nvSpPr>
        <p:spPr>
          <a:xfrm>
            <a:off x="779537" y="0"/>
            <a:ext cx="6545461" cy="461665"/>
          </a:xfrm>
          <a:prstGeom prst="rect">
            <a:avLst/>
          </a:prstGeom>
          <a:noFill/>
        </p:spPr>
        <p:txBody>
          <a:bodyPr wrap="square" rtlCol="0">
            <a:spAutoFit/>
          </a:bodyPr>
          <a:lstStyle/>
          <a:p>
            <a:pPr algn="ctr"/>
            <a:r>
              <a:rPr lang="en-US" sz="2400" dirty="0">
                <a:solidFill>
                  <a:srgbClr val="2D3E50"/>
                </a:solidFill>
                <a:latin typeface="Roboto Black" panose="02000000000000000000" pitchFamily="2" charset="0"/>
                <a:ea typeface="Roboto Black" panose="02000000000000000000" pitchFamily="2" charset="0"/>
              </a:rPr>
              <a:t>Automating Your </a:t>
            </a:r>
            <a:r>
              <a:rPr lang="en-US" sz="2400" dirty="0" err="1">
                <a:solidFill>
                  <a:srgbClr val="2D3E50"/>
                </a:solidFill>
                <a:latin typeface="Roboto Black" panose="02000000000000000000" pitchFamily="2" charset="0"/>
                <a:ea typeface="Roboto Black" panose="02000000000000000000" pitchFamily="2" charset="0"/>
              </a:rPr>
              <a:t>Smarthome</a:t>
            </a:r>
            <a:endParaRPr lang="en-US" sz="2400" dirty="0">
              <a:solidFill>
                <a:srgbClr val="2D3E50"/>
              </a:solidFill>
              <a:latin typeface="Roboto Black" panose="02000000000000000000" pitchFamily="2" charset="0"/>
              <a:ea typeface="Roboto Black" panose="02000000000000000000" pitchFamily="2" charset="0"/>
            </a:endParaRPr>
          </a:p>
        </p:txBody>
      </p:sp>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0" y="4397265"/>
            <a:ext cx="404102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 (no app required) </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16" name="!!Title">
            <a:extLst>
              <a:ext uri="{FF2B5EF4-FFF2-40B4-BE49-F238E27FC236}">
                <a16:creationId xmlns:a16="http://schemas.microsoft.com/office/drawing/2014/main" id="{F20B3770-0546-137D-052E-B22211EAD962}"/>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3" name="Picture 2">
            <a:extLst>
              <a:ext uri="{FF2B5EF4-FFF2-40B4-BE49-F238E27FC236}">
                <a16:creationId xmlns:a16="http://schemas.microsoft.com/office/drawing/2014/main" id="{00E93B31-E815-0A12-2350-6F471FE0AE1C}"/>
              </a:ext>
            </a:extLst>
          </p:cNvPr>
          <p:cNvPicPr>
            <a:picLocks noChangeAspect="1"/>
          </p:cNvPicPr>
          <p:nvPr/>
        </p:nvPicPr>
        <p:blipFill>
          <a:blip r:embed="rId7"/>
          <a:stretch>
            <a:fillRect/>
          </a:stretch>
        </p:blipFill>
        <p:spPr>
          <a:xfrm>
            <a:off x="5125304" y="1842158"/>
            <a:ext cx="1939828" cy="2966284"/>
          </a:xfrm>
          <a:prstGeom prst="rect">
            <a:avLst/>
          </a:prstGeom>
        </p:spPr>
      </p:pic>
      <p:sp>
        <p:nvSpPr>
          <p:cNvPr id="201" name="Red text">
            <a:extLst>
              <a:ext uri="{FF2B5EF4-FFF2-40B4-BE49-F238E27FC236}">
                <a16:creationId xmlns:a16="http://schemas.microsoft.com/office/drawing/2014/main" id="{8FC3E034-09CC-12FC-C7D7-BBF5BD6F3670}"/>
              </a:ext>
            </a:extLst>
          </p:cNvPr>
          <p:cNvSpPr txBox="1"/>
          <p:nvPr/>
        </p:nvSpPr>
        <p:spPr>
          <a:xfrm>
            <a:off x="7695575" y="5009243"/>
            <a:ext cx="3735033"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Automatically re-enable after a few hours </a:t>
            </a:r>
          </a:p>
        </p:txBody>
      </p:sp>
      <p:grpSp>
        <p:nvGrpSpPr>
          <p:cNvPr id="2" name="Arrow">
            <a:extLst>
              <a:ext uri="{FF2B5EF4-FFF2-40B4-BE49-F238E27FC236}">
                <a16:creationId xmlns:a16="http://schemas.microsoft.com/office/drawing/2014/main" id="{3F9DEC52-C749-6AF4-B33B-18CC2DAF5987}"/>
              </a:ext>
            </a:extLst>
          </p:cNvPr>
          <p:cNvGrpSpPr>
            <a:grpSpLocks noChangeAspect="1"/>
          </p:cNvGrpSpPr>
          <p:nvPr/>
        </p:nvGrpSpPr>
        <p:grpSpPr bwMode="auto">
          <a:xfrm rot="16200000" flipH="1">
            <a:off x="10825692" y="4527521"/>
            <a:ext cx="904172" cy="943180"/>
            <a:chOff x="1328" y="0"/>
            <a:chExt cx="3106" cy="3240"/>
          </a:xfrm>
          <a:solidFill>
            <a:srgbClr val="C00000"/>
          </a:solidFill>
        </p:grpSpPr>
        <p:sp>
          <p:nvSpPr>
            <p:cNvPr id="6" name="Freeform 716">
              <a:extLst>
                <a:ext uri="{FF2B5EF4-FFF2-40B4-BE49-F238E27FC236}">
                  <a16:creationId xmlns:a16="http://schemas.microsoft.com/office/drawing/2014/main" id="{3C725839-AD16-8E7F-B227-DB9DADA05530}"/>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 name="Freeform 717">
              <a:extLst>
                <a:ext uri="{FF2B5EF4-FFF2-40B4-BE49-F238E27FC236}">
                  <a16:creationId xmlns:a16="http://schemas.microsoft.com/office/drawing/2014/main" id="{98CD0D01-7B5A-1460-7B37-E045BF9B25A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18">
              <a:extLst>
                <a:ext uri="{FF2B5EF4-FFF2-40B4-BE49-F238E27FC236}">
                  <a16:creationId xmlns:a16="http://schemas.microsoft.com/office/drawing/2014/main" id="{75FC2A02-B67E-4D85-6EA4-EB2C30760B38}"/>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19">
              <a:extLst>
                <a:ext uri="{FF2B5EF4-FFF2-40B4-BE49-F238E27FC236}">
                  <a16:creationId xmlns:a16="http://schemas.microsoft.com/office/drawing/2014/main" id="{E965DED6-913B-F8C2-4135-A0940FCA59E7}"/>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20">
              <a:extLst>
                <a:ext uri="{FF2B5EF4-FFF2-40B4-BE49-F238E27FC236}">
                  <a16:creationId xmlns:a16="http://schemas.microsoft.com/office/drawing/2014/main" id="{311DE844-4DA3-55EF-5F67-99878966910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1">
              <a:extLst>
                <a:ext uri="{FF2B5EF4-FFF2-40B4-BE49-F238E27FC236}">
                  <a16:creationId xmlns:a16="http://schemas.microsoft.com/office/drawing/2014/main" id="{4A8D07F1-FDAA-D1BD-45A5-4D08507AF840}"/>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2">
              <a:extLst>
                <a:ext uri="{FF2B5EF4-FFF2-40B4-BE49-F238E27FC236}">
                  <a16:creationId xmlns:a16="http://schemas.microsoft.com/office/drawing/2014/main" id="{F863264C-8C3B-8AEB-511E-36FBD8084E9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3">
              <a:extLst>
                <a:ext uri="{FF2B5EF4-FFF2-40B4-BE49-F238E27FC236}">
                  <a16:creationId xmlns:a16="http://schemas.microsoft.com/office/drawing/2014/main" id="{1F662C93-EA0F-44A4-2CF7-515AFE696EDD}"/>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4">
              <a:extLst>
                <a:ext uri="{FF2B5EF4-FFF2-40B4-BE49-F238E27FC236}">
                  <a16:creationId xmlns:a16="http://schemas.microsoft.com/office/drawing/2014/main" id="{7BD9F09D-4DC5-A41A-6664-9F49BC6E9BDD}"/>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5">
              <a:extLst>
                <a:ext uri="{FF2B5EF4-FFF2-40B4-BE49-F238E27FC236}">
                  <a16:creationId xmlns:a16="http://schemas.microsoft.com/office/drawing/2014/main" id="{F5C37CBF-713A-BA77-91C7-7C364817089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6">
              <a:extLst>
                <a:ext uri="{FF2B5EF4-FFF2-40B4-BE49-F238E27FC236}">
                  <a16:creationId xmlns:a16="http://schemas.microsoft.com/office/drawing/2014/main" id="{BB4E1B86-6B67-C6F4-0274-C9E93743F39A}"/>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7">
              <a:extLst>
                <a:ext uri="{FF2B5EF4-FFF2-40B4-BE49-F238E27FC236}">
                  <a16:creationId xmlns:a16="http://schemas.microsoft.com/office/drawing/2014/main" id="{AFAC4AAB-95B3-1832-6A6A-EC253042E72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8">
              <a:extLst>
                <a:ext uri="{FF2B5EF4-FFF2-40B4-BE49-F238E27FC236}">
                  <a16:creationId xmlns:a16="http://schemas.microsoft.com/office/drawing/2014/main" id="{6D6B75F1-1D65-FF8F-E602-75768ED133AB}"/>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9">
              <a:extLst>
                <a:ext uri="{FF2B5EF4-FFF2-40B4-BE49-F238E27FC236}">
                  <a16:creationId xmlns:a16="http://schemas.microsoft.com/office/drawing/2014/main" id="{91EC0830-0213-B572-69AB-0204AD50D151}"/>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0">
              <a:extLst>
                <a:ext uri="{FF2B5EF4-FFF2-40B4-BE49-F238E27FC236}">
                  <a16:creationId xmlns:a16="http://schemas.microsoft.com/office/drawing/2014/main" id="{9F4FAFC7-48ED-A2E0-6AAE-57F01A3C61B2}"/>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1">
              <a:extLst>
                <a:ext uri="{FF2B5EF4-FFF2-40B4-BE49-F238E27FC236}">
                  <a16:creationId xmlns:a16="http://schemas.microsoft.com/office/drawing/2014/main" id="{3F953803-C438-CBC1-7955-D81BBE40CA59}"/>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2">
              <a:extLst>
                <a:ext uri="{FF2B5EF4-FFF2-40B4-BE49-F238E27FC236}">
                  <a16:creationId xmlns:a16="http://schemas.microsoft.com/office/drawing/2014/main" id="{1306EBBE-DD5C-87BE-8233-B06C2013A8DA}"/>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33">
              <a:extLst>
                <a:ext uri="{FF2B5EF4-FFF2-40B4-BE49-F238E27FC236}">
                  <a16:creationId xmlns:a16="http://schemas.microsoft.com/office/drawing/2014/main" id="{C49378D4-114C-56DD-13A7-775F7FC5ED6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4">
              <a:extLst>
                <a:ext uri="{FF2B5EF4-FFF2-40B4-BE49-F238E27FC236}">
                  <a16:creationId xmlns:a16="http://schemas.microsoft.com/office/drawing/2014/main" id="{92F637F1-11B7-F021-6802-6A43279F6AD6}"/>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5">
              <a:extLst>
                <a:ext uri="{FF2B5EF4-FFF2-40B4-BE49-F238E27FC236}">
                  <a16:creationId xmlns:a16="http://schemas.microsoft.com/office/drawing/2014/main" id="{2EA0B15D-F66E-7B6B-6F2A-8B0CDA8A508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6">
              <a:extLst>
                <a:ext uri="{FF2B5EF4-FFF2-40B4-BE49-F238E27FC236}">
                  <a16:creationId xmlns:a16="http://schemas.microsoft.com/office/drawing/2014/main" id="{7135A778-D422-A006-CCEE-9D9C8A121C25}"/>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7">
              <a:extLst>
                <a:ext uri="{FF2B5EF4-FFF2-40B4-BE49-F238E27FC236}">
                  <a16:creationId xmlns:a16="http://schemas.microsoft.com/office/drawing/2014/main" id="{6BB5DF30-1CE1-1681-C73E-A428F606829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8">
              <a:extLst>
                <a:ext uri="{FF2B5EF4-FFF2-40B4-BE49-F238E27FC236}">
                  <a16:creationId xmlns:a16="http://schemas.microsoft.com/office/drawing/2014/main" id="{79668FA3-957D-798C-3DF3-97EF07BC6018}"/>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9">
              <a:extLst>
                <a:ext uri="{FF2B5EF4-FFF2-40B4-BE49-F238E27FC236}">
                  <a16:creationId xmlns:a16="http://schemas.microsoft.com/office/drawing/2014/main" id="{16D1FBA6-07C1-F6F6-BB2E-1DBEE3005D38}"/>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0">
              <a:extLst>
                <a:ext uri="{FF2B5EF4-FFF2-40B4-BE49-F238E27FC236}">
                  <a16:creationId xmlns:a16="http://schemas.microsoft.com/office/drawing/2014/main" id="{499B3A7E-D7E2-6671-3511-5BA0A436172F}"/>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1">
              <a:extLst>
                <a:ext uri="{FF2B5EF4-FFF2-40B4-BE49-F238E27FC236}">
                  <a16:creationId xmlns:a16="http://schemas.microsoft.com/office/drawing/2014/main" id="{CF05C1B9-A89C-DC73-180A-F8556887FB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2">
              <a:extLst>
                <a:ext uri="{FF2B5EF4-FFF2-40B4-BE49-F238E27FC236}">
                  <a16:creationId xmlns:a16="http://schemas.microsoft.com/office/drawing/2014/main" id="{0A1E28AE-FC7C-FFFB-8614-82EBFBE98E0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43">
              <a:extLst>
                <a:ext uri="{FF2B5EF4-FFF2-40B4-BE49-F238E27FC236}">
                  <a16:creationId xmlns:a16="http://schemas.microsoft.com/office/drawing/2014/main" id="{A663CF36-A438-05AB-6912-393BE8A98228}"/>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4">
              <a:extLst>
                <a:ext uri="{FF2B5EF4-FFF2-40B4-BE49-F238E27FC236}">
                  <a16:creationId xmlns:a16="http://schemas.microsoft.com/office/drawing/2014/main" id="{5ADA127B-931F-126B-E743-B2B6DEC12605}"/>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5">
              <a:extLst>
                <a:ext uri="{FF2B5EF4-FFF2-40B4-BE49-F238E27FC236}">
                  <a16:creationId xmlns:a16="http://schemas.microsoft.com/office/drawing/2014/main" id="{97D88050-165A-03FC-43D6-BE0462D49517}"/>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6">
              <a:extLst>
                <a:ext uri="{FF2B5EF4-FFF2-40B4-BE49-F238E27FC236}">
                  <a16:creationId xmlns:a16="http://schemas.microsoft.com/office/drawing/2014/main" id="{64A49646-3D19-2561-E26C-6CF5561A339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7">
              <a:extLst>
                <a:ext uri="{FF2B5EF4-FFF2-40B4-BE49-F238E27FC236}">
                  <a16:creationId xmlns:a16="http://schemas.microsoft.com/office/drawing/2014/main" id="{4C74EC25-DBA9-A276-ECDB-63C8CE7F31F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8">
              <a:extLst>
                <a:ext uri="{FF2B5EF4-FFF2-40B4-BE49-F238E27FC236}">
                  <a16:creationId xmlns:a16="http://schemas.microsoft.com/office/drawing/2014/main" id="{2C27C6C4-B956-E8C3-B717-D1A8C7918F00}"/>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9">
              <a:extLst>
                <a:ext uri="{FF2B5EF4-FFF2-40B4-BE49-F238E27FC236}">
                  <a16:creationId xmlns:a16="http://schemas.microsoft.com/office/drawing/2014/main" id="{17278416-83DF-674A-E6BC-E619166A8AD1}"/>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50">
              <a:extLst>
                <a:ext uri="{FF2B5EF4-FFF2-40B4-BE49-F238E27FC236}">
                  <a16:creationId xmlns:a16="http://schemas.microsoft.com/office/drawing/2014/main" id="{031259B4-39B7-43D2-8777-84D3EEA98E8F}"/>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51">
              <a:extLst>
                <a:ext uri="{FF2B5EF4-FFF2-40B4-BE49-F238E27FC236}">
                  <a16:creationId xmlns:a16="http://schemas.microsoft.com/office/drawing/2014/main" id="{75D42E1A-2CE8-5C49-CD4A-402B9955B7E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2">
              <a:extLst>
                <a:ext uri="{FF2B5EF4-FFF2-40B4-BE49-F238E27FC236}">
                  <a16:creationId xmlns:a16="http://schemas.microsoft.com/office/drawing/2014/main" id="{382E6A4F-2CD9-97BB-832C-359B23A1979E}"/>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53">
              <a:extLst>
                <a:ext uri="{FF2B5EF4-FFF2-40B4-BE49-F238E27FC236}">
                  <a16:creationId xmlns:a16="http://schemas.microsoft.com/office/drawing/2014/main" id="{B5425C61-1F88-FAAF-AC74-982C35C294B0}"/>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4">
              <a:extLst>
                <a:ext uri="{FF2B5EF4-FFF2-40B4-BE49-F238E27FC236}">
                  <a16:creationId xmlns:a16="http://schemas.microsoft.com/office/drawing/2014/main" id="{1AA67BF7-2AAA-0D04-A6F8-6A3A3F12A6F9}"/>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5">
              <a:extLst>
                <a:ext uri="{FF2B5EF4-FFF2-40B4-BE49-F238E27FC236}">
                  <a16:creationId xmlns:a16="http://schemas.microsoft.com/office/drawing/2014/main" id="{15B99180-8FCC-293D-0F1C-75D89F4E0F0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6">
              <a:extLst>
                <a:ext uri="{FF2B5EF4-FFF2-40B4-BE49-F238E27FC236}">
                  <a16:creationId xmlns:a16="http://schemas.microsoft.com/office/drawing/2014/main" id="{1ED35030-CC12-DF98-F745-74FFFB0952CF}"/>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7">
              <a:extLst>
                <a:ext uri="{FF2B5EF4-FFF2-40B4-BE49-F238E27FC236}">
                  <a16:creationId xmlns:a16="http://schemas.microsoft.com/office/drawing/2014/main" id="{EAAC39F9-E588-E8AD-594A-6CE9B4E3E5DC}"/>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8">
              <a:extLst>
                <a:ext uri="{FF2B5EF4-FFF2-40B4-BE49-F238E27FC236}">
                  <a16:creationId xmlns:a16="http://schemas.microsoft.com/office/drawing/2014/main" id="{5387F87D-6ECC-5222-1BB9-FD245825D5B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9">
              <a:extLst>
                <a:ext uri="{FF2B5EF4-FFF2-40B4-BE49-F238E27FC236}">
                  <a16:creationId xmlns:a16="http://schemas.microsoft.com/office/drawing/2014/main" id="{A54C6C6B-47A3-2C43-8C36-90211A3BF65C}"/>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60">
              <a:extLst>
                <a:ext uri="{FF2B5EF4-FFF2-40B4-BE49-F238E27FC236}">
                  <a16:creationId xmlns:a16="http://schemas.microsoft.com/office/drawing/2014/main" id="{6A439691-9910-8D2D-3116-2E9405E1A8C5}"/>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61">
              <a:extLst>
                <a:ext uri="{FF2B5EF4-FFF2-40B4-BE49-F238E27FC236}">
                  <a16:creationId xmlns:a16="http://schemas.microsoft.com/office/drawing/2014/main" id="{BEC365DC-1535-3CA8-F1F3-FA5C9CBEC6EC}"/>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2">
              <a:extLst>
                <a:ext uri="{FF2B5EF4-FFF2-40B4-BE49-F238E27FC236}">
                  <a16:creationId xmlns:a16="http://schemas.microsoft.com/office/drawing/2014/main" id="{5E52BD3F-505E-E9E4-813C-BD1833194561}"/>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63">
              <a:extLst>
                <a:ext uri="{FF2B5EF4-FFF2-40B4-BE49-F238E27FC236}">
                  <a16:creationId xmlns:a16="http://schemas.microsoft.com/office/drawing/2014/main" id="{765DF5B2-4943-9F69-44FE-ACF25723B4A8}"/>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64">
              <a:extLst>
                <a:ext uri="{FF2B5EF4-FFF2-40B4-BE49-F238E27FC236}">
                  <a16:creationId xmlns:a16="http://schemas.microsoft.com/office/drawing/2014/main" id="{2C8E7692-9B48-9922-F55E-94F8B23697EE}"/>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5">
              <a:extLst>
                <a:ext uri="{FF2B5EF4-FFF2-40B4-BE49-F238E27FC236}">
                  <a16:creationId xmlns:a16="http://schemas.microsoft.com/office/drawing/2014/main" id="{78059AB0-00A6-6127-03D8-A755F830BEF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6">
              <a:extLst>
                <a:ext uri="{FF2B5EF4-FFF2-40B4-BE49-F238E27FC236}">
                  <a16:creationId xmlns:a16="http://schemas.microsoft.com/office/drawing/2014/main" id="{0A54EF13-5018-0484-8057-CC88E9671F14}"/>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7">
              <a:extLst>
                <a:ext uri="{FF2B5EF4-FFF2-40B4-BE49-F238E27FC236}">
                  <a16:creationId xmlns:a16="http://schemas.microsoft.com/office/drawing/2014/main" id="{A08351F2-CA79-7B4B-976F-596AF5B14DB9}"/>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68">
              <a:extLst>
                <a:ext uri="{FF2B5EF4-FFF2-40B4-BE49-F238E27FC236}">
                  <a16:creationId xmlns:a16="http://schemas.microsoft.com/office/drawing/2014/main" id="{14ACE549-E3A9-6E12-81AD-4D1F0DD96432}"/>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9">
              <a:extLst>
                <a:ext uri="{FF2B5EF4-FFF2-40B4-BE49-F238E27FC236}">
                  <a16:creationId xmlns:a16="http://schemas.microsoft.com/office/drawing/2014/main" id="{5ED8F699-DCF6-6D53-D9F9-045B12889A53}"/>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70">
              <a:extLst>
                <a:ext uri="{FF2B5EF4-FFF2-40B4-BE49-F238E27FC236}">
                  <a16:creationId xmlns:a16="http://schemas.microsoft.com/office/drawing/2014/main" id="{5744715F-EB78-12C0-313E-9FB7465392A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71">
              <a:extLst>
                <a:ext uri="{FF2B5EF4-FFF2-40B4-BE49-F238E27FC236}">
                  <a16:creationId xmlns:a16="http://schemas.microsoft.com/office/drawing/2014/main" id="{FFEE43D6-71A7-820C-1139-93CF56A267F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72">
              <a:extLst>
                <a:ext uri="{FF2B5EF4-FFF2-40B4-BE49-F238E27FC236}">
                  <a16:creationId xmlns:a16="http://schemas.microsoft.com/office/drawing/2014/main" id="{AB2BDF0F-F17D-80A9-FDAA-7CB34795BB3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73">
              <a:extLst>
                <a:ext uri="{FF2B5EF4-FFF2-40B4-BE49-F238E27FC236}">
                  <a16:creationId xmlns:a16="http://schemas.microsoft.com/office/drawing/2014/main" id="{082C9CB5-EF61-2AC0-D643-7C04E1CA00F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74">
              <a:extLst>
                <a:ext uri="{FF2B5EF4-FFF2-40B4-BE49-F238E27FC236}">
                  <a16:creationId xmlns:a16="http://schemas.microsoft.com/office/drawing/2014/main" id="{0169D9CA-DD22-0180-198D-4BC9290FE9CC}"/>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5">
              <a:extLst>
                <a:ext uri="{FF2B5EF4-FFF2-40B4-BE49-F238E27FC236}">
                  <a16:creationId xmlns:a16="http://schemas.microsoft.com/office/drawing/2014/main" id="{25239B3A-72B6-03F3-66FA-A84AA8153F97}"/>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6">
              <a:extLst>
                <a:ext uri="{FF2B5EF4-FFF2-40B4-BE49-F238E27FC236}">
                  <a16:creationId xmlns:a16="http://schemas.microsoft.com/office/drawing/2014/main" id="{CB35FD5F-BCD7-635F-0BFD-9B9B6CADDAD5}"/>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7">
              <a:extLst>
                <a:ext uri="{FF2B5EF4-FFF2-40B4-BE49-F238E27FC236}">
                  <a16:creationId xmlns:a16="http://schemas.microsoft.com/office/drawing/2014/main" id="{FF8C8EE9-54DD-9B6F-1816-1179933E523D}"/>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8">
              <a:extLst>
                <a:ext uri="{FF2B5EF4-FFF2-40B4-BE49-F238E27FC236}">
                  <a16:creationId xmlns:a16="http://schemas.microsoft.com/office/drawing/2014/main" id="{3482B8BC-2C9F-DF82-7E04-9DFEADFB3A3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9">
              <a:extLst>
                <a:ext uri="{FF2B5EF4-FFF2-40B4-BE49-F238E27FC236}">
                  <a16:creationId xmlns:a16="http://schemas.microsoft.com/office/drawing/2014/main" id="{7D3B55D0-9334-6419-D3C1-399FB6B6A7A4}"/>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80">
              <a:extLst>
                <a:ext uri="{FF2B5EF4-FFF2-40B4-BE49-F238E27FC236}">
                  <a16:creationId xmlns:a16="http://schemas.microsoft.com/office/drawing/2014/main" id="{1301F1E9-FBA8-534A-F934-14EE42537C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81">
              <a:extLst>
                <a:ext uri="{FF2B5EF4-FFF2-40B4-BE49-F238E27FC236}">
                  <a16:creationId xmlns:a16="http://schemas.microsoft.com/office/drawing/2014/main" id="{922C91F4-A8FD-D684-0DC9-1A5C5927FEC3}"/>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2">
              <a:extLst>
                <a:ext uri="{FF2B5EF4-FFF2-40B4-BE49-F238E27FC236}">
                  <a16:creationId xmlns:a16="http://schemas.microsoft.com/office/drawing/2014/main" id="{775BFBA1-B486-B126-5A2E-F604A98DA1D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83">
              <a:extLst>
                <a:ext uri="{FF2B5EF4-FFF2-40B4-BE49-F238E27FC236}">
                  <a16:creationId xmlns:a16="http://schemas.microsoft.com/office/drawing/2014/main" id="{59EDCD6C-0BF0-198E-2518-69DCEC6D704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84">
              <a:extLst>
                <a:ext uri="{FF2B5EF4-FFF2-40B4-BE49-F238E27FC236}">
                  <a16:creationId xmlns:a16="http://schemas.microsoft.com/office/drawing/2014/main" id="{7CAF407F-D1E7-FAE9-B04D-A1BF8275E846}"/>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5">
              <a:extLst>
                <a:ext uri="{FF2B5EF4-FFF2-40B4-BE49-F238E27FC236}">
                  <a16:creationId xmlns:a16="http://schemas.microsoft.com/office/drawing/2014/main" id="{3F4A007E-C12C-1F7B-E6EB-EF42736C7882}"/>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6">
              <a:extLst>
                <a:ext uri="{FF2B5EF4-FFF2-40B4-BE49-F238E27FC236}">
                  <a16:creationId xmlns:a16="http://schemas.microsoft.com/office/drawing/2014/main" id="{0A9186D2-D11F-017F-F2C8-EAEA65EEC0E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7">
              <a:extLst>
                <a:ext uri="{FF2B5EF4-FFF2-40B4-BE49-F238E27FC236}">
                  <a16:creationId xmlns:a16="http://schemas.microsoft.com/office/drawing/2014/main" id="{99657151-AA50-4020-E0E5-FB7F26006517}"/>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8">
              <a:extLst>
                <a:ext uri="{FF2B5EF4-FFF2-40B4-BE49-F238E27FC236}">
                  <a16:creationId xmlns:a16="http://schemas.microsoft.com/office/drawing/2014/main" id="{28BFDBD3-324F-243D-F18D-2CCA22A74A7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9">
              <a:extLst>
                <a:ext uri="{FF2B5EF4-FFF2-40B4-BE49-F238E27FC236}">
                  <a16:creationId xmlns:a16="http://schemas.microsoft.com/office/drawing/2014/main" id="{65CFA9DF-ACFF-652E-13C2-01C7A5FC8383}"/>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90">
              <a:extLst>
                <a:ext uri="{FF2B5EF4-FFF2-40B4-BE49-F238E27FC236}">
                  <a16:creationId xmlns:a16="http://schemas.microsoft.com/office/drawing/2014/main" id="{A7BB25A8-C3ED-BAB0-275B-6343A6BB0BB3}"/>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91">
              <a:extLst>
                <a:ext uri="{FF2B5EF4-FFF2-40B4-BE49-F238E27FC236}">
                  <a16:creationId xmlns:a16="http://schemas.microsoft.com/office/drawing/2014/main" id="{862F0234-9579-0661-418B-BB829B1D05E2}"/>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2">
              <a:extLst>
                <a:ext uri="{FF2B5EF4-FFF2-40B4-BE49-F238E27FC236}">
                  <a16:creationId xmlns:a16="http://schemas.microsoft.com/office/drawing/2014/main" id="{05E6578D-C7EA-C044-ACA6-0497EF16B10E}"/>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93">
              <a:extLst>
                <a:ext uri="{FF2B5EF4-FFF2-40B4-BE49-F238E27FC236}">
                  <a16:creationId xmlns:a16="http://schemas.microsoft.com/office/drawing/2014/main" id="{87B44ABF-7ABA-A4D2-7164-A80624D84FF6}"/>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94">
              <a:extLst>
                <a:ext uri="{FF2B5EF4-FFF2-40B4-BE49-F238E27FC236}">
                  <a16:creationId xmlns:a16="http://schemas.microsoft.com/office/drawing/2014/main" id="{E3F453F8-C354-D509-1D9B-1DB1C5AC066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5">
              <a:extLst>
                <a:ext uri="{FF2B5EF4-FFF2-40B4-BE49-F238E27FC236}">
                  <a16:creationId xmlns:a16="http://schemas.microsoft.com/office/drawing/2014/main" id="{FFF51F16-8E3D-E3A2-CD82-8CBA7E469C06}"/>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6">
              <a:extLst>
                <a:ext uri="{FF2B5EF4-FFF2-40B4-BE49-F238E27FC236}">
                  <a16:creationId xmlns:a16="http://schemas.microsoft.com/office/drawing/2014/main" id="{63F55E90-4911-986F-D9BF-0F08ED91775F}"/>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7">
              <a:extLst>
                <a:ext uri="{FF2B5EF4-FFF2-40B4-BE49-F238E27FC236}">
                  <a16:creationId xmlns:a16="http://schemas.microsoft.com/office/drawing/2014/main" id="{8ACFF159-57E2-D4FB-31EE-22884CBDCEE1}"/>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8">
              <a:extLst>
                <a:ext uri="{FF2B5EF4-FFF2-40B4-BE49-F238E27FC236}">
                  <a16:creationId xmlns:a16="http://schemas.microsoft.com/office/drawing/2014/main" id="{8902B224-8EA4-84E8-7B8D-6D54441B3E8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9">
              <a:extLst>
                <a:ext uri="{FF2B5EF4-FFF2-40B4-BE49-F238E27FC236}">
                  <a16:creationId xmlns:a16="http://schemas.microsoft.com/office/drawing/2014/main" id="{8EFB5AC4-0613-A6B0-A098-1DCE6058CAE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800">
              <a:extLst>
                <a:ext uri="{FF2B5EF4-FFF2-40B4-BE49-F238E27FC236}">
                  <a16:creationId xmlns:a16="http://schemas.microsoft.com/office/drawing/2014/main" id="{82185EA7-9B0C-3E8D-F5FA-87CB2538AF73}"/>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801">
              <a:extLst>
                <a:ext uri="{FF2B5EF4-FFF2-40B4-BE49-F238E27FC236}">
                  <a16:creationId xmlns:a16="http://schemas.microsoft.com/office/drawing/2014/main" id="{28E252C7-20A4-C731-5554-9AA43E9405E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2">
              <a:extLst>
                <a:ext uri="{FF2B5EF4-FFF2-40B4-BE49-F238E27FC236}">
                  <a16:creationId xmlns:a16="http://schemas.microsoft.com/office/drawing/2014/main" id="{7ACBB410-FC7A-DC0C-BE0F-327DC84331C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03">
              <a:extLst>
                <a:ext uri="{FF2B5EF4-FFF2-40B4-BE49-F238E27FC236}">
                  <a16:creationId xmlns:a16="http://schemas.microsoft.com/office/drawing/2014/main" id="{2344A048-BEB6-8AAF-03FA-9BEBFFBF227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04">
              <a:extLst>
                <a:ext uri="{FF2B5EF4-FFF2-40B4-BE49-F238E27FC236}">
                  <a16:creationId xmlns:a16="http://schemas.microsoft.com/office/drawing/2014/main" id="{82D9109E-8639-104D-2B27-B074863BD10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5">
              <a:extLst>
                <a:ext uri="{FF2B5EF4-FFF2-40B4-BE49-F238E27FC236}">
                  <a16:creationId xmlns:a16="http://schemas.microsoft.com/office/drawing/2014/main" id="{853442D3-1EF3-35E1-26D4-4C45FBD12D46}"/>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6">
              <a:extLst>
                <a:ext uri="{FF2B5EF4-FFF2-40B4-BE49-F238E27FC236}">
                  <a16:creationId xmlns:a16="http://schemas.microsoft.com/office/drawing/2014/main" id="{EC6621B6-AB48-E24C-68D0-03C2FB73FF7B}"/>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7">
              <a:extLst>
                <a:ext uri="{FF2B5EF4-FFF2-40B4-BE49-F238E27FC236}">
                  <a16:creationId xmlns:a16="http://schemas.microsoft.com/office/drawing/2014/main" id="{23D2850B-A575-E6BD-2D61-FA25E8F3DD3D}"/>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8">
              <a:extLst>
                <a:ext uri="{FF2B5EF4-FFF2-40B4-BE49-F238E27FC236}">
                  <a16:creationId xmlns:a16="http://schemas.microsoft.com/office/drawing/2014/main" id="{A2113E9E-082E-FB59-E30A-C363E7571313}"/>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9">
              <a:extLst>
                <a:ext uri="{FF2B5EF4-FFF2-40B4-BE49-F238E27FC236}">
                  <a16:creationId xmlns:a16="http://schemas.microsoft.com/office/drawing/2014/main" id="{52A36D0C-CDD9-6C6E-9245-B995B155F65E}"/>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10">
              <a:extLst>
                <a:ext uri="{FF2B5EF4-FFF2-40B4-BE49-F238E27FC236}">
                  <a16:creationId xmlns:a16="http://schemas.microsoft.com/office/drawing/2014/main" id="{626F06F3-3708-766F-CBDA-3FDFF5B2E2FB}"/>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11">
              <a:extLst>
                <a:ext uri="{FF2B5EF4-FFF2-40B4-BE49-F238E27FC236}">
                  <a16:creationId xmlns:a16="http://schemas.microsoft.com/office/drawing/2014/main" id="{FE58F89D-1666-6EDB-7C58-CF4D55A324BC}"/>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12">
              <a:extLst>
                <a:ext uri="{FF2B5EF4-FFF2-40B4-BE49-F238E27FC236}">
                  <a16:creationId xmlns:a16="http://schemas.microsoft.com/office/drawing/2014/main" id="{803CB934-F849-E566-6797-208C7ED6B22D}"/>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13">
              <a:extLst>
                <a:ext uri="{FF2B5EF4-FFF2-40B4-BE49-F238E27FC236}">
                  <a16:creationId xmlns:a16="http://schemas.microsoft.com/office/drawing/2014/main" id="{19D74A02-4759-5635-FA11-91D3DE0CC2F7}"/>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14">
              <a:extLst>
                <a:ext uri="{FF2B5EF4-FFF2-40B4-BE49-F238E27FC236}">
                  <a16:creationId xmlns:a16="http://schemas.microsoft.com/office/drawing/2014/main" id="{4D2AF14F-5238-8449-5B3A-7335D203364D}"/>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80" name="Rectangle: Rounded Corners 179">
            <a:extLst>
              <a:ext uri="{FF2B5EF4-FFF2-40B4-BE49-F238E27FC236}">
                <a16:creationId xmlns:a16="http://schemas.microsoft.com/office/drawing/2014/main" id="{E81728A3-8DEB-C5AB-9D4A-7B2A96FA8D93}"/>
              </a:ext>
            </a:extLst>
          </p:cNvPr>
          <p:cNvSpPr/>
          <p:nvPr/>
        </p:nvSpPr>
        <p:spPr>
          <a:xfrm>
            <a:off x="11345418" y="3175099"/>
            <a:ext cx="741807" cy="11044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4" name="Picture 183">
            <a:extLst>
              <a:ext uri="{FF2B5EF4-FFF2-40B4-BE49-F238E27FC236}">
                <a16:creationId xmlns:a16="http://schemas.microsoft.com/office/drawing/2014/main" id="{4FCC2A59-DDE2-1665-B9A8-C601F07821A7}"/>
              </a:ext>
            </a:extLst>
          </p:cNvPr>
          <p:cNvPicPr>
            <a:picLocks noChangeAspect="1"/>
          </p:cNvPicPr>
          <p:nvPr/>
        </p:nvPicPr>
        <p:blipFill>
          <a:blip r:embed="rId8"/>
          <a:srcRect/>
          <a:stretch/>
        </p:blipFill>
        <p:spPr>
          <a:xfrm>
            <a:off x="3755867" y="1335193"/>
            <a:ext cx="8440328" cy="5506218"/>
          </a:xfrm>
          <a:prstGeom prst="rect">
            <a:avLst/>
          </a:prstGeom>
        </p:spPr>
      </p:pic>
      <p:sp>
        <p:nvSpPr>
          <p:cNvPr id="185" name="!!TextBox 20">
            <a:extLst>
              <a:ext uri="{FF2B5EF4-FFF2-40B4-BE49-F238E27FC236}">
                <a16:creationId xmlns:a16="http://schemas.microsoft.com/office/drawing/2014/main" id="{08E2362A-8557-61C0-ACCB-34E5C707F3EB}"/>
              </a:ext>
            </a:extLst>
          </p:cNvPr>
          <p:cNvSpPr txBox="1"/>
          <p:nvPr/>
        </p:nvSpPr>
        <p:spPr>
          <a:xfrm>
            <a:off x="1710917" y="4943567"/>
            <a:ext cx="2338422"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That’s </a:t>
            </a:r>
            <a:r>
              <a:rPr lang="en-US" i="1" dirty="0">
                <a:latin typeface="Roboto Light" panose="02000000000000000000" pitchFamily="2" charset="0"/>
                <a:ea typeface="Roboto Light" panose="02000000000000000000" pitchFamily="2" charset="0"/>
              </a:rPr>
              <a:t>better</a:t>
            </a:r>
            <a:r>
              <a:rPr lang="en-US" dirty="0">
                <a:latin typeface="Roboto Light" panose="02000000000000000000" pitchFamily="2" charset="0"/>
                <a:ea typeface="Roboto Light" panose="02000000000000000000" pitchFamily="2" charset="0"/>
              </a:rPr>
              <a:t>, but…</a:t>
            </a:r>
          </a:p>
        </p:txBody>
      </p:sp>
      <p:pic>
        <p:nvPicPr>
          <p:cNvPr id="186" name="Picture 185">
            <a:extLst>
              <a:ext uri="{FF2B5EF4-FFF2-40B4-BE49-F238E27FC236}">
                <a16:creationId xmlns:a16="http://schemas.microsoft.com/office/drawing/2014/main" id="{7110A122-51C4-4C36-3733-64F6EA608033}"/>
              </a:ext>
            </a:extLst>
          </p:cNvPr>
          <p:cNvPicPr>
            <a:picLocks noChangeAspect="1"/>
          </p:cNvPicPr>
          <p:nvPr/>
        </p:nvPicPr>
        <p:blipFill>
          <a:blip r:embed="rId9"/>
          <a:srcRect/>
          <a:stretch/>
        </p:blipFill>
        <p:spPr>
          <a:xfrm>
            <a:off x="1348451" y="5550185"/>
            <a:ext cx="682992" cy="1282565"/>
          </a:xfrm>
          <a:prstGeom prst="rect">
            <a:avLst/>
          </a:prstGeom>
        </p:spPr>
      </p:pic>
      <p:sp>
        <p:nvSpPr>
          <p:cNvPr id="187" name="!!Speech Bubble 2">
            <a:extLst>
              <a:ext uri="{FF2B5EF4-FFF2-40B4-BE49-F238E27FC236}">
                <a16:creationId xmlns:a16="http://schemas.microsoft.com/office/drawing/2014/main" id="{0E218C2C-550F-1F7A-B646-DD1A0A332D04}"/>
              </a:ext>
            </a:extLst>
          </p:cNvPr>
          <p:cNvSpPr/>
          <p:nvPr/>
        </p:nvSpPr>
        <p:spPr>
          <a:xfrm>
            <a:off x="1742668" y="4959279"/>
            <a:ext cx="2003831" cy="391476"/>
          </a:xfrm>
          <a:prstGeom prst="wedgeRectCallout">
            <a:avLst>
              <a:gd name="adj1" fmla="val -39860"/>
              <a:gd name="adj2" fmla="val 11799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8" name="Picture 197">
            <a:extLst>
              <a:ext uri="{FF2B5EF4-FFF2-40B4-BE49-F238E27FC236}">
                <a16:creationId xmlns:a16="http://schemas.microsoft.com/office/drawing/2014/main" id="{49481242-13D1-5866-9883-867BB116A51C}"/>
              </a:ext>
            </a:extLst>
          </p:cNvPr>
          <p:cNvPicPr>
            <a:picLocks noChangeAspect="1"/>
          </p:cNvPicPr>
          <p:nvPr/>
        </p:nvPicPr>
        <p:blipFill>
          <a:blip r:embed="rId10"/>
          <a:srcRect/>
          <a:stretch/>
        </p:blipFill>
        <p:spPr>
          <a:xfrm>
            <a:off x="8790052" y="496872"/>
            <a:ext cx="3388849" cy="5900166"/>
          </a:xfrm>
          <a:prstGeom prst="rect">
            <a:avLst/>
          </a:prstGeom>
        </p:spPr>
      </p:pic>
      <p:pic>
        <p:nvPicPr>
          <p:cNvPr id="204" name="Picture 203">
            <a:extLst>
              <a:ext uri="{FF2B5EF4-FFF2-40B4-BE49-F238E27FC236}">
                <a16:creationId xmlns:a16="http://schemas.microsoft.com/office/drawing/2014/main" id="{874C7606-BE64-6442-156D-C87757EACE5F}"/>
              </a:ext>
            </a:extLst>
          </p:cNvPr>
          <p:cNvPicPr>
            <a:picLocks noChangeAspect="1"/>
          </p:cNvPicPr>
          <p:nvPr/>
        </p:nvPicPr>
        <p:blipFill>
          <a:blip r:embed="rId11"/>
          <a:stretch>
            <a:fillRect/>
          </a:stretch>
        </p:blipFill>
        <p:spPr>
          <a:xfrm>
            <a:off x="5347379" y="3832626"/>
            <a:ext cx="5182323" cy="3010320"/>
          </a:xfrm>
          <a:prstGeom prst="rect">
            <a:avLst/>
          </a:prstGeom>
        </p:spPr>
      </p:pic>
      <p:sp>
        <p:nvSpPr>
          <p:cNvPr id="196" name="Rectangle: Rounded Corners 195">
            <a:extLst>
              <a:ext uri="{FF2B5EF4-FFF2-40B4-BE49-F238E27FC236}">
                <a16:creationId xmlns:a16="http://schemas.microsoft.com/office/drawing/2014/main" id="{3004E2E0-8EB4-3514-910E-1C061DDE22A1}"/>
              </a:ext>
            </a:extLst>
          </p:cNvPr>
          <p:cNvSpPr/>
          <p:nvPr/>
        </p:nvSpPr>
        <p:spPr>
          <a:xfrm>
            <a:off x="5640851" y="5264308"/>
            <a:ext cx="2333485" cy="1352392"/>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5168536"/>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3" name="Picture 202">
            <a:extLst>
              <a:ext uri="{FF2B5EF4-FFF2-40B4-BE49-F238E27FC236}">
                <a16:creationId xmlns:a16="http://schemas.microsoft.com/office/drawing/2014/main" id="{35DFC2D6-94A1-679F-452E-B86217318C96}"/>
              </a:ext>
            </a:extLst>
          </p:cNvPr>
          <p:cNvPicPr>
            <a:picLocks noChangeAspect="1"/>
          </p:cNvPicPr>
          <p:nvPr/>
        </p:nvPicPr>
        <p:blipFill>
          <a:blip r:embed="rId3"/>
          <a:stretch>
            <a:fillRect/>
          </a:stretch>
        </p:blipFill>
        <p:spPr>
          <a:xfrm>
            <a:off x="7976031" y="2285469"/>
            <a:ext cx="4215615" cy="2168805"/>
          </a:xfrm>
          <a:prstGeom prst="rect">
            <a:avLst/>
          </a:prstGeom>
        </p:spPr>
      </p:pic>
      <p:pic>
        <p:nvPicPr>
          <p:cNvPr id="208" name="Picture 207">
            <a:extLst>
              <a:ext uri="{FF2B5EF4-FFF2-40B4-BE49-F238E27FC236}">
                <a16:creationId xmlns:a16="http://schemas.microsoft.com/office/drawing/2014/main" id="{662DF0C9-E9B8-5E16-B36E-764F3E3AC87F}"/>
              </a:ext>
            </a:extLst>
          </p:cNvPr>
          <p:cNvPicPr>
            <a:picLocks noChangeAspect="1"/>
          </p:cNvPicPr>
          <p:nvPr/>
        </p:nvPicPr>
        <p:blipFill>
          <a:blip r:embed="rId4"/>
          <a:stretch>
            <a:fillRect/>
          </a:stretch>
        </p:blipFill>
        <p:spPr>
          <a:xfrm>
            <a:off x="11398535" y="3211422"/>
            <a:ext cx="593440" cy="445080"/>
          </a:xfrm>
          <a:prstGeom prst="rect">
            <a:avLst/>
          </a:prstGeom>
        </p:spPr>
      </p:pic>
      <p:pic>
        <p:nvPicPr>
          <p:cNvPr id="209" name="Picture 208">
            <a:extLst>
              <a:ext uri="{FF2B5EF4-FFF2-40B4-BE49-F238E27FC236}">
                <a16:creationId xmlns:a16="http://schemas.microsoft.com/office/drawing/2014/main" id="{152269CD-F8D0-E57E-1149-6ADD482B7237}"/>
              </a:ext>
            </a:extLst>
          </p:cNvPr>
          <p:cNvPicPr>
            <a:picLocks noChangeAspect="1"/>
          </p:cNvPicPr>
          <p:nvPr/>
        </p:nvPicPr>
        <p:blipFill>
          <a:blip r:embed="rId4"/>
          <a:stretch>
            <a:fillRect/>
          </a:stretch>
        </p:blipFill>
        <p:spPr>
          <a:xfrm>
            <a:off x="11379485" y="3763975"/>
            <a:ext cx="593440" cy="445080"/>
          </a:xfrm>
          <a:prstGeom prst="rect">
            <a:avLst/>
          </a:prstGeom>
        </p:spPr>
      </p:pic>
      <p:sp>
        <p:nvSpPr>
          <p:cNvPr id="141" name="Header whiteout - blur">
            <a:extLst>
              <a:ext uri="{FF2B5EF4-FFF2-40B4-BE49-F238E27FC236}">
                <a16:creationId xmlns:a16="http://schemas.microsoft.com/office/drawing/2014/main" id="{FDEED602-0E34-4CE1-A9BE-2DBA0A4168BF}"/>
              </a:ext>
            </a:extLst>
          </p:cNvPr>
          <p:cNvSpPr/>
          <p:nvPr/>
        </p:nvSpPr>
        <p:spPr>
          <a:xfrm>
            <a:off x="1" y="0"/>
            <a:ext cx="12191999" cy="765890"/>
          </a:xfrm>
          <a:prstGeom prst="rect">
            <a:avLst/>
          </a:prstGeom>
          <a:solidFill>
            <a:schemeClr val="bg1"/>
          </a:solid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Header whiteout">
            <a:extLst>
              <a:ext uri="{FF2B5EF4-FFF2-40B4-BE49-F238E27FC236}">
                <a16:creationId xmlns:a16="http://schemas.microsoft.com/office/drawing/2014/main" id="{E4FEBDD2-0824-42D6-9314-281AB36826EE}"/>
              </a:ext>
            </a:extLst>
          </p:cNvPr>
          <p:cNvSpPr/>
          <p:nvPr/>
        </p:nvSpPr>
        <p:spPr>
          <a:xfrm>
            <a:off x="-10933" y="-11369"/>
            <a:ext cx="12191999" cy="549129"/>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Header Text 2">
            <a:extLst>
              <a:ext uri="{FF2B5EF4-FFF2-40B4-BE49-F238E27FC236}">
                <a16:creationId xmlns:a16="http://schemas.microsoft.com/office/drawing/2014/main" id="{8C7933CB-1A08-45A6-B72C-0D694D101E8E}"/>
              </a:ext>
            </a:extLst>
          </p:cNvPr>
          <p:cNvPicPr>
            <a:picLocks noChangeAspect="1"/>
          </p:cNvPicPr>
          <p:nvPr/>
        </p:nvPicPr>
        <p:blipFill>
          <a:blip r:embed="rId5"/>
          <a:stretch>
            <a:fillRect/>
          </a:stretch>
        </p:blipFill>
        <p:spPr>
          <a:xfrm>
            <a:off x="6110562" y="32979"/>
            <a:ext cx="2840139" cy="356237"/>
          </a:xfrm>
          <a:prstGeom prst="rect">
            <a:avLst/>
          </a:prstGeom>
        </p:spPr>
      </p:pic>
      <p:sp>
        <p:nvSpPr>
          <p:cNvPr id="37" name="Header Text 1">
            <a:extLst>
              <a:ext uri="{FF2B5EF4-FFF2-40B4-BE49-F238E27FC236}">
                <a16:creationId xmlns:a16="http://schemas.microsoft.com/office/drawing/2014/main" id="{89AA9521-06A9-43D7-B00C-497119F38E5E}"/>
              </a:ext>
            </a:extLst>
          </p:cNvPr>
          <p:cNvSpPr txBox="1"/>
          <p:nvPr/>
        </p:nvSpPr>
        <p:spPr>
          <a:xfrm>
            <a:off x="779537" y="0"/>
            <a:ext cx="6545461" cy="461665"/>
          </a:xfrm>
          <a:prstGeom prst="rect">
            <a:avLst/>
          </a:prstGeom>
          <a:noFill/>
        </p:spPr>
        <p:txBody>
          <a:bodyPr wrap="square" rtlCol="0">
            <a:spAutoFit/>
          </a:bodyPr>
          <a:lstStyle/>
          <a:p>
            <a:pPr algn="ctr"/>
            <a:r>
              <a:rPr lang="en-US" sz="2400" dirty="0">
                <a:solidFill>
                  <a:srgbClr val="2D3E50"/>
                </a:solidFill>
                <a:latin typeface="Roboto Black" panose="02000000000000000000" pitchFamily="2" charset="0"/>
                <a:ea typeface="Roboto Black" panose="02000000000000000000" pitchFamily="2" charset="0"/>
              </a:rPr>
              <a:t>Automating Your </a:t>
            </a:r>
            <a:r>
              <a:rPr lang="en-US" sz="2400" dirty="0" err="1">
                <a:solidFill>
                  <a:srgbClr val="2D3E50"/>
                </a:solidFill>
                <a:latin typeface="Roboto Black" panose="02000000000000000000" pitchFamily="2" charset="0"/>
                <a:ea typeface="Roboto Black" panose="02000000000000000000" pitchFamily="2" charset="0"/>
              </a:rPr>
              <a:t>Smarthome</a:t>
            </a:r>
            <a:endParaRPr lang="en-US" sz="2400" dirty="0">
              <a:solidFill>
                <a:srgbClr val="2D3E50"/>
              </a:solidFill>
              <a:latin typeface="Roboto Black" panose="02000000000000000000" pitchFamily="2" charset="0"/>
              <a:ea typeface="Roboto Black" panose="02000000000000000000" pitchFamily="2" charset="0"/>
            </a:endParaRPr>
          </a:p>
        </p:txBody>
      </p:sp>
      <p:sp>
        <p:nvSpPr>
          <p:cNvPr id="4" name="!!Bulb text 1">
            <a:extLst>
              <a:ext uri="{FF2B5EF4-FFF2-40B4-BE49-F238E27FC236}">
                <a16:creationId xmlns:a16="http://schemas.microsoft.com/office/drawing/2014/main" id="{49C524C3-5D5A-AA57-0F8D-847CAD888225}"/>
              </a:ext>
            </a:extLst>
          </p:cNvPr>
          <p:cNvSpPr txBox="1"/>
          <p:nvPr/>
        </p:nvSpPr>
        <p:spPr>
          <a:xfrm>
            <a:off x="846581" y="2608661"/>
            <a:ext cx="2329076"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Motion detection</a:t>
            </a:r>
          </a:p>
        </p:txBody>
      </p:sp>
      <p:pic>
        <p:nvPicPr>
          <p:cNvPr id="5" name="!!Bulb 1">
            <a:extLst>
              <a:ext uri="{FF2B5EF4-FFF2-40B4-BE49-F238E27FC236}">
                <a16:creationId xmlns:a16="http://schemas.microsoft.com/office/drawing/2014/main" id="{6914DC89-97D7-4297-8808-2ADE2BA17857}"/>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2580063"/>
            <a:ext cx="425758" cy="400110"/>
          </a:xfrm>
          <a:prstGeom prst="rect">
            <a:avLst/>
          </a:prstGeom>
        </p:spPr>
      </p:pic>
      <p:sp>
        <p:nvSpPr>
          <p:cNvPr id="9" name="!!Bulb text 2">
            <a:extLst>
              <a:ext uri="{FF2B5EF4-FFF2-40B4-BE49-F238E27FC236}">
                <a16:creationId xmlns:a16="http://schemas.microsoft.com/office/drawing/2014/main" id="{B6A8D080-AB38-8D15-DAB9-DEDF1A51B8EC}"/>
              </a:ext>
            </a:extLst>
          </p:cNvPr>
          <p:cNvSpPr txBox="1"/>
          <p:nvPr/>
        </p:nvSpPr>
        <p:spPr>
          <a:xfrm>
            <a:off x="846581" y="3187881"/>
            <a:ext cx="2605073"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Activity recognition</a:t>
            </a:r>
          </a:p>
        </p:txBody>
      </p:sp>
      <p:pic>
        <p:nvPicPr>
          <p:cNvPr id="10" name="!!Bulb2">
            <a:extLst>
              <a:ext uri="{FF2B5EF4-FFF2-40B4-BE49-F238E27FC236}">
                <a16:creationId xmlns:a16="http://schemas.microsoft.com/office/drawing/2014/main" id="{BE5E8FC4-9D73-D220-BA39-E185493016E0}"/>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3159283"/>
            <a:ext cx="425758" cy="400110"/>
          </a:xfrm>
          <a:prstGeom prst="rect">
            <a:avLst/>
          </a:prstGeom>
        </p:spPr>
      </p:pic>
      <p:sp>
        <p:nvSpPr>
          <p:cNvPr id="11" name="!!Bulb text 3">
            <a:extLst>
              <a:ext uri="{FF2B5EF4-FFF2-40B4-BE49-F238E27FC236}">
                <a16:creationId xmlns:a16="http://schemas.microsoft.com/office/drawing/2014/main" id="{4199F392-460E-515D-4218-C295E5879532}"/>
              </a:ext>
            </a:extLst>
          </p:cNvPr>
          <p:cNvSpPr txBox="1"/>
          <p:nvPr/>
        </p:nvSpPr>
        <p:spPr>
          <a:xfrm>
            <a:off x="846581" y="3792573"/>
            <a:ext cx="1896619"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Light control</a:t>
            </a:r>
          </a:p>
        </p:txBody>
      </p:sp>
      <p:pic>
        <p:nvPicPr>
          <p:cNvPr id="12" name="!!Bulb3">
            <a:extLst>
              <a:ext uri="{FF2B5EF4-FFF2-40B4-BE49-F238E27FC236}">
                <a16:creationId xmlns:a16="http://schemas.microsoft.com/office/drawing/2014/main" id="{1BC49642-CD88-69A9-2C99-20FC2B7581D1}"/>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3763975"/>
            <a:ext cx="425758" cy="400110"/>
          </a:xfrm>
          <a:prstGeom prst="rect">
            <a:avLst/>
          </a:prstGeom>
        </p:spPr>
      </p:pic>
      <p:sp>
        <p:nvSpPr>
          <p:cNvPr id="13" name="!!Bulb text 4">
            <a:extLst>
              <a:ext uri="{FF2B5EF4-FFF2-40B4-BE49-F238E27FC236}">
                <a16:creationId xmlns:a16="http://schemas.microsoft.com/office/drawing/2014/main" id="{A69F4631-6C8C-F6B2-BEA7-509DCBB029F9}"/>
              </a:ext>
            </a:extLst>
          </p:cNvPr>
          <p:cNvSpPr txBox="1"/>
          <p:nvPr/>
        </p:nvSpPr>
        <p:spPr>
          <a:xfrm>
            <a:off x="846580" y="4397265"/>
            <a:ext cx="404102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Kill switch (no app required) </a:t>
            </a:r>
          </a:p>
        </p:txBody>
      </p:sp>
      <p:pic>
        <p:nvPicPr>
          <p:cNvPr id="14" name="!!Bulb4">
            <a:extLst>
              <a:ext uri="{FF2B5EF4-FFF2-40B4-BE49-F238E27FC236}">
                <a16:creationId xmlns:a16="http://schemas.microsoft.com/office/drawing/2014/main" id="{D0E64A51-D74F-C703-0CA0-80D8576ECF9A}"/>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347094" y="4368667"/>
            <a:ext cx="425758" cy="400110"/>
          </a:xfrm>
          <a:prstGeom prst="rect">
            <a:avLst/>
          </a:prstGeom>
        </p:spPr>
      </p:pic>
      <p:sp>
        <p:nvSpPr>
          <p:cNvPr id="16" name="!!Title">
            <a:extLst>
              <a:ext uri="{FF2B5EF4-FFF2-40B4-BE49-F238E27FC236}">
                <a16:creationId xmlns:a16="http://schemas.microsoft.com/office/drawing/2014/main" id="{F20B3770-0546-137D-052E-B22211EAD962}"/>
              </a:ext>
            </a:extLst>
          </p:cNvPr>
          <p:cNvSpPr txBox="1"/>
          <p:nvPr/>
        </p:nvSpPr>
        <p:spPr>
          <a:xfrm>
            <a:off x="117590" y="1398647"/>
            <a:ext cx="3328155" cy="954107"/>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Components of </a:t>
            </a:r>
            <a:br>
              <a:rPr lang="en-US" sz="2800" dirty="0">
                <a:solidFill>
                  <a:srgbClr val="2D3E50"/>
                </a:solidFill>
                <a:latin typeface="Roboto" panose="02000000000000000000" pitchFamily="2" charset="0"/>
                <a:ea typeface="Roboto" panose="02000000000000000000" pitchFamily="2" charset="0"/>
              </a:rPr>
            </a:br>
            <a:r>
              <a:rPr lang="en-US" sz="2800" b="1" dirty="0">
                <a:solidFill>
                  <a:srgbClr val="2D3E50"/>
                </a:solidFill>
                <a:latin typeface="Roboto" panose="02000000000000000000" pitchFamily="2" charset="0"/>
                <a:ea typeface="Roboto" panose="02000000000000000000" pitchFamily="2" charset="0"/>
              </a:rPr>
              <a:t>Smart Automations</a:t>
            </a:r>
          </a:p>
        </p:txBody>
      </p:sp>
      <p:pic>
        <p:nvPicPr>
          <p:cNvPr id="3" name="Picture 2">
            <a:extLst>
              <a:ext uri="{FF2B5EF4-FFF2-40B4-BE49-F238E27FC236}">
                <a16:creationId xmlns:a16="http://schemas.microsoft.com/office/drawing/2014/main" id="{00E93B31-E815-0A12-2350-6F471FE0AE1C}"/>
              </a:ext>
            </a:extLst>
          </p:cNvPr>
          <p:cNvPicPr>
            <a:picLocks noChangeAspect="1"/>
          </p:cNvPicPr>
          <p:nvPr/>
        </p:nvPicPr>
        <p:blipFill>
          <a:blip r:embed="rId7"/>
          <a:stretch>
            <a:fillRect/>
          </a:stretch>
        </p:blipFill>
        <p:spPr>
          <a:xfrm>
            <a:off x="5125304" y="1842158"/>
            <a:ext cx="1939828" cy="2966284"/>
          </a:xfrm>
          <a:prstGeom prst="rect">
            <a:avLst/>
          </a:prstGeom>
        </p:spPr>
      </p:pic>
      <p:sp>
        <p:nvSpPr>
          <p:cNvPr id="201" name="Red text">
            <a:extLst>
              <a:ext uri="{FF2B5EF4-FFF2-40B4-BE49-F238E27FC236}">
                <a16:creationId xmlns:a16="http://schemas.microsoft.com/office/drawing/2014/main" id="{8FC3E034-09CC-12FC-C7D7-BBF5BD6F3670}"/>
              </a:ext>
            </a:extLst>
          </p:cNvPr>
          <p:cNvSpPr txBox="1"/>
          <p:nvPr/>
        </p:nvSpPr>
        <p:spPr>
          <a:xfrm>
            <a:off x="7695575" y="5009243"/>
            <a:ext cx="3735033" cy="707886"/>
          </a:xfrm>
          <a:prstGeom prst="rect">
            <a:avLst/>
          </a:prstGeom>
          <a:noFill/>
        </p:spPr>
        <p:txBody>
          <a:bodyPr wrap="square" rtlCol="0">
            <a:spAutoFit/>
          </a:bodyPr>
          <a:lstStyle/>
          <a:p>
            <a:r>
              <a:rPr lang="en-US" sz="2000" dirty="0">
                <a:solidFill>
                  <a:srgbClr val="C00000"/>
                </a:solidFill>
                <a:latin typeface="Segoe Print" panose="02000600000000000000" pitchFamily="2" charset="0"/>
              </a:rPr>
              <a:t>Automatically re-enable after a few hours </a:t>
            </a:r>
          </a:p>
        </p:txBody>
      </p:sp>
      <p:grpSp>
        <p:nvGrpSpPr>
          <p:cNvPr id="2" name="Arrow">
            <a:extLst>
              <a:ext uri="{FF2B5EF4-FFF2-40B4-BE49-F238E27FC236}">
                <a16:creationId xmlns:a16="http://schemas.microsoft.com/office/drawing/2014/main" id="{3F9DEC52-C749-6AF4-B33B-18CC2DAF5987}"/>
              </a:ext>
            </a:extLst>
          </p:cNvPr>
          <p:cNvGrpSpPr>
            <a:grpSpLocks noChangeAspect="1"/>
          </p:cNvGrpSpPr>
          <p:nvPr/>
        </p:nvGrpSpPr>
        <p:grpSpPr bwMode="auto">
          <a:xfrm rot="16200000" flipH="1">
            <a:off x="10825692" y="4527521"/>
            <a:ext cx="904172" cy="943180"/>
            <a:chOff x="1328" y="0"/>
            <a:chExt cx="3106" cy="3240"/>
          </a:xfrm>
          <a:solidFill>
            <a:srgbClr val="C00000"/>
          </a:solidFill>
        </p:grpSpPr>
        <p:sp>
          <p:nvSpPr>
            <p:cNvPr id="6" name="Freeform 716">
              <a:extLst>
                <a:ext uri="{FF2B5EF4-FFF2-40B4-BE49-F238E27FC236}">
                  <a16:creationId xmlns:a16="http://schemas.microsoft.com/office/drawing/2014/main" id="{3C725839-AD16-8E7F-B227-DB9DADA05530}"/>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 name="Freeform 717">
              <a:extLst>
                <a:ext uri="{FF2B5EF4-FFF2-40B4-BE49-F238E27FC236}">
                  <a16:creationId xmlns:a16="http://schemas.microsoft.com/office/drawing/2014/main" id="{98CD0D01-7B5A-1460-7B37-E045BF9B25A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18">
              <a:extLst>
                <a:ext uri="{FF2B5EF4-FFF2-40B4-BE49-F238E27FC236}">
                  <a16:creationId xmlns:a16="http://schemas.microsoft.com/office/drawing/2014/main" id="{75FC2A02-B67E-4D85-6EA4-EB2C30760B38}"/>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19">
              <a:extLst>
                <a:ext uri="{FF2B5EF4-FFF2-40B4-BE49-F238E27FC236}">
                  <a16:creationId xmlns:a16="http://schemas.microsoft.com/office/drawing/2014/main" id="{E965DED6-913B-F8C2-4135-A0940FCA59E7}"/>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20">
              <a:extLst>
                <a:ext uri="{FF2B5EF4-FFF2-40B4-BE49-F238E27FC236}">
                  <a16:creationId xmlns:a16="http://schemas.microsoft.com/office/drawing/2014/main" id="{311DE844-4DA3-55EF-5F67-99878966910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1">
              <a:extLst>
                <a:ext uri="{FF2B5EF4-FFF2-40B4-BE49-F238E27FC236}">
                  <a16:creationId xmlns:a16="http://schemas.microsoft.com/office/drawing/2014/main" id="{4A8D07F1-FDAA-D1BD-45A5-4D08507AF840}"/>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2">
              <a:extLst>
                <a:ext uri="{FF2B5EF4-FFF2-40B4-BE49-F238E27FC236}">
                  <a16:creationId xmlns:a16="http://schemas.microsoft.com/office/drawing/2014/main" id="{F863264C-8C3B-8AEB-511E-36FBD8084E9A}"/>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3">
              <a:extLst>
                <a:ext uri="{FF2B5EF4-FFF2-40B4-BE49-F238E27FC236}">
                  <a16:creationId xmlns:a16="http://schemas.microsoft.com/office/drawing/2014/main" id="{1F662C93-EA0F-44A4-2CF7-515AFE696EDD}"/>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4">
              <a:extLst>
                <a:ext uri="{FF2B5EF4-FFF2-40B4-BE49-F238E27FC236}">
                  <a16:creationId xmlns:a16="http://schemas.microsoft.com/office/drawing/2014/main" id="{7BD9F09D-4DC5-A41A-6664-9F49BC6E9BDD}"/>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5">
              <a:extLst>
                <a:ext uri="{FF2B5EF4-FFF2-40B4-BE49-F238E27FC236}">
                  <a16:creationId xmlns:a16="http://schemas.microsoft.com/office/drawing/2014/main" id="{F5C37CBF-713A-BA77-91C7-7C3648170896}"/>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6">
              <a:extLst>
                <a:ext uri="{FF2B5EF4-FFF2-40B4-BE49-F238E27FC236}">
                  <a16:creationId xmlns:a16="http://schemas.microsoft.com/office/drawing/2014/main" id="{BB4E1B86-6B67-C6F4-0274-C9E93743F39A}"/>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7">
              <a:extLst>
                <a:ext uri="{FF2B5EF4-FFF2-40B4-BE49-F238E27FC236}">
                  <a16:creationId xmlns:a16="http://schemas.microsoft.com/office/drawing/2014/main" id="{AFAC4AAB-95B3-1832-6A6A-EC253042E72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8">
              <a:extLst>
                <a:ext uri="{FF2B5EF4-FFF2-40B4-BE49-F238E27FC236}">
                  <a16:creationId xmlns:a16="http://schemas.microsoft.com/office/drawing/2014/main" id="{6D6B75F1-1D65-FF8F-E602-75768ED133AB}"/>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9">
              <a:extLst>
                <a:ext uri="{FF2B5EF4-FFF2-40B4-BE49-F238E27FC236}">
                  <a16:creationId xmlns:a16="http://schemas.microsoft.com/office/drawing/2014/main" id="{91EC0830-0213-B572-69AB-0204AD50D151}"/>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0">
              <a:extLst>
                <a:ext uri="{FF2B5EF4-FFF2-40B4-BE49-F238E27FC236}">
                  <a16:creationId xmlns:a16="http://schemas.microsoft.com/office/drawing/2014/main" id="{9F4FAFC7-48ED-A2E0-6AAE-57F01A3C61B2}"/>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1">
              <a:extLst>
                <a:ext uri="{FF2B5EF4-FFF2-40B4-BE49-F238E27FC236}">
                  <a16:creationId xmlns:a16="http://schemas.microsoft.com/office/drawing/2014/main" id="{3F953803-C438-CBC1-7955-D81BBE40CA59}"/>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2">
              <a:extLst>
                <a:ext uri="{FF2B5EF4-FFF2-40B4-BE49-F238E27FC236}">
                  <a16:creationId xmlns:a16="http://schemas.microsoft.com/office/drawing/2014/main" id="{1306EBBE-DD5C-87BE-8233-B06C2013A8DA}"/>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33">
              <a:extLst>
                <a:ext uri="{FF2B5EF4-FFF2-40B4-BE49-F238E27FC236}">
                  <a16:creationId xmlns:a16="http://schemas.microsoft.com/office/drawing/2014/main" id="{C49378D4-114C-56DD-13A7-775F7FC5ED68}"/>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4">
              <a:extLst>
                <a:ext uri="{FF2B5EF4-FFF2-40B4-BE49-F238E27FC236}">
                  <a16:creationId xmlns:a16="http://schemas.microsoft.com/office/drawing/2014/main" id="{92F637F1-11B7-F021-6802-6A43279F6AD6}"/>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5">
              <a:extLst>
                <a:ext uri="{FF2B5EF4-FFF2-40B4-BE49-F238E27FC236}">
                  <a16:creationId xmlns:a16="http://schemas.microsoft.com/office/drawing/2014/main" id="{2EA0B15D-F66E-7B6B-6F2A-8B0CDA8A5086}"/>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6">
              <a:extLst>
                <a:ext uri="{FF2B5EF4-FFF2-40B4-BE49-F238E27FC236}">
                  <a16:creationId xmlns:a16="http://schemas.microsoft.com/office/drawing/2014/main" id="{7135A778-D422-A006-CCEE-9D9C8A121C25}"/>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7">
              <a:extLst>
                <a:ext uri="{FF2B5EF4-FFF2-40B4-BE49-F238E27FC236}">
                  <a16:creationId xmlns:a16="http://schemas.microsoft.com/office/drawing/2014/main" id="{6BB5DF30-1CE1-1681-C73E-A428F606829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8">
              <a:extLst>
                <a:ext uri="{FF2B5EF4-FFF2-40B4-BE49-F238E27FC236}">
                  <a16:creationId xmlns:a16="http://schemas.microsoft.com/office/drawing/2014/main" id="{79668FA3-957D-798C-3DF3-97EF07BC6018}"/>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9">
              <a:extLst>
                <a:ext uri="{FF2B5EF4-FFF2-40B4-BE49-F238E27FC236}">
                  <a16:creationId xmlns:a16="http://schemas.microsoft.com/office/drawing/2014/main" id="{16D1FBA6-07C1-F6F6-BB2E-1DBEE3005D38}"/>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0">
              <a:extLst>
                <a:ext uri="{FF2B5EF4-FFF2-40B4-BE49-F238E27FC236}">
                  <a16:creationId xmlns:a16="http://schemas.microsoft.com/office/drawing/2014/main" id="{499B3A7E-D7E2-6671-3511-5BA0A436172F}"/>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1">
              <a:extLst>
                <a:ext uri="{FF2B5EF4-FFF2-40B4-BE49-F238E27FC236}">
                  <a16:creationId xmlns:a16="http://schemas.microsoft.com/office/drawing/2014/main" id="{CF05C1B9-A89C-DC73-180A-F8556887FBB3}"/>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2">
              <a:extLst>
                <a:ext uri="{FF2B5EF4-FFF2-40B4-BE49-F238E27FC236}">
                  <a16:creationId xmlns:a16="http://schemas.microsoft.com/office/drawing/2014/main" id="{0A1E28AE-FC7C-FFFB-8614-82EBFBE98E0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43">
              <a:extLst>
                <a:ext uri="{FF2B5EF4-FFF2-40B4-BE49-F238E27FC236}">
                  <a16:creationId xmlns:a16="http://schemas.microsoft.com/office/drawing/2014/main" id="{A663CF36-A438-05AB-6912-393BE8A98228}"/>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4">
              <a:extLst>
                <a:ext uri="{FF2B5EF4-FFF2-40B4-BE49-F238E27FC236}">
                  <a16:creationId xmlns:a16="http://schemas.microsoft.com/office/drawing/2014/main" id="{5ADA127B-931F-126B-E743-B2B6DEC12605}"/>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5">
              <a:extLst>
                <a:ext uri="{FF2B5EF4-FFF2-40B4-BE49-F238E27FC236}">
                  <a16:creationId xmlns:a16="http://schemas.microsoft.com/office/drawing/2014/main" id="{97D88050-165A-03FC-43D6-BE0462D49517}"/>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6">
              <a:extLst>
                <a:ext uri="{FF2B5EF4-FFF2-40B4-BE49-F238E27FC236}">
                  <a16:creationId xmlns:a16="http://schemas.microsoft.com/office/drawing/2014/main" id="{64A49646-3D19-2561-E26C-6CF5561A339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7">
              <a:extLst>
                <a:ext uri="{FF2B5EF4-FFF2-40B4-BE49-F238E27FC236}">
                  <a16:creationId xmlns:a16="http://schemas.microsoft.com/office/drawing/2014/main" id="{4C74EC25-DBA9-A276-ECDB-63C8CE7F31F2}"/>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8">
              <a:extLst>
                <a:ext uri="{FF2B5EF4-FFF2-40B4-BE49-F238E27FC236}">
                  <a16:creationId xmlns:a16="http://schemas.microsoft.com/office/drawing/2014/main" id="{2C27C6C4-B956-E8C3-B717-D1A8C7918F00}"/>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9">
              <a:extLst>
                <a:ext uri="{FF2B5EF4-FFF2-40B4-BE49-F238E27FC236}">
                  <a16:creationId xmlns:a16="http://schemas.microsoft.com/office/drawing/2014/main" id="{17278416-83DF-674A-E6BC-E619166A8AD1}"/>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50">
              <a:extLst>
                <a:ext uri="{FF2B5EF4-FFF2-40B4-BE49-F238E27FC236}">
                  <a16:creationId xmlns:a16="http://schemas.microsoft.com/office/drawing/2014/main" id="{031259B4-39B7-43D2-8777-84D3EEA98E8F}"/>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51">
              <a:extLst>
                <a:ext uri="{FF2B5EF4-FFF2-40B4-BE49-F238E27FC236}">
                  <a16:creationId xmlns:a16="http://schemas.microsoft.com/office/drawing/2014/main" id="{75D42E1A-2CE8-5C49-CD4A-402B9955B7E4}"/>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2">
              <a:extLst>
                <a:ext uri="{FF2B5EF4-FFF2-40B4-BE49-F238E27FC236}">
                  <a16:creationId xmlns:a16="http://schemas.microsoft.com/office/drawing/2014/main" id="{382E6A4F-2CD9-97BB-832C-359B23A1979E}"/>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53">
              <a:extLst>
                <a:ext uri="{FF2B5EF4-FFF2-40B4-BE49-F238E27FC236}">
                  <a16:creationId xmlns:a16="http://schemas.microsoft.com/office/drawing/2014/main" id="{B5425C61-1F88-FAAF-AC74-982C35C294B0}"/>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4">
              <a:extLst>
                <a:ext uri="{FF2B5EF4-FFF2-40B4-BE49-F238E27FC236}">
                  <a16:creationId xmlns:a16="http://schemas.microsoft.com/office/drawing/2014/main" id="{1AA67BF7-2AAA-0D04-A6F8-6A3A3F12A6F9}"/>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5">
              <a:extLst>
                <a:ext uri="{FF2B5EF4-FFF2-40B4-BE49-F238E27FC236}">
                  <a16:creationId xmlns:a16="http://schemas.microsoft.com/office/drawing/2014/main" id="{15B99180-8FCC-293D-0F1C-75D89F4E0F0D}"/>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6">
              <a:extLst>
                <a:ext uri="{FF2B5EF4-FFF2-40B4-BE49-F238E27FC236}">
                  <a16:creationId xmlns:a16="http://schemas.microsoft.com/office/drawing/2014/main" id="{1ED35030-CC12-DF98-F745-74FFFB0952CF}"/>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7">
              <a:extLst>
                <a:ext uri="{FF2B5EF4-FFF2-40B4-BE49-F238E27FC236}">
                  <a16:creationId xmlns:a16="http://schemas.microsoft.com/office/drawing/2014/main" id="{EAAC39F9-E588-E8AD-594A-6CE9B4E3E5DC}"/>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8">
              <a:extLst>
                <a:ext uri="{FF2B5EF4-FFF2-40B4-BE49-F238E27FC236}">
                  <a16:creationId xmlns:a16="http://schemas.microsoft.com/office/drawing/2014/main" id="{5387F87D-6ECC-5222-1BB9-FD245825D5B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9">
              <a:extLst>
                <a:ext uri="{FF2B5EF4-FFF2-40B4-BE49-F238E27FC236}">
                  <a16:creationId xmlns:a16="http://schemas.microsoft.com/office/drawing/2014/main" id="{A54C6C6B-47A3-2C43-8C36-90211A3BF65C}"/>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60">
              <a:extLst>
                <a:ext uri="{FF2B5EF4-FFF2-40B4-BE49-F238E27FC236}">
                  <a16:creationId xmlns:a16="http://schemas.microsoft.com/office/drawing/2014/main" id="{6A439691-9910-8D2D-3116-2E9405E1A8C5}"/>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61">
              <a:extLst>
                <a:ext uri="{FF2B5EF4-FFF2-40B4-BE49-F238E27FC236}">
                  <a16:creationId xmlns:a16="http://schemas.microsoft.com/office/drawing/2014/main" id="{BEC365DC-1535-3CA8-F1F3-FA5C9CBEC6EC}"/>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2">
              <a:extLst>
                <a:ext uri="{FF2B5EF4-FFF2-40B4-BE49-F238E27FC236}">
                  <a16:creationId xmlns:a16="http://schemas.microsoft.com/office/drawing/2014/main" id="{5E52BD3F-505E-E9E4-813C-BD1833194561}"/>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63">
              <a:extLst>
                <a:ext uri="{FF2B5EF4-FFF2-40B4-BE49-F238E27FC236}">
                  <a16:creationId xmlns:a16="http://schemas.microsoft.com/office/drawing/2014/main" id="{765DF5B2-4943-9F69-44FE-ACF25723B4A8}"/>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64">
              <a:extLst>
                <a:ext uri="{FF2B5EF4-FFF2-40B4-BE49-F238E27FC236}">
                  <a16:creationId xmlns:a16="http://schemas.microsoft.com/office/drawing/2014/main" id="{2C8E7692-9B48-9922-F55E-94F8B23697EE}"/>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5">
              <a:extLst>
                <a:ext uri="{FF2B5EF4-FFF2-40B4-BE49-F238E27FC236}">
                  <a16:creationId xmlns:a16="http://schemas.microsoft.com/office/drawing/2014/main" id="{78059AB0-00A6-6127-03D8-A755F830BEF4}"/>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6">
              <a:extLst>
                <a:ext uri="{FF2B5EF4-FFF2-40B4-BE49-F238E27FC236}">
                  <a16:creationId xmlns:a16="http://schemas.microsoft.com/office/drawing/2014/main" id="{0A54EF13-5018-0484-8057-CC88E9671F14}"/>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7">
              <a:extLst>
                <a:ext uri="{FF2B5EF4-FFF2-40B4-BE49-F238E27FC236}">
                  <a16:creationId xmlns:a16="http://schemas.microsoft.com/office/drawing/2014/main" id="{A08351F2-CA79-7B4B-976F-596AF5B14DB9}"/>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68">
              <a:extLst>
                <a:ext uri="{FF2B5EF4-FFF2-40B4-BE49-F238E27FC236}">
                  <a16:creationId xmlns:a16="http://schemas.microsoft.com/office/drawing/2014/main" id="{14ACE549-E3A9-6E12-81AD-4D1F0DD96432}"/>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9">
              <a:extLst>
                <a:ext uri="{FF2B5EF4-FFF2-40B4-BE49-F238E27FC236}">
                  <a16:creationId xmlns:a16="http://schemas.microsoft.com/office/drawing/2014/main" id="{5ED8F699-DCF6-6D53-D9F9-045B12889A53}"/>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70">
              <a:extLst>
                <a:ext uri="{FF2B5EF4-FFF2-40B4-BE49-F238E27FC236}">
                  <a16:creationId xmlns:a16="http://schemas.microsoft.com/office/drawing/2014/main" id="{5744715F-EB78-12C0-313E-9FB7465392A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71">
              <a:extLst>
                <a:ext uri="{FF2B5EF4-FFF2-40B4-BE49-F238E27FC236}">
                  <a16:creationId xmlns:a16="http://schemas.microsoft.com/office/drawing/2014/main" id="{FFEE43D6-71A7-820C-1139-93CF56A267F5}"/>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72">
              <a:extLst>
                <a:ext uri="{FF2B5EF4-FFF2-40B4-BE49-F238E27FC236}">
                  <a16:creationId xmlns:a16="http://schemas.microsoft.com/office/drawing/2014/main" id="{AB2BDF0F-F17D-80A9-FDAA-7CB34795BB3A}"/>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73">
              <a:extLst>
                <a:ext uri="{FF2B5EF4-FFF2-40B4-BE49-F238E27FC236}">
                  <a16:creationId xmlns:a16="http://schemas.microsoft.com/office/drawing/2014/main" id="{082C9CB5-EF61-2AC0-D643-7C04E1CA00FC}"/>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74">
              <a:extLst>
                <a:ext uri="{FF2B5EF4-FFF2-40B4-BE49-F238E27FC236}">
                  <a16:creationId xmlns:a16="http://schemas.microsoft.com/office/drawing/2014/main" id="{0169D9CA-DD22-0180-198D-4BC9290FE9CC}"/>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5">
              <a:extLst>
                <a:ext uri="{FF2B5EF4-FFF2-40B4-BE49-F238E27FC236}">
                  <a16:creationId xmlns:a16="http://schemas.microsoft.com/office/drawing/2014/main" id="{25239B3A-72B6-03F3-66FA-A84AA8153F97}"/>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6">
              <a:extLst>
                <a:ext uri="{FF2B5EF4-FFF2-40B4-BE49-F238E27FC236}">
                  <a16:creationId xmlns:a16="http://schemas.microsoft.com/office/drawing/2014/main" id="{CB35FD5F-BCD7-635F-0BFD-9B9B6CADDAD5}"/>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7">
              <a:extLst>
                <a:ext uri="{FF2B5EF4-FFF2-40B4-BE49-F238E27FC236}">
                  <a16:creationId xmlns:a16="http://schemas.microsoft.com/office/drawing/2014/main" id="{FF8C8EE9-54DD-9B6F-1816-1179933E523D}"/>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8">
              <a:extLst>
                <a:ext uri="{FF2B5EF4-FFF2-40B4-BE49-F238E27FC236}">
                  <a16:creationId xmlns:a16="http://schemas.microsoft.com/office/drawing/2014/main" id="{3482B8BC-2C9F-DF82-7E04-9DFEADFB3A3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9">
              <a:extLst>
                <a:ext uri="{FF2B5EF4-FFF2-40B4-BE49-F238E27FC236}">
                  <a16:creationId xmlns:a16="http://schemas.microsoft.com/office/drawing/2014/main" id="{7D3B55D0-9334-6419-D3C1-399FB6B6A7A4}"/>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80">
              <a:extLst>
                <a:ext uri="{FF2B5EF4-FFF2-40B4-BE49-F238E27FC236}">
                  <a16:creationId xmlns:a16="http://schemas.microsoft.com/office/drawing/2014/main" id="{1301F1E9-FBA8-534A-F934-14EE42537C83}"/>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81">
              <a:extLst>
                <a:ext uri="{FF2B5EF4-FFF2-40B4-BE49-F238E27FC236}">
                  <a16:creationId xmlns:a16="http://schemas.microsoft.com/office/drawing/2014/main" id="{922C91F4-A8FD-D684-0DC9-1A5C5927FEC3}"/>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2">
              <a:extLst>
                <a:ext uri="{FF2B5EF4-FFF2-40B4-BE49-F238E27FC236}">
                  <a16:creationId xmlns:a16="http://schemas.microsoft.com/office/drawing/2014/main" id="{775BFBA1-B486-B126-5A2E-F604A98DA1DA}"/>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83">
              <a:extLst>
                <a:ext uri="{FF2B5EF4-FFF2-40B4-BE49-F238E27FC236}">
                  <a16:creationId xmlns:a16="http://schemas.microsoft.com/office/drawing/2014/main" id="{59EDCD6C-0BF0-198E-2518-69DCEC6D7045}"/>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84">
              <a:extLst>
                <a:ext uri="{FF2B5EF4-FFF2-40B4-BE49-F238E27FC236}">
                  <a16:creationId xmlns:a16="http://schemas.microsoft.com/office/drawing/2014/main" id="{7CAF407F-D1E7-FAE9-B04D-A1BF8275E846}"/>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5">
              <a:extLst>
                <a:ext uri="{FF2B5EF4-FFF2-40B4-BE49-F238E27FC236}">
                  <a16:creationId xmlns:a16="http://schemas.microsoft.com/office/drawing/2014/main" id="{3F4A007E-C12C-1F7B-E6EB-EF42736C7882}"/>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6">
              <a:extLst>
                <a:ext uri="{FF2B5EF4-FFF2-40B4-BE49-F238E27FC236}">
                  <a16:creationId xmlns:a16="http://schemas.microsoft.com/office/drawing/2014/main" id="{0A9186D2-D11F-017F-F2C8-EAEA65EEC0E1}"/>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7">
              <a:extLst>
                <a:ext uri="{FF2B5EF4-FFF2-40B4-BE49-F238E27FC236}">
                  <a16:creationId xmlns:a16="http://schemas.microsoft.com/office/drawing/2014/main" id="{99657151-AA50-4020-E0E5-FB7F26006517}"/>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8">
              <a:extLst>
                <a:ext uri="{FF2B5EF4-FFF2-40B4-BE49-F238E27FC236}">
                  <a16:creationId xmlns:a16="http://schemas.microsoft.com/office/drawing/2014/main" id="{28BFDBD3-324F-243D-F18D-2CCA22A74A7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9">
              <a:extLst>
                <a:ext uri="{FF2B5EF4-FFF2-40B4-BE49-F238E27FC236}">
                  <a16:creationId xmlns:a16="http://schemas.microsoft.com/office/drawing/2014/main" id="{65CFA9DF-ACFF-652E-13C2-01C7A5FC8383}"/>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90">
              <a:extLst>
                <a:ext uri="{FF2B5EF4-FFF2-40B4-BE49-F238E27FC236}">
                  <a16:creationId xmlns:a16="http://schemas.microsoft.com/office/drawing/2014/main" id="{A7BB25A8-C3ED-BAB0-275B-6343A6BB0BB3}"/>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91">
              <a:extLst>
                <a:ext uri="{FF2B5EF4-FFF2-40B4-BE49-F238E27FC236}">
                  <a16:creationId xmlns:a16="http://schemas.microsoft.com/office/drawing/2014/main" id="{862F0234-9579-0661-418B-BB829B1D05E2}"/>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2">
              <a:extLst>
                <a:ext uri="{FF2B5EF4-FFF2-40B4-BE49-F238E27FC236}">
                  <a16:creationId xmlns:a16="http://schemas.microsoft.com/office/drawing/2014/main" id="{05E6578D-C7EA-C044-ACA6-0497EF16B10E}"/>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93">
              <a:extLst>
                <a:ext uri="{FF2B5EF4-FFF2-40B4-BE49-F238E27FC236}">
                  <a16:creationId xmlns:a16="http://schemas.microsoft.com/office/drawing/2014/main" id="{87B44ABF-7ABA-A4D2-7164-A80624D84FF6}"/>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94">
              <a:extLst>
                <a:ext uri="{FF2B5EF4-FFF2-40B4-BE49-F238E27FC236}">
                  <a16:creationId xmlns:a16="http://schemas.microsoft.com/office/drawing/2014/main" id="{E3F453F8-C354-D509-1D9B-1DB1C5AC066A}"/>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5">
              <a:extLst>
                <a:ext uri="{FF2B5EF4-FFF2-40B4-BE49-F238E27FC236}">
                  <a16:creationId xmlns:a16="http://schemas.microsoft.com/office/drawing/2014/main" id="{FFF51F16-8E3D-E3A2-CD82-8CBA7E469C06}"/>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6">
              <a:extLst>
                <a:ext uri="{FF2B5EF4-FFF2-40B4-BE49-F238E27FC236}">
                  <a16:creationId xmlns:a16="http://schemas.microsoft.com/office/drawing/2014/main" id="{63F55E90-4911-986F-D9BF-0F08ED91775F}"/>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7">
              <a:extLst>
                <a:ext uri="{FF2B5EF4-FFF2-40B4-BE49-F238E27FC236}">
                  <a16:creationId xmlns:a16="http://schemas.microsoft.com/office/drawing/2014/main" id="{8ACFF159-57E2-D4FB-31EE-22884CBDCEE1}"/>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8">
              <a:extLst>
                <a:ext uri="{FF2B5EF4-FFF2-40B4-BE49-F238E27FC236}">
                  <a16:creationId xmlns:a16="http://schemas.microsoft.com/office/drawing/2014/main" id="{8902B224-8EA4-84E8-7B8D-6D54441B3E87}"/>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9">
              <a:extLst>
                <a:ext uri="{FF2B5EF4-FFF2-40B4-BE49-F238E27FC236}">
                  <a16:creationId xmlns:a16="http://schemas.microsoft.com/office/drawing/2014/main" id="{8EFB5AC4-0613-A6B0-A098-1DCE6058CAE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800">
              <a:extLst>
                <a:ext uri="{FF2B5EF4-FFF2-40B4-BE49-F238E27FC236}">
                  <a16:creationId xmlns:a16="http://schemas.microsoft.com/office/drawing/2014/main" id="{82185EA7-9B0C-3E8D-F5FA-87CB2538AF73}"/>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801">
              <a:extLst>
                <a:ext uri="{FF2B5EF4-FFF2-40B4-BE49-F238E27FC236}">
                  <a16:creationId xmlns:a16="http://schemas.microsoft.com/office/drawing/2014/main" id="{28E252C7-20A4-C731-5554-9AA43E9405EB}"/>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2">
              <a:extLst>
                <a:ext uri="{FF2B5EF4-FFF2-40B4-BE49-F238E27FC236}">
                  <a16:creationId xmlns:a16="http://schemas.microsoft.com/office/drawing/2014/main" id="{7ACBB410-FC7A-DC0C-BE0F-327DC84331C6}"/>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03">
              <a:extLst>
                <a:ext uri="{FF2B5EF4-FFF2-40B4-BE49-F238E27FC236}">
                  <a16:creationId xmlns:a16="http://schemas.microsoft.com/office/drawing/2014/main" id="{2344A048-BEB6-8AAF-03FA-9BEBFFBF227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04">
              <a:extLst>
                <a:ext uri="{FF2B5EF4-FFF2-40B4-BE49-F238E27FC236}">
                  <a16:creationId xmlns:a16="http://schemas.microsoft.com/office/drawing/2014/main" id="{82D9109E-8639-104D-2B27-B074863BD102}"/>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5">
              <a:extLst>
                <a:ext uri="{FF2B5EF4-FFF2-40B4-BE49-F238E27FC236}">
                  <a16:creationId xmlns:a16="http://schemas.microsoft.com/office/drawing/2014/main" id="{853442D3-1EF3-35E1-26D4-4C45FBD12D46}"/>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6">
              <a:extLst>
                <a:ext uri="{FF2B5EF4-FFF2-40B4-BE49-F238E27FC236}">
                  <a16:creationId xmlns:a16="http://schemas.microsoft.com/office/drawing/2014/main" id="{EC6621B6-AB48-E24C-68D0-03C2FB73FF7B}"/>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7">
              <a:extLst>
                <a:ext uri="{FF2B5EF4-FFF2-40B4-BE49-F238E27FC236}">
                  <a16:creationId xmlns:a16="http://schemas.microsoft.com/office/drawing/2014/main" id="{23D2850B-A575-E6BD-2D61-FA25E8F3DD3D}"/>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8">
              <a:extLst>
                <a:ext uri="{FF2B5EF4-FFF2-40B4-BE49-F238E27FC236}">
                  <a16:creationId xmlns:a16="http://schemas.microsoft.com/office/drawing/2014/main" id="{A2113E9E-082E-FB59-E30A-C363E7571313}"/>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9">
              <a:extLst>
                <a:ext uri="{FF2B5EF4-FFF2-40B4-BE49-F238E27FC236}">
                  <a16:creationId xmlns:a16="http://schemas.microsoft.com/office/drawing/2014/main" id="{52A36D0C-CDD9-6C6E-9245-B995B155F65E}"/>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10">
              <a:extLst>
                <a:ext uri="{FF2B5EF4-FFF2-40B4-BE49-F238E27FC236}">
                  <a16:creationId xmlns:a16="http://schemas.microsoft.com/office/drawing/2014/main" id="{626F06F3-3708-766F-CBDA-3FDFF5B2E2FB}"/>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11">
              <a:extLst>
                <a:ext uri="{FF2B5EF4-FFF2-40B4-BE49-F238E27FC236}">
                  <a16:creationId xmlns:a16="http://schemas.microsoft.com/office/drawing/2014/main" id="{FE58F89D-1666-6EDB-7C58-CF4D55A324BC}"/>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12">
              <a:extLst>
                <a:ext uri="{FF2B5EF4-FFF2-40B4-BE49-F238E27FC236}">
                  <a16:creationId xmlns:a16="http://schemas.microsoft.com/office/drawing/2014/main" id="{803CB934-F849-E566-6797-208C7ED6B22D}"/>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13">
              <a:extLst>
                <a:ext uri="{FF2B5EF4-FFF2-40B4-BE49-F238E27FC236}">
                  <a16:creationId xmlns:a16="http://schemas.microsoft.com/office/drawing/2014/main" id="{19D74A02-4759-5635-FA11-91D3DE0CC2F7}"/>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14">
              <a:extLst>
                <a:ext uri="{FF2B5EF4-FFF2-40B4-BE49-F238E27FC236}">
                  <a16:creationId xmlns:a16="http://schemas.microsoft.com/office/drawing/2014/main" id="{4D2AF14F-5238-8449-5B3A-7335D203364D}"/>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80" name="Rectangle: Rounded Corners 179">
            <a:extLst>
              <a:ext uri="{FF2B5EF4-FFF2-40B4-BE49-F238E27FC236}">
                <a16:creationId xmlns:a16="http://schemas.microsoft.com/office/drawing/2014/main" id="{E81728A3-8DEB-C5AB-9D4A-7B2A96FA8D93}"/>
              </a:ext>
            </a:extLst>
          </p:cNvPr>
          <p:cNvSpPr/>
          <p:nvPr/>
        </p:nvSpPr>
        <p:spPr>
          <a:xfrm>
            <a:off x="11345418" y="3175099"/>
            <a:ext cx="741807" cy="11044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4" name="Picture 183">
            <a:extLst>
              <a:ext uri="{FF2B5EF4-FFF2-40B4-BE49-F238E27FC236}">
                <a16:creationId xmlns:a16="http://schemas.microsoft.com/office/drawing/2014/main" id="{4FCC2A59-DDE2-1665-B9A8-C601F07821A7}"/>
              </a:ext>
            </a:extLst>
          </p:cNvPr>
          <p:cNvPicPr>
            <a:picLocks noChangeAspect="1"/>
          </p:cNvPicPr>
          <p:nvPr/>
        </p:nvPicPr>
        <p:blipFill>
          <a:blip r:embed="rId8"/>
          <a:srcRect/>
          <a:stretch/>
        </p:blipFill>
        <p:spPr>
          <a:xfrm>
            <a:off x="3755867" y="1335193"/>
            <a:ext cx="8440328" cy="5506218"/>
          </a:xfrm>
          <a:prstGeom prst="rect">
            <a:avLst/>
          </a:prstGeom>
        </p:spPr>
      </p:pic>
      <p:sp>
        <p:nvSpPr>
          <p:cNvPr id="185" name="!!TextBox 20">
            <a:extLst>
              <a:ext uri="{FF2B5EF4-FFF2-40B4-BE49-F238E27FC236}">
                <a16:creationId xmlns:a16="http://schemas.microsoft.com/office/drawing/2014/main" id="{08E2362A-8557-61C0-ACCB-34E5C707F3EB}"/>
              </a:ext>
            </a:extLst>
          </p:cNvPr>
          <p:cNvSpPr txBox="1"/>
          <p:nvPr/>
        </p:nvSpPr>
        <p:spPr>
          <a:xfrm>
            <a:off x="1710917" y="4791167"/>
            <a:ext cx="2023700"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OK, you can sleep</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in the bed now</a:t>
            </a:r>
          </a:p>
        </p:txBody>
      </p:sp>
      <p:pic>
        <p:nvPicPr>
          <p:cNvPr id="186" name="Picture 185">
            <a:extLst>
              <a:ext uri="{FF2B5EF4-FFF2-40B4-BE49-F238E27FC236}">
                <a16:creationId xmlns:a16="http://schemas.microsoft.com/office/drawing/2014/main" id="{7110A122-51C4-4C36-3733-64F6EA608033}"/>
              </a:ext>
            </a:extLst>
          </p:cNvPr>
          <p:cNvPicPr>
            <a:picLocks noChangeAspect="1"/>
          </p:cNvPicPr>
          <p:nvPr/>
        </p:nvPicPr>
        <p:blipFill>
          <a:blip r:embed="rId9"/>
          <a:srcRect/>
          <a:stretch/>
        </p:blipFill>
        <p:spPr>
          <a:xfrm>
            <a:off x="1348451" y="5550185"/>
            <a:ext cx="682992" cy="1282565"/>
          </a:xfrm>
          <a:prstGeom prst="rect">
            <a:avLst/>
          </a:prstGeom>
        </p:spPr>
      </p:pic>
      <p:sp>
        <p:nvSpPr>
          <p:cNvPr id="187" name="!!Speech Bubble 2">
            <a:extLst>
              <a:ext uri="{FF2B5EF4-FFF2-40B4-BE49-F238E27FC236}">
                <a16:creationId xmlns:a16="http://schemas.microsoft.com/office/drawing/2014/main" id="{0E218C2C-550F-1F7A-B646-DD1A0A332D04}"/>
              </a:ext>
            </a:extLst>
          </p:cNvPr>
          <p:cNvSpPr/>
          <p:nvPr/>
        </p:nvSpPr>
        <p:spPr>
          <a:xfrm>
            <a:off x="1742668" y="4831724"/>
            <a:ext cx="1956143" cy="566491"/>
          </a:xfrm>
          <a:prstGeom prst="wedgeRectCallout">
            <a:avLst>
              <a:gd name="adj1" fmla="val -41808"/>
              <a:gd name="adj2" fmla="val 8660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8" name="Picture 197">
            <a:extLst>
              <a:ext uri="{FF2B5EF4-FFF2-40B4-BE49-F238E27FC236}">
                <a16:creationId xmlns:a16="http://schemas.microsoft.com/office/drawing/2014/main" id="{49481242-13D1-5866-9883-867BB116A51C}"/>
              </a:ext>
            </a:extLst>
          </p:cNvPr>
          <p:cNvPicPr>
            <a:picLocks noChangeAspect="1"/>
          </p:cNvPicPr>
          <p:nvPr/>
        </p:nvPicPr>
        <p:blipFill>
          <a:blip r:embed="rId10"/>
          <a:srcRect/>
          <a:stretch/>
        </p:blipFill>
        <p:spPr>
          <a:xfrm>
            <a:off x="8790052" y="496872"/>
            <a:ext cx="3388849" cy="5900166"/>
          </a:xfrm>
          <a:prstGeom prst="rect">
            <a:avLst/>
          </a:prstGeom>
        </p:spPr>
      </p:pic>
      <p:pic>
        <p:nvPicPr>
          <p:cNvPr id="204" name="Picture 203">
            <a:extLst>
              <a:ext uri="{FF2B5EF4-FFF2-40B4-BE49-F238E27FC236}">
                <a16:creationId xmlns:a16="http://schemas.microsoft.com/office/drawing/2014/main" id="{874C7606-BE64-6442-156D-C87757EACE5F}"/>
              </a:ext>
            </a:extLst>
          </p:cNvPr>
          <p:cNvPicPr>
            <a:picLocks noChangeAspect="1"/>
          </p:cNvPicPr>
          <p:nvPr/>
        </p:nvPicPr>
        <p:blipFill>
          <a:blip r:embed="rId11"/>
          <a:stretch>
            <a:fillRect/>
          </a:stretch>
        </p:blipFill>
        <p:spPr>
          <a:xfrm>
            <a:off x="5347379" y="3832626"/>
            <a:ext cx="5182323" cy="3010320"/>
          </a:xfrm>
          <a:prstGeom prst="rect">
            <a:avLst/>
          </a:prstGeom>
        </p:spPr>
      </p:pic>
      <p:sp>
        <p:nvSpPr>
          <p:cNvPr id="196" name="Rectangle: Rounded Corners 195">
            <a:extLst>
              <a:ext uri="{FF2B5EF4-FFF2-40B4-BE49-F238E27FC236}">
                <a16:creationId xmlns:a16="http://schemas.microsoft.com/office/drawing/2014/main" id="{3004E2E0-8EB4-3514-910E-1C061DDE22A1}"/>
              </a:ext>
            </a:extLst>
          </p:cNvPr>
          <p:cNvSpPr/>
          <p:nvPr/>
        </p:nvSpPr>
        <p:spPr>
          <a:xfrm>
            <a:off x="5640851" y="5264308"/>
            <a:ext cx="2333485" cy="1352392"/>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113341"/>
      </p:ext>
    </p:extLst>
  </p:cSld>
  <p:clrMapOvr>
    <a:masterClrMapping/>
  </p:clrMapOvr>
  <mc:AlternateContent xmlns:mc="http://schemas.openxmlformats.org/markup-compatibility/2006" xmlns:p159="http://schemas.microsoft.com/office/powerpoint/2015/09/main">
    <mc:Choice Requires="p159">
      <p:transition spd="med">
        <p159:morph option="byChar"/>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537670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03632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21197879">
            <a:off x="-553790" y="5434398"/>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838462"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a:off x="-672728" y="5313647"/>
            <a:ext cx="239153" cy="172017"/>
            <a:chOff x="2377145" y="2905278"/>
            <a:chExt cx="191556" cy="137782"/>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14541" y="290527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Speech Bubble: Rectangle 19">
            <a:extLst>
              <a:ext uri="{FF2B5EF4-FFF2-40B4-BE49-F238E27FC236}">
                <a16:creationId xmlns:a16="http://schemas.microsoft.com/office/drawing/2014/main" id="{3E639819-0598-789D-AEAC-15AF4552AD67}"/>
              </a:ext>
            </a:extLst>
          </p:cNvPr>
          <p:cNvSpPr/>
          <p:nvPr/>
        </p:nvSpPr>
        <p:spPr>
          <a:xfrm>
            <a:off x="6567351" y="4342022"/>
            <a:ext cx="1859958" cy="369332"/>
          </a:xfrm>
          <a:prstGeom prst="wedgeRectCallout">
            <a:avLst>
              <a:gd name="adj1" fmla="val -58708"/>
              <a:gd name="adj2" fmla="val 5007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0">
            <a:extLst>
              <a:ext uri="{FF2B5EF4-FFF2-40B4-BE49-F238E27FC236}">
                <a16:creationId xmlns:a16="http://schemas.microsoft.com/office/drawing/2014/main" id="{3419692E-9DCA-E50A-5265-5CDCF4B8598C}"/>
              </a:ext>
            </a:extLst>
          </p:cNvPr>
          <p:cNvSpPr txBox="1"/>
          <p:nvPr/>
        </p:nvSpPr>
        <p:spPr>
          <a:xfrm>
            <a:off x="6567350" y="4323287"/>
            <a:ext cx="2563639"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I </a:t>
            </a:r>
            <a:r>
              <a:rPr lang="en-US" dirty="0" err="1">
                <a:latin typeface="Roboto Light" panose="02000000000000000000" pitchFamily="2" charset="0"/>
                <a:ea typeface="Roboto Light" panose="02000000000000000000" pitchFamily="2" charset="0"/>
              </a:rPr>
              <a:t>haz</a:t>
            </a:r>
            <a:r>
              <a:rPr lang="en-US" dirty="0">
                <a:latin typeface="Roboto Light" panose="02000000000000000000" pitchFamily="2" charset="0"/>
                <a:ea typeface="Roboto Light" panose="02000000000000000000" pitchFamily="2" charset="0"/>
              </a:rPr>
              <a:t> the dumbs.</a:t>
            </a:r>
          </a:p>
        </p:txBody>
      </p:sp>
      <p:sp>
        <p:nvSpPr>
          <p:cNvPr id="4" name="!!Header whiteout">
            <a:extLst>
              <a:ext uri="{FF2B5EF4-FFF2-40B4-BE49-F238E27FC236}">
                <a16:creationId xmlns:a16="http://schemas.microsoft.com/office/drawing/2014/main" id="{777F76BB-9557-4650-2AEF-3C3E3F02FF84}"/>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8574D3EF-BC77-EC61-9BC7-8EE3C9040882}"/>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0064221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1074880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8580" y="5083374"/>
            <a:ext cx="986001" cy="1850646"/>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5"/>
          <a:stretch>
            <a:fillRect/>
          </a:stretch>
        </p:blipFill>
        <p:spPr>
          <a:xfrm rot="20618759">
            <a:off x="129278"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rot="576514">
            <a:off x="295012" y="5313647"/>
            <a:ext cx="239153" cy="172017"/>
            <a:chOff x="2377145" y="2905278"/>
            <a:chExt cx="191556" cy="137782"/>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14541" y="290527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8" name="Picture 7">
            <a:extLst>
              <a:ext uri="{FF2B5EF4-FFF2-40B4-BE49-F238E27FC236}">
                <a16:creationId xmlns:a16="http://schemas.microsoft.com/office/drawing/2014/main" id="{BB17E146-765F-A81E-3368-657F79F66B2E}"/>
              </a:ext>
            </a:extLst>
          </p:cNvPr>
          <p:cNvPicPr>
            <a:picLocks noChangeAspect="1"/>
          </p:cNvPicPr>
          <p:nvPr/>
        </p:nvPicPr>
        <p:blipFill>
          <a:blip r:embed="rId6"/>
          <a:stretch>
            <a:fillRect/>
          </a:stretch>
        </p:blipFill>
        <p:spPr>
          <a:xfrm>
            <a:off x="2660902" y="6901736"/>
            <a:ext cx="2509764" cy="3764647"/>
          </a:xfrm>
          <a:prstGeom prst="rect">
            <a:avLst/>
          </a:prstGeom>
        </p:spPr>
      </p:pic>
      <p:pic>
        <p:nvPicPr>
          <p:cNvPr id="2" name="Arm right">
            <a:extLst>
              <a:ext uri="{FF2B5EF4-FFF2-40B4-BE49-F238E27FC236}">
                <a16:creationId xmlns:a16="http://schemas.microsoft.com/office/drawing/2014/main" id="{C6A8CF5D-41AB-0F44-D7FD-FCFDE0E4A252}"/>
              </a:ext>
            </a:extLst>
          </p:cNvPr>
          <p:cNvPicPr>
            <a:picLocks noChangeAspect="1"/>
          </p:cNvPicPr>
          <p:nvPr/>
        </p:nvPicPr>
        <p:blipFill>
          <a:blip r:embed="rId7"/>
          <a:stretch>
            <a:fillRect/>
          </a:stretch>
        </p:blipFill>
        <p:spPr>
          <a:xfrm rot="6578829">
            <a:off x="448063" y="5799807"/>
            <a:ext cx="254171" cy="408011"/>
          </a:xfrm>
          <a:prstGeom prst="rect">
            <a:avLst/>
          </a:prstGeom>
        </p:spPr>
      </p:pic>
      <p:sp>
        <p:nvSpPr>
          <p:cNvPr id="4" name="!!Speech Bubble: Rectangle 19">
            <a:extLst>
              <a:ext uri="{FF2B5EF4-FFF2-40B4-BE49-F238E27FC236}">
                <a16:creationId xmlns:a16="http://schemas.microsoft.com/office/drawing/2014/main" id="{F5E2B788-197C-7853-A212-A7A028312717}"/>
              </a:ext>
            </a:extLst>
          </p:cNvPr>
          <p:cNvSpPr/>
          <p:nvPr/>
        </p:nvSpPr>
        <p:spPr>
          <a:xfrm>
            <a:off x="9510058" y="4342022"/>
            <a:ext cx="1495923" cy="369332"/>
          </a:xfrm>
          <a:prstGeom prst="wedgeRectCallout">
            <a:avLst>
              <a:gd name="adj1" fmla="val 32530"/>
              <a:gd name="adj2" fmla="val 9468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20">
            <a:extLst>
              <a:ext uri="{FF2B5EF4-FFF2-40B4-BE49-F238E27FC236}">
                <a16:creationId xmlns:a16="http://schemas.microsoft.com/office/drawing/2014/main" id="{BD773C8C-ECA3-9912-C2E2-A1C3F1CDA213}"/>
              </a:ext>
            </a:extLst>
          </p:cNvPr>
          <p:cNvSpPr txBox="1"/>
          <p:nvPr/>
        </p:nvSpPr>
        <p:spPr>
          <a:xfrm>
            <a:off x="9510058" y="4323287"/>
            <a:ext cx="1643718"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I </a:t>
            </a:r>
            <a:r>
              <a:rPr lang="en-US" dirty="0" err="1">
                <a:latin typeface="Roboto Light" panose="02000000000000000000" pitchFamily="2" charset="0"/>
                <a:ea typeface="Roboto Light" panose="02000000000000000000" pitchFamily="2" charset="0"/>
              </a:rPr>
              <a:t>iz</a:t>
            </a:r>
            <a:r>
              <a:rPr lang="en-US" dirty="0">
                <a:latin typeface="Roboto Light" panose="02000000000000000000" pitchFamily="2" charset="0"/>
                <a:ea typeface="Roboto Light" panose="02000000000000000000" pitchFamily="2" charset="0"/>
              </a:rPr>
              <a:t> far away.</a:t>
            </a:r>
          </a:p>
        </p:txBody>
      </p:sp>
      <p:sp>
        <p:nvSpPr>
          <p:cNvPr id="3" name="!!Header whiteout">
            <a:extLst>
              <a:ext uri="{FF2B5EF4-FFF2-40B4-BE49-F238E27FC236}">
                <a16:creationId xmlns:a16="http://schemas.microsoft.com/office/drawing/2014/main" id="{8A37A82B-9FEF-182F-1E01-120D42FD30F8}"/>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A53E99CD-0890-B632-5CC8-DF544CE1CC1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58186800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1074880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858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21197879">
            <a:off x="413950" y="5434398"/>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129278"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a:off x="295012" y="5313647"/>
            <a:ext cx="239153" cy="172017"/>
            <a:chOff x="2377145" y="2905278"/>
            <a:chExt cx="191556" cy="137782"/>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14541" y="290527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3" name="!!Speech Bubble: Rectangle 19">
            <a:extLst>
              <a:ext uri="{FF2B5EF4-FFF2-40B4-BE49-F238E27FC236}">
                <a16:creationId xmlns:a16="http://schemas.microsoft.com/office/drawing/2014/main" id="{CCA6A37C-49B6-2818-F040-D13CEA3FAA2A}"/>
              </a:ext>
            </a:extLst>
          </p:cNvPr>
          <p:cNvSpPr/>
          <p:nvPr/>
        </p:nvSpPr>
        <p:spPr>
          <a:xfrm>
            <a:off x="817339" y="4762152"/>
            <a:ext cx="2487439" cy="369332"/>
          </a:xfrm>
          <a:prstGeom prst="wedgeRectCallout">
            <a:avLst>
              <a:gd name="adj1" fmla="val -58708"/>
              <a:gd name="adj2" fmla="val 5007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TextBox 20">
            <a:extLst>
              <a:ext uri="{FF2B5EF4-FFF2-40B4-BE49-F238E27FC236}">
                <a16:creationId xmlns:a16="http://schemas.microsoft.com/office/drawing/2014/main" id="{23432352-1B94-EAB1-B346-DC16B2CE0F46}"/>
              </a:ext>
            </a:extLst>
          </p:cNvPr>
          <p:cNvSpPr txBox="1"/>
          <p:nvPr/>
        </p:nvSpPr>
        <p:spPr>
          <a:xfrm>
            <a:off x="817339" y="4743417"/>
            <a:ext cx="2563639"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Is the washer done yet?</a:t>
            </a:r>
          </a:p>
        </p:txBody>
      </p:sp>
      <p:pic>
        <p:nvPicPr>
          <p:cNvPr id="6" name="Picture 5">
            <a:extLst>
              <a:ext uri="{FF2B5EF4-FFF2-40B4-BE49-F238E27FC236}">
                <a16:creationId xmlns:a16="http://schemas.microsoft.com/office/drawing/2014/main" id="{2A3EA66A-C65D-B2D5-6AE9-FF34B89F8393}"/>
              </a:ext>
            </a:extLst>
          </p:cNvPr>
          <p:cNvPicPr>
            <a:picLocks noChangeAspect="1"/>
          </p:cNvPicPr>
          <p:nvPr/>
        </p:nvPicPr>
        <p:blipFill>
          <a:blip r:embed="rId7"/>
          <a:stretch>
            <a:fillRect/>
          </a:stretch>
        </p:blipFill>
        <p:spPr>
          <a:xfrm>
            <a:off x="5141864" y="2582647"/>
            <a:ext cx="1915408" cy="1830167"/>
          </a:xfrm>
          <a:prstGeom prst="rect">
            <a:avLst/>
          </a:prstGeom>
        </p:spPr>
      </p:pic>
      <p:pic>
        <p:nvPicPr>
          <p:cNvPr id="8" name="Picture 7">
            <a:extLst>
              <a:ext uri="{FF2B5EF4-FFF2-40B4-BE49-F238E27FC236}">
                <a16:creationId xmlns:a16="http://schemas.microsoft.com/office/drawing/2014/main" id="{BB17E146-765F-A81E-3368-657F79F66B2E}"/>
              </a:ext>
            </a:extLst>
          </p:cNvPr>
          <p:cNvPicPr>
            <a:picLocks noChangeAspect="1"/>
          </p:cNvPicPr>
          <p:nvPr/>
        </p:nvPicPr>
        <p:blipFill>
          <a:blip r:embed="rId8"/>
          <a:stretch>
            <a:fillRect/>
          </a:stretch>
        </p:blipFill>
        <p:spPr>
          <a:xfrm>
            <a:off x="2660902" y="6901736"/>
            <a:ext cx="2509764" cy="3764647"/>
          </a:xfrm>
          <a:prstGeom prst="rect">
            <a:avLst/>
          </a:prstGeom>
        </p:spPr>
      </p:pic>
      <p:sp>
        <p:nvSpPr>
          <p:cNvPr id="2" name="!!Red text">
            <a:extLst>
              <a:ext uri="{FF2B5EF4-FFF2-40B4-BE49-F238E27FC236}">
                <a16:creationId xmlns:a16="http://schemas.microsoft.com/office/drawing/2014/main" id="{0369A2DD-979F-E365-82FE-4FF33ECFE5FE}"/>
              </a:ext>
            </a:extLst>
          </p:cNvPr>
          <p:cNvSpPr txBox="1"/>
          <p:nvPr/>
        </p:nvSpPr>
        <p:spPr>
          <a:xfrm>
            <a:off x="7927733" y="1773206"/>
            <a:ext cx="3086944" cy="400110"/>
          </a:xfrm>
          <a:prstGeom prst="rect">
            <a:avLst/>
          </a:prstGeom>
          <a:noFill/>
        </p:spPr>
        <p:txBody>
          <a:bodyPr wrap="square" rtlCol="0">
            <a:spAutoFit/>
          </a:bodyPr>
          <a:lstStyle/>
          <a:p>
            <a:r>
              <a:rPr lang="en-US" sz="2000" dirty="0">
                <a:solidFill>
                  <a:srgbClr val="C00000"/>
                </a:solidFill>
                <a:latin typeface="Segoe Print" panose="02000600000000000000" pitchFamily="2" charset="0"/>
              </a:rPr>
              <a:t>Z-Wave power plug</a:t>
            </a:r>
          </a:p>
        </p:txBody>
      </p:sp>
      <p:grpSp>
        <p:nvGrpSpPr>
          <p:cNvPr id="3" name="Arrow">
            <a:extLst>
              <a:ext uri="{FF2B5EF4-FFF2-40B4-BE49-F238E27FC236}">
                <a16:creationId xmlns:a16="http://schemas.microsoft.com/office/drawing/2014/main" id="{A4CC936A-E72F-80BB-BA38-F93D16B95EC6}"/>
              </a:ext>
            </a:extLst>
          </p:cNvPr>
          <p:cNvGrpSpPr>
            <a:grpSpLocks noChangeAspect="1"/>
          </p:cNvGrpSpPr>
          <p:nvPr/>
        </p:nvGrpSpPr>
        <p:grpSpPr bwMode="auto">
          <a:xfrm rot="6091384" flipH="1">
            <a:off x="6872912" y="1862282"/>
            <a:ext cx="904172" cy="943180"/>
            <a:chOff x="1328" y="0"/>
            <a:chExt cx="3106" cy="3240"/>
          </a:xfrm>
          <a:solidFill>
            <a:srgbClr val="C00000"/>
          </a:solidFill>
        </p:grpSpPr>
        <p:sp>
          <p:nvSpPr>
            <p:cNvPr id="4" name="Freeform 716">
              <a:extLst>
                <a:ext uri="{FF2B5EF4-FFF2-40B4-BE49-F238E27FC236}">
                  <a16:creationId xmlns:a16="http://schemas.microsoft.com/office/drawing/2014/main" id="{F322C34D-1058-D041-3652-76A82604FC03}"/>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 name="Freeform 717">
              <a:extLst>
                <a:ext uri="{FF2B5EF4-FFF2-40B4-BE49-F238E27FC236}">
                  <a16:creationId xmlns:a16="http://schemas.microsoft.com/office/drawing/2014/main" id="{8BBB0475-BE24-A15C-3517-2F37F3A275B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 name="Freeform 718">
              <a:extLst>
                <a:ext uri="{FF2B5EF4-FFF2-40B4-BE49-F238E27FC236}">
                  <a16:creationId xmlns:a16="http://schemas.microsoft.com/office/drawing/2014/main" id="{7890CC40-0CEB-3F84-3F65-46DF2CC81A1B}"/>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 name="Freeform 719">
              <a:extLst>
                <a:ext uri="{FF2B5EF4-FFF2-40B4-BE49-F238E27FC236}">
                  <a16:creationId xmlns:a16="http://schemas.microsoft.com/office/drawing/2014/main" id="{AB4703F1-F653-976A-9E5C-5F91B1356A1A}"/>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 name="Freeform 720">
              <a:extLst>
                <a:ext uri="{FF2B5EF4-FFF2-40B4-BE49-F238E27FC236}">
                  <a16:creationId xmlns:a16="http://schemas.microsoft.com/office/drawing/2014/main" id="{0FF1E9CE-D725-8110-0FBF-9CB6D7CA992A}"/>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 name="Freeform 721">
              <a:extLst>
                <a:ext uri="{FF2B5EF4-FFF2-40B4-BE49-F238E27FC236}">
                  <a16:creationId xmlns:a16="http://schemas.microsoft.com/office/drawing/2014/main" id="{52439EFD-FC59-0B41-236B-78B382F39A2D}"/>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 name="Freeform 722">
              <a:extLst>
                <a:ext uri="{FF2B5EF4-FFF2-40B4-BE49-F238E27FC236}">
                  <a16:creationId xmlns:a16="http://schemas.microsoft.com/office/drawing/2014/main" id="{E6A4F824-FBCC-4F64-214F-50DFE89EA73F}"/>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 name="Freeform 723">
              <a:extLst>
                <a:ext uri="{FF2B5EF4-FFF2-40B4-BE49-F238E27FC236}">
                  <a16:creationId xmlns:a16="http://schemas.microsoft.com/office/drawing/2014/main" id="{7BA2242F-6F0A-CC87-240D-A646634029A3}"/>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24">
              <a:extLst>
                <a:ext uri="{FF2B5EF4-FFF2-40B4-BE49-F238E27FC236}">
                  <a16:creationId xmlns:a16="http://schemas.microsoft.com/office/drawing/2014/main" id="{33E34240-34E0-DDC1-F424-5392C1787023}"/>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 name="Freeform 725">
              <a:extLst>
                <a:ext uri="{FF2B5EF4-FFF2-40B4-BE49-F238E27FC236}">
                  <a16:creationId xmlns:a16="http://schemas.microsoft.com/office/drawing/2014/main" id="{C06A4977-0F1A-1876-BC34-024228DB05E0}"/>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26">
              <a:extLst>
                <a:ext uri="{FF2B5EF4-FFF2-40B4-BE49-F238E27FC236}">
                  <a16:creationId xmlns:a16="http://schemas.microsoft.com/office/drawing/2014/main" id="{6B29550E-4CBE-D641-A31D-D47EC25BEAD1}"/>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27">
              <a:extLst>
                <a:ext uri="{FF2B5EF4-FFF2-40B4-BE49-F238E27FC236}">
                  <a16:creationId xmlns:a16="http://schemas.microsoft.com/office/drawing/2014/main" id="{38F86E02-A53E-72B3-0111-E040F93036EC}"/>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28">
              <a:extLst>
                <a:ext uri="{FF2B5EF4-FFF2-40B4-BE49-F238E27FC236}">
                  <a16:creationId xmlns:a16="http://schemas.microsoft.com/office/drawing/2014/main" id="{EEA916DF-1BB3-DEC6-2BF9-36E847DC37C1}"/>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9">
              <a:extLst>
                <a:ext uri="{FF2B5EF4-FFF2-40B4-BE49-F238E27FC236}">
                  <a16:creationId xmlns:a16="http://schemas.microsoft.com/office/drawing/2014/main" id="{E47F0BCA-77DF-15FD-2FEB-E1ECBF10E04F}"/>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30">
              <a:extLst>
                <a:ext uri="{FF2B5EF4-FFF2-40B4-BE49-F238E27FC236}">
                  <a16:creationId xmlns:a16="http://schemas.microsoft.com/office/drawing/2014/main" id="{E63A3F8A-0F4B-9E6E-0DFD-939E2544A5B4}"/>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31">
              <a:extLst>
                <a:ext uri="{FF2B5EF4-FFF2-40B4-BE49-F238E27FC236}">
                  <a16:creationId xmlns:a16="http://schemas.microsoft.com/office/drawing/2014/main" id="{8910FB07-1E1C-2810-CADD-68D97B65F63E}"/>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32">
              <a:extLst>
                <a:ext uri="{FF2B5EF4-FFF2-40B4-BE49-F238E27FC236}">
                  <a16:creationId xmlns:a16="http://schemas.microsoft.com/office/drawing/2014/main" id="{34158BF9-8458-9530-71CC-73BF25BDA5BE}"/>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33">
              <a:extLst>
                <a:ext uri="{FF2B5EF4-FFF2-40B4-BE49-F238E27FC236}">
                  <a16:creationId xmlns:a16="http://schemas.microsoft.com/office/drawing/2014/main" id="{2F3CB1E5-6BFB-1039-27E7-9E09D77DA6E3}"/>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34">
              <a:extLst>
                <a:ext uri="{FF2B5EF4-FFF2-40B4-BE49-F238E27FC236}">
                  <a16:creationId xmlns:a16="http://schemas.microsoft.com/office/drawing/2014/main" id="{32A896D4-52F0-39AD-BC70-56986A59B8BB}"/>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35">
              <a:extLst>
                <a:ext uri="{FF2B5EF4-FFF2-40B4-BE49-F238E27FC236}">
                  <a16:creationId xmlns:a16="http://schemas.microsoft.com/office/drawing/2014/main" id="{A51CFF04-BFFD-B37C-CA3A-BC88BDC8A144}"/>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36">
              <a:extLst>
                <a:ext uri="{FF2B5EF4-FFF2-40B4-BE49-F238E27FC236}">
                  <a16:creationId xmlns:a16="http://schemas.microsoft.com/office/drawing/2014/main" id="{257CE71C-D5A4-C1BE-C9BC-BD9819E46932}"/>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37">
              <a:extLst>
                <a:ext uri="{FF2B5EF4-FFF2-40B4-BE49-F238E27FC236}">
                  <a16:creationId xmlns:a16="http://schemas.microsoft.com/office/drawing/2014/main" id="{E441BDF9-2654-0E11-8215-E4643D15A198}"/>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38">
              <a:extLst>
                <a:ext uri="{FF2B5EF4-FFF2-40B4-BE49-F238E27FC236}">
                  <a16:creationId xmlns:a16="http://schemas.microsoft.com/office/drawing/2014/main" id="{674781FA-E2DE-C49D-64CC-EDE4296557A8}"/>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9">
              <a:extLst>
                <a:ext uri="{FF2B5EF4-FFF2-40B4-BE49-F238E27FC236}">
                  <a16:creationId xmlns:a16="http://schemas.microsoft.com/office/drawing/2014/main" id="{4138C64B-BB65-A21D-5C3F-965DB71DFB86}"/>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40">
              <a:extLst>
                <a:ext uri="{FF2B5EF4-FFF2-40B4-BE49-F238E27FC236}">
                  <a16:creationId xmlns:a16="http://schemas.microsoft.com/office/drawing/2014/main" id="{85C13878-BCA0-5C74-EA84-8903D6AD6390}"/>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41">
              <a:extLst>
                <a:ext uri="{FF2B5EF4-FFF2-40B4-BE49-F238E27FC236}">
                  <a16:creationId xmlns:a16="http://schemas.microsoft.com/office/drawing/2014/main" id="{7B000EA0-D2E9-B036-385C-8B3548159EA7}"/>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42">
              <a:extLst>
                <a:ext uri="{FF2B5EF4-FFF2-40B4-BE49-F238E27FC236}">
                  <a16:creationId xmlns:a16="http://schemas.microsoft.com/office/drawing/2014/main" id="{6C4FD76D-F7DB-0FBE-3BEB-D846D27AD315}"/>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43">
              <a:extLst>
                <a:ext uri="{FF2B5EF4-FFF2-40B4-BE49-F238E27FC236}">
                  <a16:creationId xmlns:a16="http://schemas.microsoft.com/office/drawing/2014/main" id="{938930DE-50C0-20CB-8F28-F1DC21F2C9B9}"/>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44">
              <a:extLst>
                <a:ext uri="{FF2B5EF4-FFF2-40B4-BE49-F238E27FC236}">
                  <a16:creationId xmlns:a16="http://schemas.microsoft.com/office/drawing/2014/main" id="{7D540AE5-299F-F192-2250-02770E5FA918}"/>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45">
              <a:extLst>
                <a:ext uri="{FF2B5EF4-FFF2-40B4-BE49-F238E27FC236}">
                  <a16:creationId xmlns:a16="http://schemas.microsoft.com/office/drawing/2014/main" id="{0043CBFE-512F-D750-4365-B7C287B23FEF}"/>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46">
              <a:extLst>
                <a:ext uri="{FF2B5EF4-FFF2-40B4-BE49-F238E27FC236}">
                  <a16:creationId xmlns:a16="http://schemas.microsoft.com/office/drawing/2014/main" id="{07D38691-1774-1FD5-BC38-72BFBDC4FFA7}"/>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47">
              <a:extLst>
                <a:ext uri="{FF2B5EF4-FFF2-40B4-BE49-F238E27FC236}">
                  <a16:creationId xmlns:a16="http://schemas.microsoft.com/office/drawing/2014/main" id="{97DEE017-AD79-0D09-039A-C5816A95168C}"/>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48">
              <a:extLst>
                <a:ext uri="{FF2B5EF4-FFF2-40B4-BE49-F238E27FC236}">
                  <a16:creationId xmlns:a16="http://schemas.microsoft.com/office/drawing/2014/main" id="{97DFE3D0-5F29-77DB-48C5-3194D614E3C2}"/>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9">
              <a:extLst>
                <a:ext uri="{FF2B5EF4-FFF2-40B4-BE49-F238E27FC236}">
                  <a16:creationId xmlns:a16="http://schemas.microsoft.com/office/drawing/2014/main" id="{078766EB-CC14-C1CF-FDB4-2C581F81283E}"/>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50">
              <a:extLst>
                <a:ext uri="{FF2B5EF4-FFF2-40B4-BE49-F238E27FC236}">
                  <a16:creationId xmlns:a16="http://schemas.microsoft.com/office/drawing/2014/main" id="{EB6E6600-CD43-C9B1-3F98-A5DB98E419F6}"/>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51">
              <a:extLst>
                <a:ext uri="{FF2B5EF4-FFF2-40B4-BE49-F238E27FC236}">
                  <a16:creationId xmlns:a16="http://schemas.microsoft.com/office/drawing/2014/main" id="{1C80BD42-716D-F86E-3160-D931F954D727}"/>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52">
              <a:extLst>
                <a:ext uri="{FF2B5EF4-FFF2-40B4-BE49-F238E27FC236}">
                  <a16:creationId xmlns:a16="http://schemas.microsoft.com/office/drawing/2014/main" id="{2458FAC6-1E85-5204-ACD3-04EC53D46F50}"/>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53">
              <a:extLst>
                <a:ext uri="{FF2B5EF4-FFF2-40B4-BE49-F238E27FC236}">
                  <a16:creationId xmlns:a16="http://schemas.microsoft.com/office/drawing/2014/main" id="{E510F409-F2FE-6860-763F-5DE9C588096B}"/>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54">
              <a:extLst>
                <a:ext uri="{FF2B5EF4-FFF2-40B4-BE49-F238E27FC236}">
                  <a16:creationId xmlns:a16="http://schemas.microsoft.com/office/drawing/2014/main" id="{19693C1D-94C4-05EE-7C4E-7664646AE28B}"/>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55">
              <a:extLst>
                <a:ext uri="{FF2B5EF4-FFF2-40B4-BE49-F238E27FC236}">
                  <a16:creationId xmlns:a16="http://schemas.microsoft.com/office/drawing/2014/main" id="{B90FFEC8-9AD1-072E-E506-932F8D8F23B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56">
              <a:extLst>
                <a:ext uri="{FF2B5EF4-FFF2-40B4-BE49-F238E27FC236}">
                  <a16:creationId xmlns:a16="http://schemas.microsoft.com/office/drawing/2014/main" id="{B736EC08-218E-C838-A921-201705B513C1}"/>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57">
              <a:extLst>
                <a:ext uri="{FF2B5EF4-FFF2-40B4-BE49-F238E27FC236}">
                  <a16:creationId xmlns:a16="http://schemas.microsoft.com/office/drawing/2014/main" id="{12DC2F4E-DCA2-4767-21F3-D9D3A9C14D98}"/>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58">
              <a:extLst>
                <a:ext uri="{FF2B5EF4-FFF2-40B4-BE49-F238E27FC236}">
                  <a16:creationId xmlns:a16="http://schemas.microsoft.com/office/drawing/2014/main" id="{1DA15B95-EFA5-2896-B7B9-864F2FD91B87}"/>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9">
              <a:extLst>
                <a:ext uri="{FF2B5EF4-FFF2-40B4-BE49-F238E27FC236}">
                  <a16:creationId xmlns:a16="http://schemas.microsoft.com/office/drawing/2014/main" id="{741CE899-2E91-40E8-B6B7-033024CDFEDE}"/>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60">
              <a:extLst>
                <a:ext uri="{FF2B5EF4-FFF2-40B4-BE49-F238E27FC236}">
                  <a16:creationId xmlns:a16="http://schemas.microsoft.com/office/drawing/2014/main" id="{D95A8C59-6402-A9EF-59A8-755FACE5AB61}"/>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61">
              <a:extLst>
                <a:ext uri="{FF2B5EF4-FFF2-40B4-BE49-F238E27FC236}">
                  <a16:creationId xmlns:a16="http://schemas.microsoft.com/office/drawing/2014/main" id="{B6E8AEAE-60CA-A81E-392B-D76B4F1E5354}"/>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62">
              <a:extLst>
                <a:ext uri="{FF2B5EF4-FFF2-40B4-BE49-F238E27FC236}">
                  <a16:creationId xmlns:a16="http://schemas.microsoft.com/office/drawing/2014/main" id="{0591AD6D-A6FB-0F5C-469B-C7658B093D2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63">
              <a:extLst>
                <a:ext uri="{FF2B5EF4-FFF2-40B4-BE49-F238E27FC236}">
                  <a16:creationId xmlns:a16="http://schemas.microsoft.com/office/drawing/2014/main" id="{E9BDF465-6D39-2413-A619-91F8C1D602CC}"/>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64">
              <a:extLst>
                <a:ext uri="{FF2B5EF4-FFF2-40B4-BE49-F238E27FC236}">
                  <a16:creationId xmlns:a16="http://schemas.microsoft.com/office/drawing/2014/main" id="{DAC5630D-3E39-0AB5-367E-775CFADACA96}"/>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65">
              <a:extLst>
                <a:ext uri="{FF2B5EF4-FFF2-40B4-BE49-F238E27FC236}">
                  <a16:creationId xmlns:a16="http://schemas.microsoft.com/office/drawing/2014/main" id="{18401AA6-33F6-97F9-B2AB-F8EE1C49396A}"/>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66">
              <a:extLst>
                <a:ext uri="{FF2B5EF4-FFF2-40B4-BE49-F238E27FC236}">
                  <a16:creationId xmlns:a16="http://schemas.microsoft.com/office/drawing/2014/main" id="{2CDF67D3-300D-615B-AFE5-3C401D0E4463}"/>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67">
              <a:extLst>
                <a:ext uri="{FF2B5EF4-FFF2-40B4-BE49-F238E27FC236}">
                  <a16:creationId xmlns:a16="http://schemas.microsoft.com/office/drawing/2014/main" id="{E4D6159B-37D2-F52F-081B-DBDC594EF11C}"/>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68">
              <a:extLst>
                <a:ext uri="{FF2B5EF4-FFF2-40B4-BE49-F238E27FC236}">
                  <a16:creationId xmlns:a16="http://schemas.microsoft.com/office/drawing/2014/main" id="{4863BAC5-EA16-64D8-B24B-29002B6E59B4}"/>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9">
              <a:extLst>
                <a:ext uri="{FF2B5EF4-FFF2-40B4-BE49-F238E27FC236}">
                  <a16:creationId xmlns:a16="http://schemas.microsoft.com/office/drawing/2014/main" id="{4EC62FA1-84A3-3448-CFA5-F50757458614}"/>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70">
              <a:extLst>
                <a:ext uri="{FF2B5EF4-FFF2-40B4-BE49-F238E27FC236}">
                  <a16:creationId xmlns:a16="http://schemas.microsoft.com/office/drawing/2014/main" id="{4BB274D6-C890-3BEB-4A75-238E07DBE6E8}"/>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71">
              <a:extLst>
                <a:ext uri="{FF2B5EF4-FFF2-40B4-BE49-F238E27FC236}">
                  <a16:creationId xmlns:a16="http://schemas.microsoft.com/office/drawing/2014/main" id="{98FA4ABF-C2AB-02AF-CF1B-C292DD0E27AA}"/>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72">
              <a:extLst>
                <a:ext uri="{FF2B5EF4-FFF2-40B4-BE49-F238E27FC236}">
                  <a16:creationId xmlns:a16="http://schemas.microsoft.com/office/drawing/2014/main" id="{BDA445C6-D3C8-41C7-0A5C-F05505A3FCED}"/>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73">
              <a:extLst>
                <a:ext uri="{FF2B5EF4-FFF2-40B4-BE49-F238E27FC236}">
                  <a16:creationId xmlns:a16="http://schemas.microsoft.com/office/drawing/2014/main" id="{4060CB98-CB9F-44D7-C080-DFB3D0D45DAE}"/>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74">
              <a:extLst>
                <a:ext uri="{FF2B5EF4-FFF2-40B4-BE49-F238E27FC236}">
                  <a16:creationId xmlns:a16="http://schemas.microsoft.com/office/drawing/2014/main" id="{6AAD9356-47DB-A70C-844D-04EE90C41824}"/>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75">
              <a:extLst>
                <a:ext uri="{FF2B5EF4-FFF2-40B4-BE49-F238E27FC236}">
                  <a16:creationId xmlns:a16="http://schemas.microsoft.com/office/drawing/2014/main" id="{267680D5-1251-262A-51A3-AB50006615EB}"/>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76">
              <a:extLst>
                <a:ext uri="{FF2B5EF4-FFF2-40B4-BE49-F238E27FC236}">
                  <a16:creationId xmlns:a16="http://schemas.microsoft.com/office/drawing/2014/main" id="{10D357AB-081F-0DE0-17CC-47355C7BA304}"/>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77">
              <a:extLst>
                <a:ext uri="{FF2B5EF4-FFF2-40B4-BE49-F238E27FC236}">
                  <a16:creationId xmlns:a16="http://schemas.microsoft.com/office/drawing/2014/main" id="{471FDAFA-E74E-67B8-CB6F-5EAA85737E38}"/>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78">
              <a:extLst>
                <a:ext uri="{FF2B5EF4-FFF2-40B4-BE49-F238E27FC236}">
                  <a16:creationId xmlns:a16="http://schemas.microsoft.com/office/drawing/2014/main" id="{F23395BB-C5FE-FD19-90EB-BC271E0C685E}"/>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79">
              <a:extLst>
                <a:ext uri="{FF2B5EF4-FFF2-40B4-BE49-F238E27FC236}">
                  <a16:creationId xmlns:a16="http://schemas.microsoft.com/office/drawing/2014/main" id="{C3C0B587-4508-72D2-ED3A-59AE84BCCF54}"/>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80">
              <a:extLst>
                <a:ext uri="{FF2B5EF4-FFF2-40B4-BE49-F238E27FC236}">
                  <a16:creationId xmlns:a16="http://schemas.microsoft.com/office/drawing/2014/main" id="{E6A82991-74C4-FF73-0619-D7D98F0E7550}"/>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81">
              <a:extLst>
                <a:ext uri="{FF2B5EF4-FFF2-40B4-BE49-F238E27FC236}">
                  <a16:creationId xmlns:a16="http://schemas.microsoft.com/office/drawing/2014/main" id="{DAABD537-C87E-D53F-9181-64D94F780490}"/>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82">
              <a:extLst>
                <a:ext uri="{FF2B5EF4-FFF2-40B4-BE49-F238E27FC236}">
                  <a16:creationId xmlns:a16="http://schemas.microsoft.com/office/drawing/2014/main" id="{7964A94A-1D3F-67CE-9921-917752B0CF69}"/>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83">
              <a:extLst>
                <a:ext uri="{FF2B5EF4-FFF2-40B4-BE49-F238E27FC236}">
                  <a16:creationId xmlns:a16="http://schemas.microsoft.com/office/drawing/2014/main" id="{48400168-F615-811C-5AC4-573D296A20C6}"/>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84">
              <a:extLst>
                <a:ext uri="{FF2B5EF4-FFF2-40B4-BE49-F238E27FC236}">
                  <a16:creationId xmlns:a16="http://schemas.microsoft.com/office/drawing/2014/main" id="{AC683029-2DCE-93D3-9A2B-977DA088361E}"/>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85">
              <a:extLst>
                <a:ext uri="{FF2B5EF4-FFF2-40B4-BE49-F238E27FC236}">
                  <a16:creationId xmlns:a16="http://schemas.microsoft.com/office/drawing/2014/main" id="{04F358B3-8156-2800-F7D4-E86E7620B4DC}"/>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86">
              <a:extLst>
                <a:ext uri="{FF2B5EF4-FFF2-40B4-BE49-F238E27FC236}">
                  <a16:creationId xmlns:a16="http://schemas.microsoft.com/office/drawing/2014/main" id="{4F69F5E9-D7D0-8369-4EAC-145A0EAD7B39}"/>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87">
              <a:extLst>
                <a:ext uri="{FF2B5EF4-FFF2-40B4-BE49-F238E27FC236}">
                  <a16:creationId xmlns:a16="http://schemas.microsoft.com/office/drawing/2014/main" id="{F4C50E4B-3061-CB36-0C7E-4B927D87CD71}"/>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88">
              <a:extLst>
                <a:ext uri="{FF2B5EF4-FFF2-40B4-BE49-F238E27FC236}">
                  <a16:creationId xmlns:a16="http://schemas.microsoft.com/office/drawing/2014/main" id="{09F2765A-BE59-EE2E-11A9-D96E9937CEF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9">
              <a:extLst>
                <a:ext uri="{FF2B5EF4-FFF2-40B4-BE49-F238E27FC236}">
                  <a16:creationId xmlns:a16="http://schemas.microsoft.com/office/drawing/2014/main" id="{E9CF7A47-06F9-C66D-61C6-F9BFF79AE911}"/>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90">
              <a:extLst>
                <a:ext uri="{FF2B5EF4-FFF2-40B4-BE49-F238E27FC236}">
                  <a16:creationId xmlns:a16="http://schemas.microsoft.com/office/drawing/2014/main" id="{1E56594E-9FD4-8798-5608-1E2F74935A2A}"/>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91">
              <a:extLst>
                <a:ext uri="{FF2B5EF4-FFF2-40B4-BE49-F238E27FC236}">
                  <a16:creationId xmlns:a16="http://schemas.microsoft.com/office/drawing/2014/main" id="{198A39F5-0827-1E51-71C6-0D559F788A62}"/>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92">
              <a:extLst>
                <a:ext uri="{FF2B5EF4-FFF2-40B4-BE49-F238E27FC236}">
                  <a16:creationId xmlns:a16="http://schemas.microsoft.com/office/drawing/2014/main" id="{BF98C5C1-BD5E-7EBE-2E39-438B93CE7C1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93">
              <a:extLst>
                <a:ext uri="{FF2B5EF4-FFF2-40B4-BE49-F238E27FC236}">
                  <a16:creationId xmlns:a16="http://schemas.microsoft.com/office/drawing/2014/main" id="{399E6838-D7A8-056E-F5ED-7186B607A83F}"/>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94">
              <a:extLst>
                <a:ext uri="{FF2B5EF4-FFF2-40B4-BE49-F238E27FC236}">
                  <a16:creationId xmlns:a16="http://schemas.microsoft.com/office/drawing/2014/main" id="{3D350FB5-EEE8-97DA-8BEA-6DFDB201F1EF}"/>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95">
              <a:extLst>
                <a:ext uri="{FF2B5EF4-FFF2-40B4-BE49-F238E27FC236}">
                  <a16:creationId xmlns:a16="http://schemas.microsoft.com/office/drawing/2014/main" id="{E38735DD-1DD5-5D46-402B-3AAE5BEB362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96">
              <a:extLst>
                <a:ext uri="{FF2B5EF4-FFF2-40B4-BE49-F238E27FC236}">
                  <a16:creationId xmlns:a16="http://schemas.microsoft.com/office/drawing/2014/main" id="{842C432E-7DD1-AD78-7A10-10B7CA158F64}"/>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97">
              <a:extLst>
                <a:ext uri="{FF2B5EF4-FFF2-40B4-BE49-F238E27FC236}">
                  <a16:creationId xmlns:a16="http://schemas.microsoft.com/office/drawing/2014/main" id="{188AB084-5474-A68E-8013-DF48205BE6A1}"/>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98">
              <a:extLst>
                <a:ext uri="{FF2B5EF4-FFF2-40B4-BE49-F238E27FC236}">
                  <a16:creationId xmlns:a16="http://schemas.microsoft.com/office/drawing/2014/main" id="{FE3C6A66-FC74-1C5C-F1DD-119EF04BE453}"/>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9">
              <a:extLst>
                <a:ext uri="{FF2B5EF4-FFF2-40B4-BE49-F238E27FC236}">
                  <a16:creationId xmlns:a16="http://schemas.microsoft.com/office/drawing/2014/main" id="{D31916F1-B56B-DB3D-12C6-9F63899A40B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800">
              <a:extLst>
                <a:ext uri="{FF2B5EF4-FFF2-40B4-BE49-F238E27FC236}">
                  <a16:creationId xmlns:a16="http://schemas.microsoft.com/office/drawing/2014/main" id="{9353C787-0485-BB8F-8305-FB6D49A8D386}"/>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801">
              <a:extLst>
                <a:ext uri="{FF2B5EF4-FFF2-40B4-BE49-F238E27FC236}">
                  <a16:creationId xmlns:a16="http://schemas.microsoft.com/office/drawing/2014/main" id="{44D4E14B-F5B2-86DA-8CB4-E4C119EF52F7}"/>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802">
              <a:extLst>
                <a:ext uri="{FF2B5EF4-FFF2-40B4-BE49-F238E27FC236}">
                  <a16:creationId xmlns:a16="http://schemas.microsoft.com/office/drawing/2014/main" id="{D8EA8F6C-1FDE-8852-9F32-1E1F31D2852A}"/>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803">
              <a:extLst>
                <a:ext uri="{FF2B5EF4-FFF2-40B4-BE49-F238E27FC236}">
                  <a16:creationId xmlns:a16="http://schemas.microsoft.com/office/drawing/2014/main" id="{903C66A6-1C07-F845-EEE0-70ADB19E04B3}"/>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804">
              <a:extLst>
                <a:ext uri="{FF2B5EF4-FFF2-40B4-BE49-F238E27FC236}">
                  <a16:creationId xmlns:a16="http://schemas.microsoft.com/office/drawing/2014/main" id="{9C684297-F9B8-3097-CE51-3F08ABAD20DC}"/>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805">
              <a:extLst>
                <a:ext uri="{FF2B5EF4-FFF2-40B4-BE49-F238E27FC236}">
                  <a16:creationId xmlns:a16="http://schemas.microsoft.com/office/drawing/2014/main" id="{D9C16FDB-7DC0-2504-54CF-C1B44EECD921}"/>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806">
              <a:extLst>
                <a:ext uri="{FF2B5EF4-FFF2-40B4-BE49-F238E27FC236}">
                  <a16:creationId xmlns:a16="http://schemas.microsoft.com/office/drawing/2014/main" id="{94F24CDC-D89F-C956-2CE6-09DEF91B0868}"/>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807">
              <a:extLst>
                <a:ext uri="{FF2B5EF4-FFF2-40B4-BE49-F238E27FC236}">
                  <a16:creationId xmlns:a16="http://schemas.microsoft.com/office/drawing/2014/main" id="{48794B38-CCC8-C545-BA8B-E7DFCAE4F137}"/>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808">
              <a:extLst>
                <a:ext uri="{FF2B5EF4-FFF2-40B4-BE49-F238E27FC236}">
                  <a16:creationId xmlns:a16="http://schemas.microsoft.com/office/drawing/2014/main" id="{F6A74A84-B590-639D-5FDF-3FBBF4FC8EBA}"/>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9">
              <a:extLst>
                <a:ext uri="{FF2B5EF4-FFF2-40B4-BE49-F238E27FC236}">
                  <a16:creationId xmlns:a16="http://schemas.microsoft.com/office/drawing/2014/main" id="{5B093957-EEA4-54DC-6BBD-618E8F2B5BAE}"/>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10">
              <a:extLst>
                <a:ext uri="{FF2B5EF4-FFF2-40B4-BE49-F238E27FC236}">
                  <a16:creationId xmlns:a16="http://schemas.microsoft.com/office/drawing/2014/main" id="{FA7D89C7-A869-677D-DCED-A69A630BCCE8}"/>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11">
              <a:extLst>
                <a:ext uri="{FF2B5EF4-FFF2-40B4-BE49-F238E27FC236}">
                  <a16:creationId xmlns:a16="http://schemas.microsoft.com/office/drawing/2014/main" id="{E5394375-CB9C-2EEA-552A-51397E742D48}"/>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12">
              <a:extLst>
                <a:ext uri="{FF2B5EF4-FFF2-40B4-BE49-F238E27FC236}">
                  <a16:creationId xmlns:a16="http://schemas.microsoft.com/office/drawing/2014/main" id="{F83EE973-4F91-12AE-7498-B3A6E6C21816}"/>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13">
              <a:extLst>
                <a:ext uri="{FF2B5EF4-FFF2-40B4-BE49-F238E27FC236}">
                  <a16:creationId xmlns:a16="http://schemas.microsoft.com/office/drawing/2014/main" id="{971F3F14-554B-AE93-9BA5-19538CA1AAB8}"/>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14">
              <a:extLst>
                <a:ext uri="{FF2B5EF4-FFF2-40B4-BE49-F238E27FC236}">
                  <a16:creationId xmlns:a16="http://schemas.microsoft.com/office/drawing/2014/main" id="{D998D988-4941-C329-928D-FC0554E71BB4}"/>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73" name="!!Header whiteout">
            <a:extLst>
              <a:ext uri="{FF2B5EF4-FFF2-40B4-BE49-F238E27FC236}">
                <a16:creationId xmlns:a16="http://schemas.microsoft.com/office/drawing/2014/main" id="{559A60EE-A586-F9EF-4757-88615F833CEF}"/>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Header Text 1">
            <a:extLst>
              <a:ext uri="{FF2B5EF4-FFF2-40B4-BE49-F238E27FC236}">
                <a16:creationId xmlns:a16="http://schemas.microsoft.com/office/drawing/2014/main" id="{D076419E-B087-12E6-96BB-C90FAE0B69AD}"/>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93107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94"/>
                                        </p:tgtEl>
                                        <p:attrNameLst>
                                          <p:attrName>style.visibility</p:attrName>
                                        </p:attrNameLst>
                                      </p:cBhvr>
                                      <p:to>
                                        <p:strVal val="visible"/>
                                      </p:to>
                                    </p:set>
                                    <p:animEffect transition="in" filter="fade">
                                      <p:cBhvr>
                                        <p:cTn id="7" dur="500"/>
                                        <p:tgtEl>
                                          <p:spTgt spid="19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3"/>
                                        </p:tgtEl>
                                        <p:attrNameLst>
                                          <p:attrName>style.visibility</p:attrName>
                                        </p:attrNameLst>
                                      </p:cBhvr>
                                      <p:to>
                                        <p:strVal val="visible"/>
                                      </p:to>
                                    </p:set>
                                    <p:animEffect transition="in" filter="fade">
                                      <p:cBhvr>
                                        <p:cTn id="10" dur="500"/>
                                        <p:tgtEl>
                                          <p:spTgt spid="19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5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P spid="194" grpId="0"/>
      <p:bldP spid="2"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1074880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858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6578829">
            <a:off x="448063" y="5799807"/>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129278"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rot="914079">
            <a:off x="297913" y="5291964"/>
            <a:ext cx="239153" cy="194073"/>
            <a:chOff x="2377145" y="2887611"/>
            <a:chExt cx="191556" cy="155449"/>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09730" y="288761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3" name="!!Speech Bubble: Rectangle 19">
            <a:extLst>
              <a:ext uri="{FF2B5EF4-FFF2-40B4-BE49-F238E27FC236}">
                <a16:creationId xmlns:a16="http://schemas.microsoft.com/office/drawing/2014/main" id="{CCA6A37C-49B6-2818-F040-D13CEA3FAA2A}"/>
              </a:ext>
            </a:extLst>
          </p:cNvPr>
          <p:cNvSpPr/>
          <p:nvPr/>
        </p:nvSpPr>
        <p:spPr>
          <a:xfrm>
            <a:off x="817339" y="4762152"/>
            <a:ext cx="1727741" cy="615370"/>
          </a:xfrm>
          <a:prstGeom prst="wedgeRectCallout">
            <a:avLst>
              <a:gd name="adj1" fmla="val -61354"/>
              <a:gd name="adj2" fmla="val 3521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TextBox 20">
            <a:extLst>
              <a:ext uri="{FF2B5EF4-FFF2-40B4-BE49-F238E27FC236}">
                <a16:creationId xmlns:a16="http://schemas.microsoft.com/office/drawing/2014/main" id="{23432352-1B94-EAB1-B346-DC16B2CE0F46}"/>
              </a:ext>
            </a:extLst>
          </p:cNvPr>
          <p:cNvSpPr txBox="1"/>
          <p:nvPr/>
        </p:nvSpPr>
        <p:spPr>
          <a:xfrm>
            <a:off x="817339" y="4743417"/>
            <a:ext cx="1727741"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Sweet! Time to</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dry.</a:t>
            </a:r>
          </a:p>
        </p:txBody>
      </p:sp>
      <p:pic>
        <p:nvPicPr>
          <p:cNvPr id="6" name="Picture 5">
            <a:extLst>
              <a:ext uri="{FF2B5EF4-FFF2-40B4-BE49-F238E27FC236}">
                <a16:creationId xmlns:a16="http://schemas.microsoft.com/office/drawing/2014/main" id="{2A3EA66A-C65D-B2D5-6AE9-FF34B89F8393}"/>
              </a:ext>
            </a:extLst>
          </p:cNvPr>
          <p:cNvPicPr>
            <a:picLocks noChangeAspect="1"/>
          </p:cNvPicPr>
          <p:nvPr/>
        </p:nvPicPr>
        <p:blipFill>
          <a:blip r:embed="rId7"/>
          <a:stretch>
            <a:fillRect/>
          </a:stretch>
        </p:blipFill>
        <p:spPr>
          <a:xfrm>
            <a:off x="9947243" y="6092109"/>
            <a:ext cx="801563" cy="765891"/>
          </a:xfrm>
          <a:prstGeom prst="rect">
            <a:avLst/>
          </a:prstGeom>
        </p:spPr>
      </p:pic>
      <p:pic>
        <p:nvPicPr>
          <p:cNvPr id="3" name="Picture 2">
            <a:extLst>
              <a:ext uri="{FF2B5EF4-FFF2-40B4-BE49-F238E27FC236}">
                <a16:creationId xmlns:a16="http://schemas.microsoft.com/office/drawing/2014/main" id="{92D0B5B4-6A85-6277-3EDA-2361E2F9D048}"/>
              </a:ext>
            </a:extLst>
          </p:cNvPr>
          <p:cNvPicPr>
            <a:picLocks noChangeAspect="1"/>
          </p:cNvPicPr>
          <p:nvPr/>
        </p:nvPicPr>
        <p:blipFill>
          <a:blip r:embed="rId8"/>
          <a:stretch>
            <a:fillRect/>
          </a:stretch>
        </p:blipFill>
        <p:spPr>
          <a:xfrm>
            <a:off x="2660902" y="3099356"/>
            <a:ext cx="2509764" cy="3764647"/>
          </a:xfrm>
          <a:prstGeom prst="rect">
            <a:avLst/>
          </a:prstGeom>
        </p:spPr>
      </p:pic>
      <p:cxnSp>
        <p:nvCxnSpPr>
          <p:cNvPr id="4" name="Straight Arrow Connector 3">
            <a:extLst>
              <a:ext uri="{FF2B5EF4-FFF2-40B4-BE49-F238E27FC236}">
                <a16:creationId xmlns:a16="http://schemas.microsoft.com/office/drawing/2014/main" id="{EBA7283E-9DAD-0AA8-1F01-221771E8454C}"/>
              </a:ext>
            </a:extLst>
          </p:cNvPr>
          <p:cNvCxnSpPr>
            <a:cxnSpLocks/>
            <a:endCxn id="5" idx="3"/>
          </p:cNvCxnSpPr>
          <p:nvPr/>
        </p:nvCxnSpPr>
        <p:spPr>
          <a:xfrm flipH="1" flipV="1">
            <a:off x="5074920" y="4750042"/>
            <a:ext cx="4872323" cy="162794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Rounded Corners 4">
            <a:extLst>
              <a:ext uri="{FF2B5EF4-FFF2-40B4-BE49-F238E27FC236}">
                <a16:creationId xmlns:a16="http://schemas.microsoft.com/office/drawing/2014/main" id="{6F3BD971-F075-606E-766E-25D10396A15A}"/>
              </a:ext>
            </a:extLst>
          </p:cNvPr>
          <p:cNvSpPr/>
          <p:nvPr/>
        </p:nvSpPr>
        <p:spPr>
          <a:xfrm>
            <a:off x="2791835" y="4594860"/>
            <a:ext cx="228308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4C5AAD5D-3570-17F9-A73A-2B047217671C}"/>
              </a:ext>
            </a:extLst>
          </p:cNvPr>
          <p:cNvPicPr>
            <a:picLocks noChangeAspect="1"/>
          </p:cNvPicPr>
          <p:nvPr/>
        </p:nvPicPr>
        <p:blipFill>
          <a:blip r:embed="rId9"/>
          <a:stretch>
            <a:fillRect/>
          </a:stretch>
        </p:blipFill>
        <p:spPr>
          <a:xfrm>
            <a:off x="-6891794" y="1647761"/>
            <a:ext cx="6689978" cy="5210239"/>
          </a:xfrm>
          <a:prstGeom prst="rect">
            <a:avLst/>
          </a:prstGeom>
        </p:spPr>
      </p:pic>
      <p:sp>
        <p:nvSpPr>
          <p:cNvPr id="2" name="Red text">
            <a:extLst>
              <a:ext uri="{FF2B5EF4-FFF2-40B4-BE49-F238E27FC236}">
                <a16:creationId xmlns:a16="http://schemas.microsoft.com/office/drawing/2014/main" id="{206684A7-0477-8614-0626-2F3EBB451C3C}"/>
              </a:ext>
            </a:extLst>
          </p:cNvPr>
          <p:cNvSpPr txBox="1"/>
          <p:nvPr/>
        </p:nvSpPr>
        <p:spPr>
          <a:xfrm>
            <a:off x="5580297" y="3865536"/>
            <a:ext cx="4491935" cy="1015663"/>
          </a:xfrm>
          <a:prstGeom prst="rect">
            <a:avLst/>
          </a:prstGeom>
          <a:noFill/>
        </p:spPr>
        <p:txBody>
          <a:bodyPr wrap="square" rtlCol="0">
            <a:spAutoFit/>
          </a:bodyPr>
          <a:lstStyle/>
          <a:p>
            <a:r>
              <a:rPr lang="en-US" sz="2000" dirty="0">
                <a:solidFill>
                  <a:srgbClr val="C00000"/>
                </a:solidFill>
                <a:latin typeface="Segoe Print" panose="02000600000000000000" pitchFamily="2" charset="0"/>
              </a:rPr>
              <a:t>No power being used</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Washer not in use</a:t>
            </a:r>
          </a:p>
        </p:txBody>
      </p:sp>
      <p:sp>
        <p:nvSpPr>
          <p:cNvPr id="8" name="!!Header whiteout">
            <a:extLst>
              <a:ext uri="{FF2B5EF4-FFF2-40B4-BE49-F238E27FC236}">
                <a16:creationId xmlns:a16="http://schemas.microsoft.com/office/drawing/2014/main" id="{52F5E389-19F6-808F-4574-7991E1000DCE}"/>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6E631EF5-BFE8-F8F7-370C-13348A8F4A2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900412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4"/>
                                        </p:tgtEl>
                                        <p:attrNameLst>
                                          <p:attrName>style.visibility</p:attrName>
                                        </p:attrNameLst>
                                      </p:cBhvr>
                                      <p:to>
                                        <p:strVal val="visible"/>
                                      </p:to>
                                    </p:set>
                                    <p:animEffect transition="in" filter="fade">
                                      <p:cBhvr>
                                        <p:cTn id="7" dur="500"/>
                                        <p:tgtEl>
                                          <p:spTgt spid="19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3"/>
                                        </p:tgtEl>
                                        <p:attrNameLst>
                                          <p:attrName>style.visibility</p:attrName>
                                        </p:attrNameLst>
                                      </p:cBhvr>
                                      <p:to>
                                        <p:strVal val="visible"/>
                                      </p:to>
                                    </p:set>
                                    <p:animEffect transition="in" filter="fade">
                                      <p:cBhvr>
                                        <p:cTn id="10" dur="500"/>
                                        <p:tgtEl>
                                          <p:spTgt spid="19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P spid="194" grpId="0"/>
      <p:bldP spid="5" grpId="0" animBg="1"/>
      <p:bldP spid="2"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1074880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858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6578829">
            <a:off x="448063" y="5799807"/>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129278"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rot="914079">
            <a:off x="297913" y="5291964"/>
            <a:ext cx="239153" cy="194073"/>
            <a:chOff x="2377145" y="2887611"/>
            <a:chExt cx="191556" cy="155449"/>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09730" y="288761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3" name="!!Speech Bubble: Rectangle 19">
            <a:extLst>
              <a:ext uri="{FF2B5EF4-FFF2-40B4-BE49-F238E27FC236}">
                <a16:creationId xmlns:a16="http://schemas.microsoft.com/office/drawing/2014/main" id="{CCA6A37C-49B6-2818-F040-D13CEA3FAA2A}"/>
              </a:ext>
            </a:extLst>
          </p:cNvPr>
          <p:cNvSpPr/>
          <p:nvPr/>
        </p:nvSpPr>
        <p:spPr>
          <a:xfrm>
            <a:off x="817339" y="4762152"/>
            <a:ext cx="1727741" cy="615370"/>
          </a:xfrm>
          <a:prstGeom prst="wedgeRectCallout">
            <a:avLst>
              <a:gd name="adj1" fmla="val -61354"/>
              <a:gd name="adj2" fmla="val 3521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TextBox 20">
            <a:extLst>
              <a:ext uri="{FF2B5EF4-FFF2-40B4-BE49-F238E27FC236}">
                <a16:creationId xmlns:a16="http://schemas.microsoft.com/office/drawing/2014/main" id="{23432352-1B94-EAB1-B346-DC16B2CE0F46}"/>
              </a:ext>
            </a:extLst>
          </p:cNvPr>
          <p:cNvSpPr txBox="1"/>
          <p:nvPr/>
        </p:nvSpPr>
        <p:spPr>
          <a:xfrm>
            <a:off x="817339" y="4743417"/>
            <a:ext cx="1727741"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Sweet! Time to</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dry.</a:t>
            </a:r>
          </a:p>
        </p:txBody>
      </p:sp>
      <p:pic>
        <p:nvPicPr>
          <p:cNvPr id="6" name="Picture 5">
            <a:extLst>
              <a:ext uri="{FF2B5EF4-FFF2-40B4-BE49-F238E27FC236}">
                <a16:creationId xmlns:a16="http://schemas.microsoft.com/office/drawing/2014/main" id="{2A3EA66A-C65D-B2D5-6AE9-FF34B89F8393}"/>
              </a:ext>
            </a:extLst>
          </p:cNvPr>
          <p:cNvPicPr>
            <a:picLocks noChangeAspect="1"/>
          </p:cNvPicPr>
          <p:nvPr/>
        </p:nvPicPr>
        <p:blipFill>
          <a:blip r:embed="rId7"/>
          <a:stretch>
            <a:fillRect/>
          </a:stretch>
        </p:blipFill>
        <p:spPr>
          <a:xfrm>
            <a:off x="9947243" y="6092109"/>
            <a:ext cx="801563" cy="765891"/>
          </a:xfrm>
          <a:prstGeom prst="rect">
            <a:avLst/>
          </a:prstGeom>
        </p:spPr>
      </p:pic>
      <p:pic>
        <p:nvPicPr>
          <p:cNvPr id="3" name="Picture 2">
            <a:extLst>
              <a:ext uri="{FF2B5EF4-FFF2-40B4-BE49-F238E27FC236}">
                <a16:creationId xmlns:a16="http://schemas.microsoft.com/office/drawing/2014/main" id="{92D0B5B4-6A85-6277-3EDA-2361E2F9D048}"/>
              </a:ext>
            </a:extLst>
          </p:cNvPr>
          <p:cNvPicPr>
            <a:picLocks noChangeAspect="1"/>
          </p:cNvPicPr>
          <p:nvPr/>
        </p:nvPicPr>
        <p:blipFill>
          <a:blip r:embed="rId8"/>
          <a:stretch>
            <a:fillRect/>
          </a:stretch>
        </p:blipFill>
        <p:spPr>
          <a:xfrm>
            <a:off x="6280402" y="3099356"/>
            <a:ext cx="2509764" cy="3764647"/>
          </a:xfrm>
          <a:prstGeom prst="rect">
            <a:avLst/>
          </a:prstGeom>
        </p:spPr>
      </p:pic>
      <p:cxnSp>
        <p:nvCxnSpPr>
          <p:cNvPr id="4" name="Straight Arrow Connector 3">
            <a:extLst>
              <a:ext uri="{FF2B5EF4-FFF2-40B4-BE49-F238E27FC236}">
                <a16:creationId xmlns:a16="http://schemas.microsoft.com/office/drawing/2014/main" id="{EBA7283E-9DAD-0AA8-1F01-221771E8454C}"/>
              </a:ext>
            </a:extLst>
          </p:cNvPr>
          <p:cNvCxnSpPr>
            <a:cxnSpLocks/>
            <a:endCxn id="5" idx="3"/>
          </p:cNvCxnSpPr>
          <p:nvPr/>
        </p:nvCxnSpPr>
        <p:spPr>
          <a:xfrm flipH="1" flipV="1">
            <a:off x="8694420" y="4750042"/>
            <a:ext cx="1252823" cy="162794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Rounded Corners 4">
            <a:extLst>
              <a:ext uri="{FF2B5EF4-FFF2-40B4-BE49-F238E27FC236}">
                <a16:creationId xmlns:a16="http://schemas.microsoft.com/office/drawing/2014/main" id="{6F3BD971-F075-606E-766E-25D10396A15A}"/>
              </a:ext>
            </a:extLst>
          </p:cNvPr>
          <p:cNvSpPr/>
          <p:nvPr/>
        </p:nvSpPr>
        <p:spPr>
          <a:xfrm>
            <a:off x="6411335" y="4594860"/>
            <a:ext cx="228308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37A568D-95AE-CCCE-4E1B-03B9240F2DB9}"/>
              </a:ext>
            </a:extLst>
          </p:cNvPr>
          <p:cNvPicPr>
            <a:picLocks noChangeAspect="1"/>
          </p:cNvPicPr>
          <p:nvPr/>
        </p:nvPicPr>
        <p:blipFill>
          <a:blip r:embed="rId9"/>
          <a:stretch>
            <a:fillRect/>
          </a:stretch>
        </p:blipFill>
        <p:spPr>
          <a:xfrm>
            <a:off x="-468134" y="1647761"/>
            <a:ext cx="6689978" cy="5210239"/>
          </a:xfrm>
          <a:prstGeom prst="rect">
            <a:avLst/>
          </a:prstGeom>
        </p:spPr>
      </p:pic>
      <p:cxnSp>
        <p:nvCxnSpPr>
          <p:cNvPr id="11" name="Straight Arrow Connector 10">
            <a:extLst>
              <a:ext uri="{FF2B5EF4-FFF2-40B4-BE49-F238E27FC236}">
                <a16:creationId xmlns:a16="http://schemas.microsoft.com/office/drawing/2014/main" id="{5E73EF4D-CED6-95FA-4920-B8C9769CBC15}"/>
              </a:ext>
            </a:extLst>
          </p:cNvPr>
          <p:cNvCxnSpPr>
            <a:cxnSpLocks/>
          </p:cNvCxnSpPr>
          <p:nvPr/>
        </p:nvCxnSpPr>
        <p:spPr>
          <a:xfrm flipH="1" flipV="1">
            <a:off x="3761878" y="3099356"/>
            <a:ext cx="2614270" cy="162794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AEC058DB-D008-EDC5-5996-6CBB91BC0FA3}"/>
              </a:ext>
            </a:extLst>
          </p:cNvPr>
          <p:cNvSpPr/>
          <p:nvPr/>
        </p:nvSpPr>
        <p:spPr>
          <a:xfrm>
            <a:off x="650615" y="2814390"/>
            <a:ext cx="305270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whiteout">
            <a:extLst>
              <a:ext uri="{FF2B5EF4-FFF2-40B4-BE49-F238E27FC236}">
                <a16:creationId xmlns:a16="http://schemas.microsoft.com/office/drawing/2014/main" id="{DA5CFC9A-A09E-4A2A-75BE-6A1A5AC47F2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3A2B3068-D15F-DA34-9C95-10EE1C1FFA5E}"/>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311941532"/>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1074880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858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6578829">
            <a:off x="448063" y="5799807"/>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129278"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rot="914079">
            <a:off x="297913" y="5291964"/>
            <a:ext cx="239153" cy="194073"/>
            <a:chOff x="2377145" y="2887611"/>
            <a:chExt cx="191556" cy="155449"/>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09730" y="288761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3" name="!!Speech Bubble: Rectangle 19">
            <a:extLst>
              <a:ext uri="{FF2B5EF4-FFF2-40B4-BE49-F238E27FC236}">
                <a16:creationId xmlns:a16="http://schemas.microsoft.com/office/drawing/2014/main" id="{CCA6A37C-49B6-2818-F040-D13CEA3FAA2A}"/>
              </a:ext>
            </a:extLst>
          </p:cNvPr>
          <p:cNvSpPr/>
          <p:nvPr/>
        </p:nvSpPr>
        <p:spPr>
          <a:xfrm>
            <a:off x="817339" y="4762152"/>
            <a:ext cx="1727741" cy="615370"/>
          </a:xfrm>
          <a:prstGeom prst="wedgeRectCallout">
            <a:avLst>
              <a:gd name="adj1" fmla="val -61354"/>
              <a:gd name="adj2" fmla="val 3521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TextBox 20">
            <a:extLst>
              <a:ext uri="{FF2B5EF4-FFF2-40B4-BE49-F238E27FC236}">
                <a16:creationId xmlns:a16="http://schemas.microsoft.com/office/drawing/2014/main" id="{23432352-1B94-EAB1-B346-DC16B2CE0F46}"/>
              </a:ext>
            </a:extLst>
          </p:cNvPr>
          <p:cNvSpPr txBox="1"/>
          <p:nvPr/>
        </p:nvSpPr>
        <p:spPr>
          <a:xfrm>
            <a:off x="817339" y="4743417"/>
            <a:ext cx="1727741"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Sweet! Time to</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dry.</a:t>
            </a:r>
          </a:p>
        </p:txBody>
      </p:sp>
      <p:pic>
        <p:nvPicPr>
          <p:cNvPr id="6" name="Picture 5">
            <a:extLst>
              <a:ext uri="{FF2B5EF4-FFF2-40B4-BE49-F238E27FC236}">
                <a16:creationId xmlns:a16="http://schemas.microsoft.com/office/drawing/2014/main" id="{2A3EA66A-C65D-B2D5-6AE9-FF34B89F8393}"/>
              </a:ext>
            </a:extLst>
          </p:cNvPr>
          <p:cNvPicPr>
            <a:picLocks noChangeAspect="1"/>
          </p:cNvPicPr>
          <p:nvPr/>
        </p:nvPicPr>
        <p:blipFill>
          <a:blip r:embed="rId7"/>
          <a:stretch>
            <a:fillRect/>
          </a:stretch>
        </p:blipFill>
        <p:spPr>
          <a:xfrm>
            <a:off x="9947243" y="6092109"/>
            <a:ext cx="801563" cy="765891"/>
          </a:xfrm>
          <a:prstGeom prst="rect">
            <a:avLst/>
          </a:prstGeom>
        </p:spPr>
      </p:pic>
      <p:pic>
        <p:nvPicPr>
          <p:cNvPr id="3" name="Picture 2">
            <a:extLst>
              <a:ext uri="{FF2B5EF4-FFF2-40B4-BE49-F238E27FC236}">
                <a16:creationId xmlns:a16="http://schemas.microsoft.com/office/drawing/2014/main" id="{92D0B5B4-6A85-6277-3EDA-2361E2F9D048}"/>
              </a:ext>
            </a:extLst>
          </p:cNvPr>
          <p:cNvPicPr>
            <a:picLocks noChangeAspect="1"/>
          </p:cNvPicPr>
          <p:nvPr/>
        </p:nvPicPr>
        <p:blipFill>
          <a:blip r:embed="rId8"/>
          <a:stretch>
            <a:fillRect/>
          </a:stretch>
        </p:blipFill>
        <p:spPr>
          <a:xfrm>
            <a:off x="6280402" y="3099356"/>
            <a:ext cx="2509764" cy="3764647"/>
          </a:xfrm>
          <a:prstGeom prst="rect">
            <a:avLst/>
          </a:prstGeom>
        </p:spPr>
      </p:pic>
      <p:cxnSp>
        <p:nvCxnSpPr>
          <p:cNvPr id="4" name="Straight Arrow Connector 3">
            <a:extLst>
              <a:ext uri="{FF2B5EF4-FFF2-40B4-BE49-F238E27FC236}">
                <a16:creationId xmlns:a16="http://schemas.microsoft.com/office/drawing/2014/main" id="{EBA7283E-9DAD-0AA8-1F01-221771E8454C}"/>
              </a:ext>
            </a:extLst>
          </p:cNvPr>
          <p:cNvCxnSpPr>
            <a:cxnSpLocks/>
            <a:endCxn id="5" idx="3"/>
          </p:cNvCxnSpPr>
          <p:nvPr/>
        </p:nvCxnSpPr>
        <p:spPr>
          <a:xfrm flipH="1" flipV="1">
            <a:off x="8694420" y="4750042"/>
            <a:ext cx="1252823" cy="162794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Rounded Corners 4">
            <a:extLst>
              <a:ext uri="{FF2B5EF4-FFF2-40B4-BE49-F238E27FC236}">
                <a16:creationId xmlns:a16="http://schemas.microsoft.com/office/drawing/2014/main" id="{6F3BD971-F075-606E-766E-25D10396A15A}"/>
              </a:ext>
            </a:extLst>
          </p:cNvPr>
          <p:cNvSpPr/>
          <p:nvPr/>
        </p:nvSpPr>
        <p:spPr>
          <a:xfrm>
            <a:off x="6411335" y="4594860"/>
            <a:ext cx="228308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37A568D-95AE-CCCE-4E1B-03B9240F2DB9}"/>
              </a:ext>
            </a:extLst>
          </p:cNvPr>
          <p:cNvPicPr>
            <a:picLocks noChangeAspect="1"/>
          </p:cNvPicPr>
          <p:nvPr/>
        </p:nvPicPr>
        <p:blipFill>
          <a:blip r:embed="rId9"/>
          <a:stretch>
            <a:fillRect/>
          </a:stretch>
        </p:blipFill>
        <p:spPr>
          <a:xfrm>
            <a:off x="-468134" y="1647761"/>
            <a:ext cx="6689978" cy="5210239"/>
          </a:xfrm>
          <a:prstGeom prst="rect">
            <a:avLst/>
          </a:prstGeom>
        </p:spPr>
      </p:pic>
      <p:cxnSp>
        <p:nvCxnSpPr>
          <p:cNvPr id="11" name="Straight Arrow Connector 10">
            <a:extLst>
              <a:ext uri="{FF2B5EF4-FFF2-40B4-BE49-F238E27FC236}">
                <a16:creationId xmlns:a16="http://schemas.microsoft.com/office/drawing/2014/main" id="{5E73EF4D-CED6-95FA-4920-B8C9769CBC15}"/>
              </a:ext>
            </a:extLst>
          </p:cNvPr>
          <p:cNvCxnSpPr>
            <a:cxnSpLocks/>
          </p:cNvCxnSpPr>
          <p:nvPr/>
        </p:nvCxnSpPr>
        <p:spPr>
          <a:xfrm flipH="1">
            <a:off x="5181600" y="4727301"/>
            <a:ext cx="1194548" cy="633746"/>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AEC058DB-D008-EDC5-5996-6CBB91BC0FA3}"/>
              </a:ext>
            </a:extLst>
          </p:cNvPr>
          <p:cNvSpPr/>
          <p:nvPr/>
        </p:nvSpPr>
        <p:spPr>
          <a:xfrm>
            <a:off x="650615" y="5245170"/>
            <a:ext cx="4472710"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whiteout">
            <a:extLst>
              <a:ext uri="{FF2B5EF4-FFF2-40B4-BE49-F238E27FC236}">
                <a16:creationId xmlns:a16="http://schemas.microsoft.com/office/drawing/2014/main" id="{24646361-05BB-AA30-3C0D-CE1CD8D7286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D7D006A1-C0F6-F6EF-DAB2-F7FB4BEFA49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924016657"/>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1074880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858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6578829">
            <a:off x="448063" y="5799807"/>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129278"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rot="914079">
            <a:off x="297913" y="5291964"/>
            <a:ext cx="239153" cy="194073"/>
            <a:chOff x="2377145" y="2887611"/>
            <a:chExt cx="191556" cy="155449"/>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09730" y="288761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3" name="!!Speech Bubble: Rectangle 19">
            <a:extLst>
              <a:ext uri="{FF2B5EF4-FFF2-40B4-BE49-F238E27FC236}">
                <a16:creationId xmlns:a16="http://schemas.microsoft.com/office/drawing/2014/main" id="{CCA6A37C-49B6-2818-F040-D13CEA3FAA2A}"/>
              </a:ext>
            </a:extLst>
          </p:cNvPr>
          <p:cNvSpPr/>
          <p:nvPr/>
        </p:nvSpPr>
        <p:spPr>
          <a:xfrm>
            <a:off x="817339" y="4762152"/>
            <a:ext cx="1727741" cy="615370"/>
          </a:xfrm>
          <a:prstGeom prst="wedgeRectCallout">
            <a:avLst>
              <a:gd name="adj1" fmla="val -61354"/>
              <a:gd name="adj2" fmla="val 3521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TextBox 20">
            <a:extLst>
              <a:ext uri="{FF2B5EF4-FFF2-40B4-BE49-F238E27FC236}">
                <a16:creationId xmlns:a16="http://schemas.microsoft.com/office/drawing/2014/main" id="{23432352-1B94-EAB1-B346-DC16B2CE0F46}"/>
              </a:ext>
            </a:extLst>
          </p:cNvPr>
          <p:cNvSpPr txBox="1"/>
          <p:nvPr/>
        </p:nvSpPr>
        <p:spPr>
          <a:xfrm>
            <a:off x="817339" y="4743417"/>
            <a:ext cx="1727741"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Sweet! Time to</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dry.</a:t>
            </a:r>
          </a:p>
        </p:txBody>
      </p:sp>
      <p:pic>
        <p:nvPicPr>
          <p:cNvPr id="6" name="Picture 5">
            <a:extLst>
              <a:ext uri="{FF2B5EF4-FFF2-40B4-BE49-F238E27FC236}">
                <a16:creationId xmlns:a16="http://schemas.microsoft.com/office/drawing/2014/main" id="{2A3EA66A-C65D-B2D5-6AE9-FF34B89F8393}"/>
              </a:ext>
            </a:extLst>
          </p:cNvPr>
          <p:cNvPicPr>
            <a:picLocks noChangeAspect="1"/>
          </p:cNvPicPr>
          <p:nvPr/>
        </p:nvPicPr>
        <p:blipFill>
          <a:blip r:embed="rId7"/>
          <a:stretch>
            <a:fillRect/>
          </a:stretch>
        </p:blipFill>
        <p:spPr>
          <a:xfrm>
            <a:off x="9947243" y="6092109"/>
            <a:ext cx="801563" cy="765891"/>
          </a:xfrm>
          <a:prstGeom prst="rect">
            <a:avLst/>
          </a:prstGeom>
        </p:spPr>
      </p:pic>
      <p:pic>
        <p:nvPicPr>
          <p:cNvPr id="3" name="Picture 2">
            <a:extLst>
              <a:ext uri="{FF2B5EF4-FFF2-40B4-BE49-F238E27FC236}">
                <a16:creationId xmlns:a16="http://schemas.microsoft.com/office/drawing/2014/main" id="{92D0B5B4-6A85-6277-3EDA-2361E2F9D048}"/>
              </a:ext>
            </a:extLst>
          </p:cNvPr>
          <p:cNvPicPr>
            <a:picLocks noChangeAspect="1"/>
          </p:cNvPicPr>
          <p:nvPr/>
        </p:nvPicPr>
        <p:blipFill>
          <a:blip r:embed="rId8"/>
          <a:stretch>
            <a:fillRect/>
          </a:stretch>
        </p:blipFill>
        <p:spPr>
          <a:xfrm>
            <a:off x="6280402" y="3099356"/>
            <a:ext cx="2509764" cy="3764647"/>
          </a:xfrm>
          <a:prstGeom prst="rect">
            <a:avLst/>
          </a:prstGeom>
        </p:spPr>
      </p:pic>
      <p:cxnSp>
        <p:nvCxnSpPr>
          <p:cNvPr id="4" name="Straight Arrow Connector 3">
            <a:extLst>
              <a:ext uri="{FF2B5EF4-FFF2-40B4-BE49-F238E27FC236}">
                <a16:creationId xmlns:a16="http://schemas.microsoft.com/office/drawing/2014/main" id="{EBA7283E-9DAD-0AA8-1F01-221771E8454C}"/>
              </a:ext>
            </a:extLst>
          </p:cNvPr>
          <p:cNvCxnSpPr>
            <a:cxnSpLocks/>
            <a:endCxn id="5" idx="3"/>
          </p:cNvCxnSpPr>
          <p:nvPr/>
        </p:nvCxnSpPr>
        <p:spPr>
          <a:xfrm flipH="1" flipV="1">
            <a:off x="8694420" y="4750042"/>
            <a:ext cx="1252823" cy="162794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Rounded Corners 4">
            <a:extLst>
              <a:ext uri="{FF2B5EF4-FFF2-40B4-BE49-F238E27FC236}">
                <a16:creationId xmlns:a16="http://schemas.microsoft.com/office/drawing/2014/main" id="{6F3BD971-F075-606E-766E-25D10396A15A}"/>
              </a:ext>
            </a:extLst>
          </p:cNvPr>
          <p:cNvSpPr/>
          <p:nvPr/>
        </p:nvSpPr>
        <p:spPr>
          <a:xfrm>
            <a:off x="6411335" y="4594860"/>
            <a:ext cx="228308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37A568D-95AE-CCCE-4E1B-03B9240F2DB9}"/>
              </a:ext>
            </a:extLst>
          </p:cNvPr>
          <p:cNvPicPr>
            <a:picLocks noChangeAspect="1"/>
          </p:cNvPicPr>
          <p:nvPr/>
        </p:nvPicPr>
        <p:blipFill>
          <a:blip r:embed="rId9"/>
          <a:stretch>
            <a:fillRect/>
          </a:stretch>
        </p:blipFill>
        <p:spPr>
          <a:xfrm>
            <a:off x="-468134" y="1647761"/>
            <a:ext cx="6689978" cy="5210239"/>
          </a:xfrm>
          <a:prstGeom prst="rect">
            <a:avLst/>
          </a:prstGeom>
        </p:spPr>
      </p:pic>
      <p:cxnSp>
        <p:nvCxnSpPr>
          <p:cNvPr id="11" name="Straight Arrow Connector 10">
            <a:extLst>
              <a:ext uri="{FF2B5EF4-FFF2-40B4-BE49-F238E27FC236}">
                <a16:creationId xmlns:a16="http://schemas.microsoft.com/office/drawing/2014/main" id="{5E73EF4D-CED6-95FA-4920-B8C9769CBC15}"/>
              </a:ext>
            </a:extLst>
          </p:cNvPr>
          <p:cNvCxnSpPr>
            <a:cxnSpLocks/>
          </p:cNvCxnSpPr>
          <p:nvPr/>
        </p:nvCxnSpPr>
        <p:spPr>
          <a:xfrm flipH="1">
            <a:off x="5189220" y="4727301"/>
            <a:ext cx="1186928" cy="1088232"/>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AEC058DB-D008-EDC5-5996-6CBB91BC0FA3}"/>
              </a:ext>
            </a:extLst>
          </p:cNvPr>
          <p:cNvSpPr/>
          <p:nvPr/>
        </p:nvSpPr>
        <p:spPr>
          <a:xfrm>
            <a:off x="650615" y="5809050"/>
            <a:ext cx="4472710"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whiteout">
            <a:extLst>
              <a:ext uri="{FF2B5EF4-FFF2-40B4-BE49-F238E27FC236}">
                <a16:creationId xmlns:a16="http://schemas.microsoft.com/office/drawing/2014/main" id="{E9A83028-CA5A-52C8-9667-7BA3BE1006D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86E518E9-5397-8D23-FA84-85ED8DB1D019}"/>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271111477"/>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1074880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858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6578829">
            <a:off x="448063" y="5799807"/>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129278"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rot="914079">
            <a:off x="297913" y="5291964"/>
            <a:ext cx="239153" cy="194073"/>
            <a:chOff x="2377145" y="2887611"/>
            <a:chExt cx="191556" cy="155449"/>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09730" y="288761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3" name="!!Speech Bubble: Rectangle 19">
            <a:extLst>
              <a:ext uri="{FF2B5EF4-FFF2-40B4-BE49-F238E27FC236}">
                <a16:creationId xmlns:a16="http://schemas.microsoft.com/office/drawing/2014/main" id="{CCA6A37C-49B6-2818-F040-D13CEA3FAA2A}"/>
              </a:ext>
            </a:extLst>
          </p:cNvPr>
          <p:cNvSpPr/>
          <p:nvPr/>
        </p:nvSpPr>
        <p:spPr>
          <a:xfrm>
            <a:off x="817339" y="4762152"/>
            <a:ext cx="1727741" cy="615370"/>
          </a:xfrm>
          <a:prstGeom prst="wedgeRectCallout">
            <a:avLst>
              <a:gd name="adj1" fmla="val -61354"/>
              <a:gd name="adj2" fmla="val 3521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TextBox 20">
            <a:extLst>
              <a:ext uri="{FF2B5EF4-FFF2-40B4-BE49-F238E27FC236}">
                <a16:creationId xmlns:a16="http://schemas.microsoft.com/office/drawing/2014/main" id="{23432352-1B94-EAB1-B346-DC16B2CE0F46}"/>
              </a:ext>
            </a:extLst>
          </p:cNvPr>
          <p:cNvSpPr txBox="1"/>
          <p:nvPr/>
        </p:nvSpPr>
        <p:spPr>
          <a:xfrm>
            <a:off x="817339" y="4743417"/>
            <a:ext cx="1727741"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Sweet! Time to</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dry.</a:t>
            </a:r>
          </a:p>
        </p:txBody>
      </p:sp>
      <p:pic>
        <p:nvPicPr>
          <p:cNvPr id="6" name="Picture 5">
            <a:extLst>
              <a:ext uri="{FF2B5EF4-FFF2-40B4-BE49-F238E27FC236}">
                <a16:creationId xmlns:a16="http://schemas.microsoft.com/office/drawing/2014/main" id="{2A3EA66A-C65D-B2D5-6AE9-FF34B89F8393}"/>
              </a:ext>
            </a:extLst>
          </p:cNvPr>
          <p:cNvPicPr>
            <a:picLocks noChangeAspect="1"/>
          </p:cNvPicPr>
          <p:nvPr/>
        </p:nvPicPr>
        <p:blipFill>
          <a:blip r:embed="rId7"/>
          <a:stretch>
            <a:fillRect/>
          </a:stretch>
        </p:blipFill>
        <p:spPr>
          <a:xfrm>
            <a:off x="9947243" y="6092109"/>
            <a:ext cx="801563" cy="765891"/>
          </a:xfrm>
          <a:prstGeom prst="rect">
            <a:avLst/>
          </a:prstGeom>
        </p:spPr>
      </p:pic>
      <p:pic>
        <p:nvPicPr>
          <p:cNvPr id="3" name="Picture 2">
            <a:extLst>
              <a:ext uri="{FF2B5EF4-FFF2-40B4-BE49-F238E27FC236}">
                <a16:creationId xmlns:a16="http://schemas.microsoft.com/office/drawing/2014/main" id="{92D0B5B4-6A85-6277-3EDA-2361E2F9D048}"/>
              </a:ext>
            </a:extLst>
          </p:cNvPr>
          <p:cNvPicPr>
            <a:picLocks noChangeAspect="1"/>
          </p:cNvPicPr>
          <p:nvPr/>
        </p:nvPicPr>
        <p:blipFill>
          <a:blip r:embed="rId8"/>
          <a:stretch>
            <a:fillRect/>
          </a:stretch>
        </p:blipFill>
        <p:spPr>
          <a:xfrm>
            <a:off x="6280402" y="3099356"/>
            <a:ext cx="2509764" cy="3764647"/>
          </a:xfrm>
          <a:prstGeom prst="rect">
            <a:avLst/>
          </a:prstGeom>
        </p:spPr>
      </p:pic>
      <p:cxnSp>
        <p:nvCxnSpPr>
          <p:cNvPr id="4" name="Straight Arrow Connector 3">
            <a:extLst>
              <a:ext uri="{FF2B5EF4-FFF2-40B4-BE49-F238E27FC236}">
                <a16:creationId xmlns:a16="http://schemas.microsoft.com/office/drawing/2014/main" id="{EBA7283E-9DAD-0AA8-1F01-221771E8454C}"/>
              </a:ext>
            </a:extLst>
          </p:cNvPr>
          <p:cNvCxnSpPr>
            <a:cxnSpLocks/>
            <a:endCxn id="5" idx="3"/>
          </p:cNvCxnSpPr>
          <p:nvPr/>
        </p:nvCxnSpPr>
        <p:spPr>
          <a:xfrm flipH="1" flipV="1">
            <a:off x="8694420" y="4750042"/>
            <a:ext cx="1252823" cy="162794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Rounded Corners 4">
            <a:extLst>
              <a:ext uri="{FF2B5EF4-FFF2-40B4-BE49-F238E27FC236}">
                <a16:creationId xmlns:a16="http://schemas.microsoft.com/office/drawing/2014/main" id="{6F3BD971-F075-606E-766E-25D10396A15A}"/>
              </a:ext>
            </a:extLst>
          </p:cNvPr>
          <p:cNvSpPr/>
          <p:nvPr/>
        </p:nvSpPr>
        <p:spPr>
          <a:xfrm>
            <a:off x="6411335" y="4594860"/>
            <a:ext cx="228308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37A568D-95AE-CCCE-4E1B-03B9240F2DB9}"/>
              </a:ext>
            </a:extLst>
          </p:cNvPr>
          <p:cNvPicPr>
            <a:picLocks noChangeAspect="1"/>
          </p:cNvPicPr>
          <p:nvPr/>
        </p:nvPicPr>
        <p:blipFill>
          <a:blip r:embed="rId9"/>
          <a:stretch>
            <a:fillRect/>
          </a:stretch>
        </p:blipFill>
        <p:spPr>
          <a:xfrm>
            <a:off x="-468134" y="1647761"/>
            <a:ext cx="6689978" cy="5210239"/>
          </a:xfrm>
          <a:prstGeom prst="rect">
            <a:avLst/>
          </a:prstGeom>
        </p:spPr>
      </p:pic>
      <p:cxnSp>
        <p:nvCxnSpPr>
          <p:cNvPr id="11" name="Straight Arrow Connector 10">
            <a:extLst>
              <a:ext uri="{FF2B5EF4-FFF2-40B4-BE49-F238E27FC236}">
                <a16:creationId xmlns:a16="http://schemas.microsoft.com/office/drawing/2014/main" id="{5E73EF4D-CED6-95FA-4920-B8C9769CBC15}"/>
              </a:ext>
            </a:extLst>
          </p:cNvPr>
          <p:cNvCxnSpPr>
            <a:cxnSpLocks/>
          </p:cNvCxnSpPr>
          <p:nvPr/>
        </p:nvCxnSpPr>
        <p:spPr>
          <a:xfrm flipH="1">
            <a:off x="5189220" y="4727301"/>
            <a:ext cx="1186928" cy="1088232"/>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AEC058DB-D008-EDC5-5996-6CBB91BC0FA3}"/>
              </a:ext>
            </a:extLst>
          </p:cNvPr>
          <p:cNvSpPr/>
          <p:nvPr/>
        </p:nvSpPr>
        <p:spPr>
          <a:xfrm>
            <a:off x="1443193" y="5809050"/>
            <a:ext cx="2010954"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SmartWasher">
            <a:extLst>
              <a:ext uri="{FF2B5EF4-FFF2-40B4-BE49-F238E27FC236}">
                <a16:creationId xmlns:a16="http://schemas.microsoft.com/office/drawing/2014/main" id="{F79BB960-FF68-C960-C4F6-9AC2C16FB8B0}"/>
              </a:ext>
            </a:extLst>
          </p:cNvPr>
          <p:cNvPicPr>
            <a:picLocks noChangeAspect="1"/>
          </p:cNvPicPr>
          <p:nvPr/>
        </p:nvPicPr>
        <p:blipFill>
          <a:blip r:embed="rId3"/>
          <a:srcRect/>
          <a:stretch/>
        </p:blipFill>
        <p:spPr>
          <a:xfrm>
            <a:off x="16742732" y="4922080"/>
            <a:ext cx="1443194" cy="1935920"/>
          </a:xfrm>
          <a:prstGeom prst="rect">
            <a:avLst/>
          </a:prstGeom>
        </p:spPr>
      </p:pic>
      <p:pic>
        <p:nvPicPr>
          <p:cNvPr id="9" name="!!Container">
            <a:extLst>
              <a:ext uri="{FF2B5EF4-FFF2-40B4-BE49-F238E27FC236}">
                <a16:creationId xmlns:a16="http://schemas.microsoft.com/office/drawing/2014/main" id="{DB63DF0D-30BC-87C4-2C9E-F21F13EDD087}"/>
              </a:ext>
            </a:extLst>
          </p:cNvPr>
          <p:cNvPicPr>
            <a:picLocks noChangeAspect="1"/>
          </p:cNvPicPr>
          <p:nvPr/>
        </p:nvPicPr>
        <p:blipFill>
          <a:blip r:embed="rId10"/>
          <a:stretch>
            <a:fillRect/>
          </a:stretch>
        </p:blipFill>
        <p:spPr>
          <a:xfrm>
            <a:off x="16725899" y="3999383"/>
            <a:ext cx="1555737" cy="922697"/>
          </a:xfrm>
          <a:prstGeom prst="rect">
            <a:avLst/>
          </a:prstGeom>
        </p:spPr>
      </p:pic>
      <p:pic>
        <p:nvPicPr>
          <p:cNvPr id="10" name="Picture 9">
            <a:extLst>
              <a:ext uri="{FF2B5EF4-FFF2-40B4-BE49-F238E27FC236}">
                <a16:creationId xmlns:a16="http://schemas.microsoft.com/office/drawing/2014/main" id="{0E038A61-DFD4-A2A5-9D92-02F2B9E46235}"/>
              </a:ext>
            </a:extLst>
          </p:cNvPr>
          <p:cNvPicPr>
            <a:picLocks noChangeAspect="1"/>
          </p:cNvPicPr>
          <p:nvPr/>
        </p:nvPicPr>
        <p:blipFill>
          <a:blip r:embed="rId11">
            <a:duotone>
              <a:prstClr val="black"/>
              <a:schemeClr val="accent4">
                <a:tint val="45000"/>
                <a:satMod val="400000"/>
              </a:schemeClr>
            </a:duotone>
            <a:extLst>
              <a:ext uri="{28A0092B-C50C-407E-A947-70E740481C1C}">
                <a14:useLocalDpi xmlns:a14="http://schemas.microsoft.com/office/drawing/2010/main" val="0"/>
              </a:ext>
            </a:extLst>
          </a:blip>
          <a:srcRect/>
          <a:stretch/>
        </p:blipFill>
        <p:spPr>
          <a:xfrm>
            <a:off x="17213516" y="4905223"/>
            <a:ext cx="580502" cy="496307"/>
          </a:xfrm>
          <a:prstGeom prst="rect">
            <a:avLst/>
          </a:prstGeom>
        </p:spPr>
      </p:pic>
      <p:sp>
        <p:nvSpPr>
          <p:cNvPr id="12" name="!!Header whiteout">
            <a:extLst>
              <a:ext uri="{FF2B5EF4-FFF2-40B4-BE49-F238E27FC236}">
                <a16:creationId xmlns:a16="http://schemas.microsoft.com/office/drawing/2014/main" id="{E677E643-A0DF-3E0F-E008-E449E409301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Header Text 1">
            <a:extLst>
              <a:ext uri="{FF2B5EF4-FFF2-40B4-BE49-F238E27FC236}">
                <a16:creationId xmlns:a16="http://schemas.microsoft.com/office/drawing/2014/main" id="{95133D83-370D-4698-A037-0B7E20AA6E6A}"/>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702537259"/>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50523" y="1103372"/>
            <a:ext cx="4491935"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Appliances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4447066"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858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6578829">
            <a:off x="448063" y="5799807"/>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129278"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rot="914079">
            <a:off x="297913" y="5291964"/>
            <a:ext cx="239153" cy="194073"/>
            <a:chOff x="2377145" y="2887611"/>
            <a:chExt cx="191556" cy="155449"/>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09730" y="288761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3" name="!!Speech Bubble: Rectangle 19">
            <a:extLst>
              <a:ext uri="{FF2B5EF4-FFF2-40B4-BE49-F238E27FC236}">
                <a16:creationId xmlns:a16="http://schemas.microsoft.com/office/drawing/2014/main" id="{CCA6A37C-49B6-2818-F040-D13CEA3FAA2A}"/>
              </a:ext>
            </a:extLst>
          </p:cNvPr>
          <p:cNvSpPr/>
          <p:nvPr/>
        </p:nvSpPr>
        <p:spPr>
          <a:xfrm>
            <a:off x="817339" y="4762152"/>
            <a:ext cx="1727741" cy="615370"/>
          </a:xfrm>
          <a:prstGeom prst="wedgeRectCallout">
            <a:avLst>
              <a:gd name="adj1" fmla="val -61354"/>
              <a:gd name="adj2" fmla="val 3521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TextBox 20">
            <a:extLst>
              <a:ext uri="{FF2B5EF4-FFF2-40B4-BE49-F238E27FC236}">
                <a16:creationId xmlns:a16="http://schemas.microsoft.com/office/drawing/2014/main" id="{23432352-1B94-EAB1-B346-DC16B2CE0F46}"/>
              </a:ext>
            </a:extLst>
          </p:cNvPr>
          <p:cNvSpPr txBox="1"/>
          <p:nvPr/>
        </p:nvSpPr>
        <p:spPr>
          <a:xfrm>
            <a:off x="817339" y="4743417"/>
            <a:ext cx="1727741"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Whelp, that's an easy choice.</a:t>
            </a:r>
          </a:p>
        </p:txBody>
      </p:sp>
      <p:pic>
        <p:nvPicPr>
          <p:cNvPr id="6" name="Picture 5">
            <a:extLst>
              <a:ext uri="{FF2B5EF4-FFF2-40B4-BE49-F238E27FC236}">
                <a16:creationId xmlns:a16="http://schemas.microsoft.com/office/drawing/2014/main" id="{2A3EA66A-C65D-B2D5-6AE9-FF34B89F8393}"/>
              </a:ext>
            </a:extLst>
          </p:cNvPr>
          <p:cNvPicPr>
            <a:picLocks noChangeAspect="1"/>
          </p:cNvPicPr>
          <p:nvPr/>
        </p:nvPicPr>
        <p:blipFill>
          <a:blip r:embed="rId7"/>
          <a:stretch>
            <a:fillRect/>
          </a:stretch>
        </p:blipFill>
        <p:spPr>
          <a:xfrm>
            <a:off x="3645503" y="6092109"/>
            <a:ext cx="801563" cy="765891"/>
          </a:xfrm>
          <a:prstGeom prst="rect">
            <a:avLst/>
          </a:prstGeom>
        </p:spPr>
      </p:pic>
      <p:pic>
        <p:nvPicPr>
          <p:cNvPr id="3" name="Picture 2">
            <a:extLst>
              <a:ext uri="{FF2B5EF4-FFF2-40B4-BE49-F238E27FC236}">
                <a16:creationId xmlns:a16="http://schemas.microsoft.com/office/drawing/2014/main" id="{92D0B5B4-6A85-6277-3EDA-2361E2F9D048}"/>
              </a:ext>
            </a:extLst>
          </p:cNvPr>
          <p:cNvPicPr>
            <a:picLocks noChangeAspect="1"/>
          </p:cNvPicPr>
          <p:nvPr/>
        </p:nvPicPr>
        <p:blipFill>
          <a:blip r:embed="rId8"/>
          <a:stretch>
            <a:fillRect/>
          </a:stretch>
        </p:blipFill>
        <p:spPr>
          <a:xfrm>
            <a:off x="-135638" y="7031276"/>
            <a:ext cx="2509764" cy="3764647"/>
          </a:xfrm>
          <a:prstGeom prst="rect">
            <a:avLst/>
          </a:prstGeom>
        </p:spPr>
      </p:pic>
      <p:cxnSp>
        <p:nvCxnSpPr>
          <p:cNvPr id="4" name="Straight Arrow Connector 3">
            <a:extLst>
              <a:ext uri="{FF2B5EF4-FFF2-40B4-BE49-F238E27FC236}">
                <a16:creationId xmlns:a16="http://schemas.microsoft.com/office/drawing/2014/main" id="{EBA7283E-9DAD-0AA8-1F01-221771E8454C}"/>
              </a:ext>
            </a:extLst>
          </p:cNvPr>
          <p:cNvCxnSpPr>
            <a:cxnSpLocks/>
            <a:endCxn id="5" idx="3"/>
          </p:cNvCxnSpPr>
          <p:nvPr/>
        </p:nvCxnSpPr>
        <p:spPr>
          <a:xfrm flipH="1" flipV="1">
            <a:off x="2278380" y="8681962"/>
            <a:ext cx="1252823" cy="162794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Rounded Corners 4">
            <a:extLst>
              <a:ext uri="{FF2B5EF4-FFF2-40B4-BE49-F238E27FC236}">
                <a16:creationId xmlns:a16="http://schemas.microsoft.com/office/drawing/2014/main" id="{6F3BD971-F075-606E-766E-25D10396A15A}"/>
              </a:ext>
            </a:extLst>
          </p:cNvPr>
          <p:cNvSpPr/>
          <p:nvPr/>
        </p:nvSpPr>
        <p:spPr>
          <a:xfrm>
            <a:off x="-4705" y="8526780"/>
            <a:ext cx="228308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37A568D-95AE-CCCE-4E1B-03B9240F2DB9}"/>
              </a:ext>
            </a:extLst>
          </p:cNvPr>
          <p:cNvPicPr>
            <a:picLocks noChangeAspect="1"/>
          </p:cNvPicPr>
          <p:nvPr/>
        </p:nvPicPr>
        <p:blipFill>
          <a:blip r:embed="rId9"/>
          <a:stretch>
            <a:fillRect/>
          </a:stretch>
        </p:blipFill>
        <p:spPr>
          <a:xfrm>
            <a:off x="-6884174" y="5579681"/>
            <a:ext cx="6689978" cy="5210239"/>
          </a:xfrm>
          <a:prstGeom prst="rect">
            <a:avLst/>
          </a:prstGeom>
        </p:spPr>
      </p:pic>
      <p:cxnSp>
        <p:nvCxnSpPr>
          <p:cNvPr id="11" name="Straight Arrow Connector 10">
            <a:extLst>
              <a:ext uri="{FF2B5EF4-FFF2-40B4-BE49-F238E27FC236}">
                <a16:creationId xmlns:a16="http://schemas.microsoft.com/office/drawing/2014/main" id="{5E73EF4D-CED6-95FA-4920-B8C9769CBC15}"/>
              </a:ext>
            </a:extLst>
          </p:cNvPr>
          <p:cNvCxnSpPr>
            <a:cxnSpLocks/>
          </p:cNvCxnSpPr>
          <p:nvPr/>
        </p:nvCxnSpPr>
        <p:spPr>
          <a:xfrm flipH="1">
            <a:off x="-1226820" y="8659221"/>
            <a:ext cx="1186928" cy="1088232"/>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AEC058DB-D008-EDC5-5996-6CBB91BC0FA3}"/>
              </a:ext>
            </a:extLst>
          </p:cNvPr>
          <p:cNvSpPr/>
          <p:nvPr/>
        </p:nvSpPr>
        <p:spPr>
          <a:xfrm>
            <a:off x="-4972847" y="9740970"/>
            <a:ext cx="438947"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SmartWasher">
            <a:extLst>
              <a:ext uri="{FF2B5EF4-FFF2-40B4-BE49-F238E27FC236}">
                <a16:creationId xmlns:a16="http://schemas.microsoft.com/office/drawing/2014/main" id="{73079C38-B559-9F0C-2489-E5DF390E7863}"/>
              </a:ext>
            </a:extLst>
          </p:cNvPr>
          <p:cNvPicPr>
            <a:picLocks noChangeAspect="1"/>
          </p:cNvPicPr>
          <p:nvPr/>
        </p:nvPicPr>
        <p:blipFill>
          <a:blip r:embed="rId3"/>
          <a:srcRect/>
          <a:stretch/>
        </p:blipFill>
        <p:spPr>
          <a:xfrm>
            <a:off x="6349052" y="4922080"/>
            <a:ext cx="1443194" cy="1935920"/>
          </a:xfrm>
          <a:prstGeom prst="rect">
            <a:avLst/>
          </a:prstGeom>
        </p:spPr>
      </p:pic>
      <p:pic>
        <p:nvPicPr>
          <p:cNvPr id="10" name="!!Container">
            <a:extLst>
              <a:ext uri="{FF2B5EF4-FFF2-40B4-BE49-F238E27FC236}">
                <a16:creationId xmlns:a16="http://schemas.microsoft.com/office/drawing/2014/main" id="{664FB6C1-7F6A-5E99-78C9-E3378C3AD336}"/>
              </a:ext>
            </a:extLst>
          </p:cNvPr>
          <p:cNvPicPr>
            <a:picLocks noChangeAspect="1"/>
          </p:cNvPicPr>
          <p:nvPr/>
        </p:nvPicPr>
        <p:blipFill>
          <a:blip r:embed="rId10"/>
          <a:stretch>
            <a:fillRect/>
          </a:stretch>
        </p:blipFill>
        <p:spPr>
          <a:xfrm>
            <a:off x="6301742" y="3999383"/>
            <a:ext cx="1555737" cy="922697"/>
          </a:xfrm>
          <a:prstGeom prst="rect">
            <a:avLst/>
          </a:prstGeom>
        </p:spPr>
      </p:pic>
      <p:pic>
        <p:nvPicPr>
          <p:cNvPr id="12" name="Picture 11">
            <a:extLst>
              <a:ext uri="{FF2B5EF4-FFF2-40B4-BE49-F238E27FC236}">
                <a16:creationId xmlns:a16="http://schemas.microsoft.com/office/drawing/2014/main" id="{4ABD9719-AC7A-BD28-D29E-D3DCF835F1DF}"/>
              </a:ext>
            </a:extLst>
          </p:cNvPr>
          <p:cNvPicPr>
            <a:picLocks noChangeAspect="1"/>
          </p:cNvPicPr>
          <p:nvPr/>
        </p:nvPicPr>
        <p:blipFill>
          <a:blip r:embed="rId11">
            <a:duotone>
              <a:prstClr val="black"/>
              <a:schemeClr val="accent4">
                <a:tint val="45000"/>
                <a:satMod val="400000"/>
              </a:schemeClr>
            </a:duotone>
            <a:extLst>
              <a:ext uri="{28A0092B-C50C-407E-A947-70E740481C1C}">
                <a14:useLocalDpi xmlns:a14="http://schemas.microsoft.com/office/drawing/2010/main" val="0"/>
              </a:ext>
            </a:extLst>
          </a:blip>
          <a:srcRect/>
          <a:stretch/>
        </p:blipFill>
        <p:spPr>
          <a:xfrm>
            <a:off x="6789359" y="4905223"/>
            <a:ext cx="580502" cy="496307"/>
          </a:xfrm>
          <a:prstGeom prst="rect">
            <a:avLst/>
          </a:prstGeom>
        </p:spPr>
      </p:pic>
      <p:sp>
        <p:nvSpPr>
          <p:cNvPr id="14" name="Sensor text">
            <a:extLst>
              <a:ext uri="{FF2B5EF4-FFF2-40B4-BE49-F238E27FC236}">
                <a16:creationId xmlns:a16="http://schemas.microsoft.com/office/drawing/2014/main" id="{43E0CC59-F2D5-C836-5214-30E7B7103A20}"/>
              </a:ext>
            </a:extLst>
          </p:cNvPr>
          <p:cNvSpPr txBox="1"/>
          <p:nvPr/>
        </p:nvSpPr>
        <p:spPr>
          <a:xfrm>
            <a:off x="7792246" y="2513182"/>
            <a:ext cx="4272905" cy="163121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"Smart washer" with crappy app that relies on cloud services</a:t>
            </a:r>
          </a:p>
          <a:p>
            <a:pPr algn="ctr"/>
            <a:endParaRPr lang="en-US" sz="2000" dirty="0">
              <a:solidFill>
                <a:srgbClr val="C00000"/>
              </a:solidFill>
              <a:latin typeface="Segoe Print" panose="02000600000000000000" pitchFamily="2" charset="0"/>
            </a:endParaRPr>
          </a:p>
          <a:p>
            <a:pPr algn="ctr"/>
            <a:r>
              <a:rPr lang="en-US" sz="2000" dirty="0">
                <a:solidFill>
                  <a:srgbClr val="C00000"/>
                </a:solidFill>
                <a:latin typeface="Segoe Print" panose="02000600000000000000" pitchFamily="2" charset="0"/>
              </a:rPr>
              <a:t>$1000+</a:t>
            </a:r>
          </a:p>
        </p:txBody>
      </p:sp>
      <p:grpSp>
        <p:nvGrpSpPr>
          <p:cNvPr id="15" name="Arrow 2">
            <a:extLst>
              <a:ext uri="{FF2B5EF4-FFF2-40B4-BE49-F238E27FC236}">
                <a16:creationId xmlns:a16="http://schemas.microsoft.com/office/drawing/2014/main" id="{A5885318-C864-9A91-BA60-0BDD556DD9E8}"/>
              </a:ext>
            </a:extLst>
          </p:cNvPr>
          <p:cNvGrpSpPr>
            <a:grpSpLocks noChangeAspect="1"/>
          </p:cNvGrpSpPr>
          <p:nvPr/>
        </p:nvGrpSpPr>
        <p:grpSpPr bwMode="auto">
          <a:xfrm rot="5663831" flipH="1">
            <a:off x="7078545" y="3070438"/>
            <a:ext cx="904172" cy="943180"/>
            <a:chOff x="1328" y="0"/>
            <a:chExt cx="3106" cy="3240"/>
          </a:xfrm>
          <a:solidFill>
            <a:srgbClr val="C00000"/>
          </a:solidFill>
        </p:grpSpPr>
        <p:sp>
          <p:nvSpPr>
            <p:cNvPr id="16" name="Freeform 716">
              <a:extLst>
                <a:ext uri="{FF2B5EF4-FFF2-40B4-BE49-F238E27FC236}">
                  <a16:creationId xmlns:a16="http://schemas.microsoft.com/office/drawing/2014/main" id="{9D0F85D9-7325-4F56-7775-66FA2A2C41E6}"/>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17">
              <a:extLst>
                <a:ext uri="{FF2B5EF4-FFF2-40B4-BE49-F238E27FC236}">
                  <a16:creationId xmlns:a16="http://schemas.microsoft.com/office/drawing/2014/main" id="{99E67914-01E2-AD01-580F-A1D551FB666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18">
              <a:extLst>
                <a:ext uri="{FF2B5EF4-FFF2-40B4-BE49-F238E27FC236}">
                  <a16:creationId xmlns:a16="http://schemas.microsoft.com/office/drawing/2014/main" id="{4BF8E7AC-4FA0-1A26-71B4-B96AC16CDF77}"/>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19">
              <a:extLst>
                <a:ext uri="{FF2B5EF4-FFF2-40B4-BE49-F238E27FC236}">
                  <a16:creationId xmlns:a16="http://schemas.microsoft.com/office/drawing/2014/main" id="{ADA4439A-24EA-5437-0495-E788F9D6434C}"/>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0">
              <a:extLst>
                <a:ext uri="{FF2B5EF4-FFF2-40B4-BE49-F238E27FC236}">
                  <a16:creationId xmlns:a16="http://schemas.microsoft.com/office/drawing/2014/main" id="{539681D9-472B-1142-3954-2FD8AD69E9B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1">
              <a:extLst>
                <a:ext uri="{FF2B5EF4-FFF2-40B4-BE49-F238E27FC236}">
                  <a16:creationId xmlns:a16="http://schemas.microsoft.com/office/drawing/2014/main" id="{BFCBABA6-2871-4988-A138-393430854551}"/>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2">
              <a:extLst>
                <a:ext uri="{FF2B5EF4-FFF2-40B4-BE49-F238E27FC236}">
                  <a16:creationId xmlns:a16="http://schemas.microsoft.com/office/drawing/2014/main" id="{6F412DA3-10D4-F9AE-D7B7-44653297F34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3">
              <a:extLst>
                <a:ext uri="{FF2B5EF4-FFF2-40B4-BE49-F238E27FC236}">
                  <a16:creationId xmlns:a16="http://schemas.microsoft.com/office/drawing/2014/main" id="{91F45001-BEE6-AB60-F3A8-3B34493E8CA4}"/>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4">
              <a:extLst>
                <a:ext uri="{FF2B5EF4-FFF2-40B4-BE49-F238E27FC236}">
                  <a16:creationId xmlns:a16="http://schemas.microsoft.com/office/drawing/2014/main" id="{2CEF6BCE-E222-9B9A-E4E5-BC0A217CDD8E}"/>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5">
              <a:extLst>
                <a:ext uri="{FF2B5EF4-FFF2-40B4-BE49-F238E27FC236}">
                  <a16:creationId xmlns:a16="http://schemas.microsoft.com/office/drawing/2014/main" id="{CB32BE77-06CC-B87E-02B6-4F37E523E5C2}"/>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6">
              <a:extLst>
                <a:ext uri="{FF2B5EF4-FFF2-40B4-BE49-F238E27FC236}">
                  <a16:creationId xmlns:a16="http://schemas.microsoft.com/office/drawing/2014/main" id="{09EF964F-CF62-3AE7-481C-88553C87EE8B}"/>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7">
              <a:extLst>
                <a:ext uri="{FF2B5EF4-FFF2-40B4-BE49-F238E27FC236}">
                  <a16:creationId xmlns:a16="http://schemas.microsoft.com/office/drawing/2014/main" id="{21113A18-7F7A-AFEF-8305-F3F93CF419BF}"/>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28">
              <a:extLst>
                <a:ext uri="{FF2B5EF4-FFF2-40B4-BE49-F238E27FC236}">
                  <a16:creationId xmlns:a16="http://schemas.microsoft.com/office/drawing/2014/main" id="{0F5F5F28-31E9-B964-549E-518595BE8C5C}"/>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9">
              <a:extLst>
                <a:ext uri="{FF2B5EF4-FFF2-40B4-BE49-F238E27FC236}">
                  <a16:creationId xmlns:a16="http://schemas.microsoft.com/office/drawing/2014/main" id="{3958F287-7FCA-E6DC-1CEC-A8E9405EF303}"/>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0">
              <a:extLst>
                <a:ext uri="{FF2B5EF4-FFF2-40B4-BE49-F238E27FC236}">
                  <a16:creationId xmlns:a16="http://schemas.microsoft.com/office/drawing/2014/main" id="{0B588655-2AA2-14F7-2A39-7B6C3ECAB39B}"/>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31">
              <a:extLst>
                <a:ext uri="{FF2B5EF4-FFF2-40B4-BE49-F238E27FC236}">
                  <a16:creationId xmlns:a16="http://schemas.microsoft.com/office/drawing/2014/main" id="{9784E4A3-C518-4ACC-A78D-17158941DDF8}"/>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2">
              <a:extLst>
                <a:ext uri="{FF2B5EF4-FFF2-40B4-BE49-F238E27FC236}">
                  <a16:creationId xmlns:a16="http://schemas.microsoft.com/office/drawing/2014/main" id="{A84A007E-C7DC-D5A0-7A1F-82030983407C}"/>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3">
              <a:extLst>
                <a:ext uri="{FF2B5EF4-FFF2-40B4-BE49-F238E27FC236}">
                  <a16:creationId xmlns:a16="http://schemas.microsoft.com/office/drawing/2014/main" id="{A777D484-9BE2-6071-2481-3AFDCAE87466}"/>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4">
              <a:extLst>
                <a:ext uri="{FF2B5EF4-FFF2-40B4-BE49-F238E27FC236}">
                  <a16:creationId xmlns:a16="http://schemas.microsoft.com/office/drawing/2014/main" id="{BE3DD166-6570-74CD-52AF-E13FE19BCB48}"/>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5">
              <a:extLst>
                <a:ext uri="{FF2B5EF4-FFF2-40B4-BE49-F238E27FC236}">
                  <a16:creationId xmlns:a16="http://schemas.microsoft.com/office/drawing/2014/main" id="{147A69B3-923C-9AB2-92F6-07B1E4C4DF6E}"/>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6">
              <a:extLst>
                <a:ext uri="{FF2B5EF4-FFF2-40B4-BE49-F238E27FC236}">
                  <a16:creationId xmlns:a16="http://schemas.microsoft.com/office/drawing/2014/main" id="{0ADDE12A-3A57-DFE0-DE4B-2AB8063AB461}"/>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7">
              <a:extLst>
                <a:ext uri="{FF2B5EF4-FFF2-40B4-BE49-F238E27FC236}">
                  <a16:creationId xmlns:a16="http://schemas.microsoft.com/office/drawing/2014/main" id="{1763194B-2AEB-9531-55C3-6E6C92C4061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8">
              <a:extLst>
                <a:ext uri="{FF2B5EF4-FFF2-40B4-BE49-F238E27FC236}">
                  <a16:creationId xmlns:a16="http://schemas.microsoft.com/office/drawing/2014/main" id="{4DE70372-D5A5-86CC-D75D-785ED3655FAB}"/>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9">
              <a:extLst>
                <a:ext uri="{FF2B5EF4-FFF2-40B4-BE49-F238E27FC236}">
                  <a16:creationId xmlns:a16="http://schemas.microsoft.com/office/drawing/2014/main" id="{6315CE24-94AC-77AA-C2EA-C53F91E776F8}"/>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0">
              <a:extLst>
                <a:ext uri="{FF2B5EF4-FFF2-40B4-BE49-F238E27FC236}">
                  <a16:creationId xmlns:a16="http://schemas.microsoft.com/office/drawing/2014/main" id="{4620C493-F1AD-87F0-F340-F771B5FFF05A}"/>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41">
              <a:extLst>
                <a:ext uri="{FF2B5EF4-FFF2-40B4-BE49-F238E27FC236}">
                  <a16:creationId xmlns:a16="http://schemas.microsoft.com/office/drawing/2014/main" id="{82F1B5A8-DB67-2EF3-F058-3014F7EA2A24}"/>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2">
              <a:extLst>
                <a:ext uri="{FF2B5EF4-FFF2-40B4-BE49-F238E27FC236}">
                  <a16:creationId xmlns:a16="http://schemas.microsoft.com/office/drawing/2014/main" id="{28CA0D2B-E458-8DCE-CFD3-A65C1BEE0500}"/>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3">
              <a:extLst>
                <a:ext uri="{FF2B5EF4-FFF2-40B4-BE49-F238E27FC236}">
                  <a16:creationId xmlns:a16="http://schemas.microsoft.com/office/drawing/2014/main" id="{72888E7B-710D-B151-A294-0040D1440E70}"/>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4">
              <a:extLst>
                <a:ext uri="{FF2B5EF4-FFF2-40B4-BE49-F238E27FC236}">
                  <a16:creationId xmlns:a16="http://schemas.microsoft.com/office/drawing/2014/main" id="{A5FABB93-B6CF-7F0D-F379-08A4987F98E7}"/>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5">
              <a:extLst>
                <a:ext uri="{FF2B5EF4-FFF2-40B4-BE49-F238E27FC236}">
                  <a16:creationId xmlns:a16="http://schemas.microsoft.com/office/drawing/2014/main" id="{472FE63C-3EE9-65BD-F20A-F98F5919E2ED}"/>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6">
              <a:extLst>
                <a:ext uri="{FF2B5EF4-FFF2-40B4-BE49-F238E27FC236}">
                  <a16:creationId xmlns:a16="http://schemas.microsoft.com/office/drawing/2014/main" id="{F4D9E1D0-CA27-B56E-1E36-682AB0413C4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7">
              <a:extLst>
                <a:ext uri="{FF2B5EF4-FFF2-40B4-BE49-F238E27FC236}">
                  <a16:creationId xmlns:a16="http://schemas.microsoft.com/office/drawing/2014/main" id="{A8BA26B3-5B66-FF63-5828-7273C4BAE52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8">
              <a:extLst>
                <a:ext uri="{FF2B5EF4-FFF2-40B4-BE49-F238E27FC236}">
                  <a16:creationId xmlns:a16="http://schemas.microsoft.com/office/drawing/2014/main" id="{27104242-57B4-F861-01E7-6D3B7F220421}"/>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9">
              <a:extLst>
                <a:ext uri="{FF2B5EF4-FFF2-40B4-BE49-F238E27FC236}">
                  <a16:creationId xmlns:a16="http://schemas.microsoft.com/office/drawing/2014/main" id="{0851EA95-4283-FBE6-8E22-3495F9BC73D6}"/>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0">
              <a:extLst>
                <a:ext uri="{FF2B5EF4-FFF2-40B4-BE49-F238E27FC236}">
                  <a16:creationId xmlns:a16="http://schemas.microsoft.com/office/drawing/2014/main" id="{7F1B345E-EC31-BCC7-A81C-CA4B60C4717C}"/>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51">
              <a:extLst>
                <a:ext uri="{FF2B5EF4-FFF2-40B4-BE49-F238E27FC236}">
                  <a16:creationId xmlns:a16="http://schemas.microsoft.com/office/drawing/2014/main" id="{0062C941-5E92-EB50-1EFC-BEEB29846D6C}"/>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2">
              <a:extLst>
                <a:ext uri="{FF2B5EF4-FFF2-40B4-BE49-F238E27FC236}">
                  <a16:creationId xmlns:a16="http://schemas.microsoft.com/office/drawing/2014/main" id="{08A01F9F-3ADD-9CC8-1262-7F8BF934B644}"/>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3">
              <a:extLst>
                <a:ext uri="{FF2B5EF4-FFF2-40B4-BE49-F238E27FC236}">
                  <a16:creationId xmlns:a16="http://schemas.microsoft.com/office/drawing/2014/main" id="{9F84D0C5-2980-78AC-CC21-E8F0A132C286}"/>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4">
              <a:extLst>
                <a:ext uri="{FF2B5EF4-FFF2-40B4-BE49-F238E27FC236}">
                  <a16:creationId xmlns:a16="http://schemas.microsoft.com/office/drawing/2014/main" id="{8EF0FDED-F3AA-CD16-0305-E0601638E42F}"/>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5">
              <a:extLst>
                <a:ext uri="{FF2B5EF4-FFF2-40B4-BE49-F238E27FC236}">
                  <a16:creationId xmlns:a16="http://schemas.microsoft.com/office/drawing/2014/main" id="{31FFC1A9-505A-86FC-E4AE-EF377B4C3E6F}"/>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6">
              <a:extLst>
                <a:ext uri="{FF2B5EF4-FFF2-40B4-BE49-F238E27FC236}">
                  <a16:creationId xmlns:a16="http://schemas.microsoft.com/office/drawing/2014/main" id="{25F84070-50E3-601C-00F7-EB867CCDE3DA}"/>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7">
              <a:extLst>
                <a:ext uri="{FF2B5EF4-FFF2-40B4-BE49-F238E27FC236}">
                  <a16:creationId xmlns:a16="http://schemas.microsoft.com/office/drawing/2014/main" id="{CCFC5256-54ED-E87B-691C-ECFC88FD92B2}"/>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8">
              <a:extLst>
                <a:ext uri="{FF2B5EF4-FFF2-40B4-BE49-F238E27FC236}">
                  <a16:creationId xmlns:a16="http://schemas.microsoft.com/office/drawing/2014/main" id="{8BCF599D-4D3C-66A1-0207-50B4E6B1109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9">
              <a:extLst>
                <a:ext uri="{FF2B5EF4-FFF2-40B4-BE49-F238E27FC236}">
                  <a16:creationId xmlns:a16="http://schemas.microsoft.com/office/drawing/2014/main" id="{6AF25275-434F-614F-85B2-A1C2CAA8AFC4}"/>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0">
              <a:extLst>
                <a:ext uri="{FF2B5EF4-FFF2-40B4-BE49-F238E27FC236}">
                  <a16:creationId xmlns:a16="http://schemas.microsoft.com/office/drawing/2014/main" id="{C79BDA51-9AE4-BF7E-9005-E6D6FF0069CF}"/>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61">
              <a:extLst>
                <a:ext uri="{FF2B5EF4-FFF2-40B4-BE49-F238E27FC236}">
                  <a16:creationId xmlns:a16="http://schemas.microsoft.com/office/drawing/2014/main" id="{737138BA-6D56-8FC3-39D7-794872DC66E4}"/>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62">
              <a:extLst>
                <a:ext uri="{FF2B5EF4-FFF2-40B4-BE49-F238E27FC236}">
                  <a16:creationId xmlns:a16="http://schemas.microsoft.com/office/drawing/2014/main" id="{2DBF945F-757B-CA45-0E70-2D3B4041DEED}"/>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3">
              <a:extLst>
                <a:ext uri="{FF2B5EF4-FFF2-40B4-BE49-F238E27FC236}">
                  <a16:creationId xmlns:a16="http://schemas.microsoft.com/office/drawing/2014/main" id="{A560CFC4-0054-DC67-9D4C-16FF4D35B70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4">
              <a:extLst>
                <a:ext uri="{FF2B5EF4-FFF2-40B4-BE49-F238E27FC236}">
                  <a16:creationId xmlns:a16="http://schemas.microsoft.com/office/drawing/2014/main" id="{C932710D-ED67-D71F-CDC3-08C63816E3E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5">
              <a:extLst>
                <a:ext uri="{FF2B5EF4-FFF2-40B4-BE49-F238E27FC236}">
                  <a16:creationId xmlns:a16="http://schemas.microsoft.com/office/drawing/2014/main" id="{48C05EDA-ECCD-1F8D-0C44-9D57E7EC935D}"/>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66">
              <a:extLst>
                <a:ext uri="{FF2B5EF4-FFF2-40B4-BE49-F238E27FC236}">
                  <a16:creationId xmlns:a16="http://schemas.microsoft.com/office/drawing/2014/main" id="{99527400-BAE4-1748-8E21-CE92B5528A85}"/>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7">
              <a:extLst>
                <a:ext uri="{FF2B5EF4-FFF2-40B4-BE49-F238E27FC236}">
                  <a16:creationId xmlns:a16="http://schemas.microsoft.com/office/drawing/2014/main" id="{F852EB6E-6B23-96A4-7655-F63F7FE4BFE4}"/>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68">
              <a:extLst>
                <a:ext uri="{FF2B5EF4-FFF2-40B4-BE49-F238E27FC236}">
                  <a16:creationId xmlns:a16="http://schemas.microsoft.com/office/drawing/2014/main" id="{FA393226-09B7-49EF-D45A-C6D81EA6B510}"/>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69">
              <a:extLst>
                <a:ext uri="{FF2B5EF4-FFF2-40B4-BE49-F238E27FC236}">
                  <a16:creationId xmlns:a16="http://schemas.microsoft.com/office/drawing/2014/main" id="{A7749082-0BB0-843C-B115-FC57937024E3}"/>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70">
              <a:extLst>
                <a:ext uri="{FF2B5EF4-FFF2-40B4-BE49-F238E27FC236}">
                  <a16:creationId xmlns:a16="http://schemas.microsoft.com/office/drawing/2014/main" id="{95CDF4DB-D2D6-96F1-F343-A3DA87EBBAD5}"/>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71">
              <a:extLst>
                <a:ext uri="{FF2B5EF4-FFF2-40B4-BE49-F238E27FC236}">
                  <a16:creationId xmlns:a16="http://schemas.microsoft.com/office/drawing/2014/main" id="{6F1D9851-5394-D000-388C-B4B9E41403AC}"/>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72">
              <a:extLst>
                <a:ext uri="{FF2B5EF4-FFF2-40B4-BE49-F238E27FC236}">
                  <a16:creationId xmlns:a16="http://schemas.microsoft.com/office/drawing/2014/main" id="{6500343D-9E59-1A4A-E991-4AF54C41CD5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3">
              <a:extLst>
                <a:ext uri="{FF2B5EF4-FFF2-40B4-BE49-F238E27FC236}">
                  <a16:creationId xmlns:a16="http://schemas.microsoft.com/office/drawing/2014/main" id="{61EFBE8C-4F9D-1E44-F2EB-484A9FEFAD17}"/>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4">
              <a:extLst>
                <a:ext uri="{FF2B5EF4-FFF2-40B4-BE49-F238E27FC236}">
                  <a16:creationId xmlns:a16="http://schemas.microsoft.com/office/drawing/2014/main" id="{6A849161-0244-1B1A-225B-942A628C0E5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5">
              <a:extLst>
                <a:ext uri="{FF2B5EF4-FFF2-40B4-BE49-F238E27FC236}">
                  <a16:creationId xmlns:a16="http://schemas.microsoft.com/office/drawing/2014/main" id="{96A7D810-0C12-0152-93DC-9E25345EBF5D}"/>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6">
              <a:extLst>
                <a:ext uri="{FF2B5EF4-FFF2-40B4-BE49-F238E27FC236}">
                  <a16:creationId xmlns:a16="http://schemas.microsoft.com/office/drawing/2014/main" id="{DE490135-3652-2E87-15A5-9D2912E21A03}"/>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7">
              <a:extLst>
                <a:ext uri="{FF2B5EF4-FFF2-40B4-BE49-F238E27FC236}">
                  <a16:creationId xmlns:a16="http://schemas.microsoft.com/office/drawing/2014/main" id="{265BB243-B42E-10B1-3AD7-976AF1294251}"/>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78">
              <a:extLst>
                <a:ext uri="{FF2B5EF4-FFF2-40B4-BE49-F238E27FC236}">
                  <a16:creationId xmlns:a16="http://schemas.microsoft.com/office/drawing/2014/main" id="{8775E26B-18A6-6E46-B9B3-C60F548C9641}"/>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79">
              <a:extLst>
                <a:ext uri="{FF2B5EF4-FFF2-40B4-BE49-F238E27FC236}">
                  <a16:creationId xmlns:a16="http://schemas.microsoft.com/office/drawing/2014/main" id="{AFB242EF-1287-7D49-A012-9E36B33BE578}"/>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0">
              <a:extLst>
                <a:ext uri="{FF2B5EF4-FFF2-40B4-BE49-F238E27FC236}">
                  <a16:creationId xmlns:a16="http://schemas.microsoft.com/office/drawing/2014/main" id="{10338DA4-7CC8-2EED-ED5F-E482C638E0D9}"/>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81">
              <a:extLst>
                <a:ext uri="{FF2B5EF4-FFF2-40B4-BE49-F238E27FC236}">
                  <a16:creationId xmlns:a16="http://schemas.microsoft.com/office/drawing/2014/main" id="{EC3C4EED-C585-EC08-605F-ED5F776513F7}"/>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82">
              <a:extLst>
                <a:ext uri="{FF2B5EF4-FFF2-40B4-BE49-F238E27FC236}">
                  <a16:creationId xmlns:a16="http://schemas.microsoft.com/office/drawing/2014/main" id="{0D3F1BDB-5D35-72E8-2256-92B935B0855C}"/>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3">
              <a:extLst>
                <a:ext uri="{FF2B5EF4-FFF2-40B4-BE49-F238E27FC236}">
                  <a16:creationId xmlns:a16="http://schemas.microsoft.com/office/drawing/2014/main" id="{B6E983BC-FA19-47E5-B19F-BBF581DCD91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4">
              <a:extLst>
                <a:ext uri="{FF2B5EF4-FFF2-40B4-BE49-F238E27FC236}">
                  <a16:creationId xmlns:a16="http://schemas.microsoft.com/office/drawing/2014/main" id="{A940A5D3-FA98-C331-5ECB-F9A3F2164A93}"/>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5">
              <a:extLst>
                <a:ext uri="{FF2B5EF4-FFF2-40B4-BE49-F238E27FC236}">
                  <a16:creationId xmlns:a16="http://schemas.microsoft.com/office/drawing/2014/main" id="{39D1263D-670C-9772-4771-D67A527FF998}"/>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6">
              <a:extLst>
                <a:ext uri="{FF2B5EF4-FFF2-40B4-BE49-F238E27FC236}">
                  <a16:creationId xmlns:a16="http://schemas.microsoft.com/office/drawing/2014/main" id="{9F95E9AB-93C5-3697-BD77-FA48B633BB0B}"/>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7">
              <a:extLst>
                <a:ext uri="{FF2B5EF4-FFF2-40B4-BE49-F238E27FC236}">
                  <a16:creationId xmlns:a16="http://schemas.microsoft.com/office/drawing/2014/main" id="{07886203-8FDE-4CA1-E455-A57DC3E00D5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88">
              <a:extLst>
                <a:ext uri="{FF2B5EF4-FFF2-40B4-BE49-F238E27FC236}">
                  <a16:creationId xmlns:a16="http://schemas.microsoft.com/office/drawing/2014/main" id="{553A825D-B081-1293-15DD-A8CDEAA7D656}"/>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89">
              <a:extLst>
                <a:ext uri="{FF2B5EF4-FFF2-40B4-BE49-F238E27FC236}">
                  <a16:creationId xmlns:a16="http://schemas.microsoft.com/office/drawing/2014/main" id="{2F9A4469-E1A2-DE8F-0C24-FEAEAD4FAC74}"/>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0">
              <a:extLst>
                <a:ext uri="{FF2B5EF4-FFF2-40B4-BE49-F238E27FC236}">
                  <a16:creationId xmlns:a16="http://schemas.microsoft.com/office/drawing/2014/main" id="{474DFD03-8C47-FE5B-9BE7-2CF334ACC24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91">
              <a:extLst>
                <a:ext uri="{FF2B5EF4-FFF2-40B4-BE49-F238E27FC236}">
                  <a16:creationId xmlns:a16="http://schemas.microsoft.com/office/drawing/2014/main" id="{99735E29-3537-6ED7-DC7C-932AE6A6691A}"/>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92">
              <a:extLst>
                <a:ext uri="{FF2B5EF4-FFF2-40B4-BE49-F238E27FC236}">
                  <a16:creationId xmlns:a16="http://schemas.microsoft.com/office/drawing/2014/main" id="{A0797695-01FC-A4C8-28F4-51008027F0C0}"/>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3">
              <a:extLst>
                <a:ext uri="{FF2B5EF4-FFF2-40B4-BE49-F238E27FC236}">
                  <a16:creationId xmlns:a16="http://schemas.microsoft.com/office/drawing/2014/main" id="{27E63B89-9B5F-B041-7AC8-7D1BB719CAC5}"/>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4">
              <a:extLst>
                <a:ext uri="{FF2B5EF4-FFF2-40B4-BE49-F238E27FC236}">
                  <a16:creationId xmlns:a16="http://schemas.microsoft.com/office/drawing/2014/main" id="{4C7D7EEC-0A10-15A1-6A51-B8FAA4CD723F}"/>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5">
              <a:extLst>
                <a:ext uri="{FF2B5EF4-FFF2-40B4-BE49-F238E27FC236}">
                  <a16:creationId xmlns:a16="http://schemas.microsoft.com/office/drawing/2014/main" id="{0DF84B1E-1774-E187-8767-B88F56CE4E89}"/>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6">
              <a:extLst>
                <a:ext uri="{FF2B5EF4-FFF2-40B4-BE49-F238E27FC236}">
                  <a16:creationId xmlns:a16="http://schemas.microsoft.com/office/drawing/2014/main" id="{47FA8527-8B34-A2BC-4870-7256010B3E88}"/>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7">
              <a:extLst>
                <a:ext uri="{FF2B5EF4-FFF2-40B4-BE49-F238E27FC236}">
                  <a16:creationId xmlns:a16="http://schemas.microsoft.com/office/drawing/2014/main" id="{1264439E-2E67-5302-5F5E-4BCC124DD348}"/>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98">
              <a:extLst>
                <a:ext uri="{FF2B5EF4-FFF2-40B4-BE49-F238E27FC236}">
                  <a16:creationId xmlns:a16="http://schemas.microsoft.com/office/drawing/2014/main" id="{70AE04D2-0891-CB2C-17DF-06F713816639}"/>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99">
              <a:extLst>
                <a:ext uri="{FF2B5EF4-FFF2-40B4-BE49-F238E27FC236}">
                  <a16:creationId xmlns:a16="http://schemas.microsoft.com/office/drawing/2014/main" id="{51693F51-B657-E1D8-5030-9FD9E5E95FE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0">
              <a:extLst>
                <a:ext uri="{FF2B5EF4-FFF2-40B4-BE49-F238E27FC236}">
                  <a16:creationId xmlns:a16="http://schemas.microsoft.com/office/drawing/2014/main" id="{7070794B-200B-F692-AD99-155BE457476F}"/>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01">
              <a:extLst>
                <a:ext uri="{FF2B5EF4-FFF2-40B4-BE49-F238E27FC236}">
                  <a16:creationId xmlns:a16="http://schemas.microsoft.com/office/drawing/2014/main" id="{B7BD9A1C-63A5-DB92-58BA-8D05EE9B6EF2}"/>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02">
              <a:extLst>
                <a:ext uri="{FF2B5EF4-FFF2-40B4-BE49-F238E27FC236}">
                  <a16:creationId xmlns:a16="http://schemas.microsoft.com/office/drawing/2014/main" id="{C2AA9888-3787-EB75-A4AC-E091CE9BCB4E}"/>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3">
              <a:extLst>
                <a:ext uri="{FF2B5EF4-FFF2-40B4-BE49-F238E27FC236}">
                  <a16:creationId xmlns:a16="http://schemas.microsoft.com/office/drawing/2014/main" id="{12C94E76-4A62-8BA2-C547-54927567D52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4">
              <a:extLst>
                <a:ext uri="{FF2B5EF4-FFF2-40B4-BE49-F238E27FC236}">
                  <a16:creationId xmlns:a16="http://schemas.microsoft.com/office/drawing/2014/main" id="{FAEACF8B-944F-3F1C-323D-6F8169F8B73A}"/>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5">
              <a:extLst>
                <a:ext uri="{FF2B5EF4-FFF2-40B4-BE49-F238E27FC236}">
                  <a16:creationId xmlns:a16="http://schemas.microsoft.com/office/drawing/2014/main" id="{B43DD1B1-0180-2C81-6327-744D0192C9B6}"/>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6">
              <a:extLst>
                <a:ext uri="{FF2B5EF4-FFF2-40B4-BE49-F238E27FC236}">
                  <a16:creationId xmlns:a16="http://schemas.microsoft.com/office/drawing/2014/main" id="{A589BF4F-57AB-EF22-FE4F-4BF68DCA8D2E}"/>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7">
              <a:extLst>
                <a:ext uri="{FF2B5EF4-FFF2-40B4-BE49-F238E27FC236}">
                  <a16:creationId xmlns:a16="http://schemas.microsoft.com/office/drawing/2014/main" id="{DA921726-92D9-E1C0-9EDC-2C4C3E26CFB3}"/>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08">
              <a:extLst>
                <a:ext uri="{FF2B5EF4-FFF2-40B4-BE49-F238E27FC236}">
                  <a16:creationId xmlns:a16="http://schemas.microsoft.com/office/drawing/2014/main" id="{BFC9190A-50D2-5E4C-9F19-B5F84CF95DF7}"/>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09">
              <a:extLst>
                <a:ext uri="{FF2B5EF4-FFF2-40B4-BE49-F238E27FC236}">
                  <a16:creationId xmlns:a16="http://schemas.microsoft.com/office/drawing/2014/main" id="{38BC312B-DDCD-285C-E388-3AAE111A5C03}"/>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10">
              <a:extLst>
                <a:ext uri="{FF2B5EF4-FFF2-40B4-BE49-F238E27FC236}">
                  <a16:creationId xmlns:a16="http://schemas.microsoft.com/office/drawing/2014/main" id="{55E9982A-C396-DACB-2464-FA7C5D2CC023}"/>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11">
              <a:extLst>
                <a:ext uri="{FF2B5EF4-FFF2-40B4-BE49-F238E27FC236}">
                  <a16:creationId xmlns:a16="http://schemas.microsoft.com/office/drawing/2014/main" id="{0CDF9AEE-87C6-69EF-F469-72B4E83F0DAB}"/>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12">
              <a:extLst>
                <a:ext uri="{FF2B5EF4-FFF2-40B4-BE49-F238E27FC236}">
                  <a16:creationId xmlns:a16="http://schemas.microsoft.com/office/drawing/2014/main" id="{06B31549-B40A-9E4A-D209-8B1EEC7C58D0}"/>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813">
              <a:extLst>
                <a:ext uri="{FF2B5EF4-FFF2-40B4-BE49-F238E27FC236}">
                  <a16:creationId xmlns:a16="http://schemas.microsoft.com/office/drawing/2014/main" id="{A631C033-AC1F-6452-B4B5-F04024E5BA08}"/>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814">
              <a:extLst>
                <a:ext uri="{FF2B5EF4-FFF2-40B4-BE49-F238E27FC236}">
                  <a16:creationId xmlns:a16="http://schemas.microsoft.com/office/drawing/2014/main" id="{0046B6FD-6DF0-BFF7-DD06-C39E5B0C3B16}"/>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83" name="Sensor text">
            <a:extLst>
              <a:ext uri="{FF2B5EF4-FFF2-40B4-BE49-F238E27FC236}">
                <a16:creationId xmlns:a16="http://schemas.microsoft.com/office/drawing/2014/main" id="{23F4698F-3B69-BBA0-5911-51E50146C49E}"/>
              </a:ext>
            </a:extLst>
          </p:cNvPr>
          <p:cNvSpPr txBox="1"/>
          <p:nvPr/>
        </p:nvSpPr>
        <p:spPr>
          <a:xfrm>
            <a:off x="1447266" y="3461246"/>
            <a:ext cx="3937751" cy="1323439"/>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Smart plug + dumb washer,</a:t>
            </a:r>
          </a:p>
          <a:p>
            <a:pPr algn="ctr"/>
            <a:r>
              <a:rPr lang="en-US" sz="2000" dirty="0">
                <a:solidFill>
                  <a:srgbClr val="C00000"/>
                </a:solidFill>
                <a:latin typeface="Segoe Print" panose="02000600000000000000" pitchFamily="2" charset="0"/>
              </a:rPr>
              <a:t>bespoke notifications</a:t>
            </a:r>
            <a:br>
              <a:rPr lang="en-US" sz="2000" dirty="0">
                <a:solidFill>
                  <a:srgbClr val="C00000"/>
                </a:solidFill>
                <a:latin typeface="Segoe Print" panose="02000600000000000000" pitchFamily="2" charset="0"/>
              </a:rPr>
            </a:b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$20</a:t>
            </a:r>
          </a:p>
        </p:txBody>
      </p:sp>
      <p:grpSp>
        <p:nvGrpSpPr>
          <p:cNvPr id="184" name="Arrow 2">
            <a:extLst>
              <a:ext uri="{FF2B5EF4-FFF2-40B4-BE49-F238E27FC236}">
                <a16:creationId xmlns:a16="http://schemas.microsoft.com/office/drawing/2014/main" id="{2D7581D7-361C-76E8-E662-070EA6A632ED}"/>
              </a:ext>
            </a:extLst>
          </p:cNvPr>
          <p:cNvGrpSpPr>
            <a:grpSpLocks noChangeAspect="1"/>
          </p:cNvGrpSpPr>
          <p:nvPr/>
        </p:nvGrpSpPr>
        <p:grpSpPr bwMode="auto">
          <a:xfrm rot="17651455">
            <a:off x="3452887" y="4884004"/>
            <a:ext cx="904172" cy="943180"/>
            <a:chOff x="1328" y="0"/>
            <a:chExt cx="3106" cy="3240"/>
          </a:xfrm>
          <a:solidFill>
            <a:srgbClr val="C00000"/>
          </a:solidFill>
        </p:grpSpPr>
        <p:sp>
          <p:nvSpPr>
            <p:cNvPr id="185" name="Freeform 716">
              <a:extLst>
                <a:ext uri="{FF2B5EF4-FFF2-40B4-BE49-F238E27FC236}">
                  <a16:creationId xmlns:a16="http://schemas.microsoft.com/office/drawing/2014/main" id="{35DB986C-D49D-73E1-6AFB-60D4216C0FF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17">
              <a:extLst>
                <a:ext uri="{FF2B5EF4-FFF2-40B4-BE49-F238E27FC236}">
                  <a16:creationId xmlns:a16="http://schemas.microsoft.com/office/drawing/2014/main" id="{8583A494-5BD8-5988-FF2E-4B3DB5ED81E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18">
              <a:extLst>
                <a:ext uri="{FF2B5EF4-FFF2-40B4-BE49-F238E27FC236}">
                  <a16:creationId xmlns:a16="http://schemas.microsoft.com/office/drawing/2014/main" id="{55F3A987-B897-23C5-EF1E-6D9F1E05C363}"/>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19">
              <a:extLst>
                <a:ext uri="{FF2B5EF4-FFF2-40B4-BE49-F238E27FC236}">
                  <a16:creationId xmlns:a16="http://schemas.microsoft.com/office/drawing/2014/main" id="{E2C19B95-9E94-FB51-A0AF-E7895FE96317}"/>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20">
              <a:extLst>
                <a:ext uri="{FF2B5EF4-FFF2-40B4-BE49-F238E27FC236}">
                  <a16:creationId xmlns:a16="http://schemas.microsoft.com/office/drawing/2014/main" id="{2060BCDC-6F99-6BD3-EEEC-5C9BB2626E0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21">
              <a:extLst>
                <a:ext uri="{FF2B5EF4-FFF2-40B4-BE49-F238E27FC236}">
                  <a16:creationId xmlns:a16="http://schemas.microsoft.com/office/drawing/2014/main" id="{C27CDA56-8E43-DF4D-A558-A6F36AA68072}"/>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22">
              <a:extLst>
                <a:ext uri="{FF2B5EF4-FFF2-40B4-BE49-F238E27FC236}">
                  <a16:creationId xmlns:a16="http://schemas.microsoft.com/office/drawing/2014/main" id="{A2FF4A9B-4EE4-232D-EE8B-4FEBB433A2C4}"/>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23">
              <a:extLst>
                <a:ext uri="{FF2B5EF4-FFF2-40B4-BE49-F238E27FC236}">
                  <a16:creationId xmlns:a16="http://schemas.microsoft.com/office/drawing/2014/main" id="{FE5B4E05-584A-D6A0-D0DD-A7CE39C7C628}"/>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24">
              <a:extLst>
                <a:ext uri="{FF2B5EF4-FFF2-40B4-BE49-F238E27FC236}">
                  <a16:creationId xmlns:a16="http://schemas.microsoft.com/office/drawing/2014/main" id="{A6092577-0FAD-2E9D-58DD-79385C45BB2E}"/>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25">
              <a:extLst>
                <a:ext uri="{FF2B5EF4-FFF2-40B4-BE49-F238E27FC236}">
                  <a16:creationId xmlns:a16="http://schemas.microsoft.com/office/drawing/2014/main" id="{EF5E73CD-6147-157D-DA7F-8F6425AE715A}"/>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26">
              <a:extLst>
                <a:ext uri="{FF2B5EF4-FFF2-40B4-BE49-F238E27FC236}">
                  <a16:creationId xmlns:a16="http://schemas.microsoft.com/office/drawing/2014/main" id="{420E393A-FAA2-DD5C-AB5A-957F1294D7F0}"/>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27">
              <a:extLst>
                <a:ext uri="{FF2B5EF4-FFF2-40B4-BE49-F238E27FC236}">
                  <a16:creationId xmlns:a16="http://schemas.microsoft.com/office/drawing/2014/main" id="{F8855EE1-A682-A96C-CF44-7743D0B7FB06}"/>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28">
              <a:extLst>
                <a:ext uri="{FF2B5EF4-FFF2-40B4-BE49-F238E27FC236}">
                  <a16:creationId xmlns:a16="http://schemas.microsoft.com/office/drawing/2014/main" id="{1C5AFBFC-9875-F039-7014-A17D9926A949}"/>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29">
              <a:extLst>
                <a:ext uri="{FF2B5EF4-FFF2-40B4-BE49-F238E27FC236}">
                  <a16:creationId xmlns:a16="http://schemas.microsoft.com/office/drawing/2014/main" id="{B7EBE4AE-4E7F-3CCB-1440-4F027019A56A}"/>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30">
              <a:extLst>
                <a:ext uri="{FF2B5EF4-FFF2-40B4-BE49-F238E27FC236}">
                  <a16:creationId xmlns:a16="http://schemas.microsoft.com/office/drawing/2014/main" id="{B0AA7C7E-257F-E4CA-E0A8-4396818CA340}"/>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31">
              <a:extLst>
                <a:ext uri="{FF2B5EF4-FFF2-40B4-BE49-F238E27FC236}">
                  <a16:creationId xmlns:a16="http://schemas.microsoft.com/office/drawing/2014/main" id="{EADE1919-5A23-A3E0-FF12-014DF4AE363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32">
              <a:extLst>
                <a:ext uri="{FF2B5EF4-FFF2-40B4-BE49-F238E27FC236}">
                  <a16:creationId xmlns:a16="http://schemas.microsoft.com/office/drawing/2014/main" id="{C5C3CD8E-44E3-6D9A-B561-4A73C80C0F9F}"/>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33">
              <a:extLst>
                <a:ext uri="{FF2B5EF4-FFF2-40B4-BE49-F238E27FC236}">
                  <a16:creationId xmlns:a16="http://schemas.microsoft.com/office/drawing/2014/main" id="{E3367CAF-CF02-BBD7-D3EF-DEC63E925AF3}"/>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34">
              <a:extLst>
                <a:ext uri="{FF2B5EF4-FFF2-40B4-BE49-F238E27FC236}">
                  <a16:creationId xmlns:a16="http://schemas.microsoft.com/office/drawing/2014/main" id="{61339062-905B-CE05-E918-7FE16900E94C}"/>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35">
              <a:extLst>
                <a:ext uri="{FF2B5EF4-FFF2-40B4-BE49-F238E27FC236}">
                  <a16:creationId xmlns:a16="http://schemas.microsoft.com/office/drawing/2014/main" id="{583B286B-89D0-982A-03AB-0F7ADF1F26AC}"/>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36">
              <a:extLst>
                <a:ext uri="{FF2B5EF4-FFF2-40B4-BE49-F238E27FC236}">
                  <a16:creationId xmlns:a16="http://schemas.microsoft.com/office/drawing/2014/main" id="{B9683249-091E-8ACF-2C91-00648AE5D35C}"/>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737">
              <a:extLst>
                <a:ext uri="{FF2B5EF4-FFF2-40B4-BE49-F238E27FC236}">
                  <a16:creationId xmlns:a16="http://schemas.microsoft.com/office/drawing/2014/main" id="{E993D380-006F-C289-F00D-5F706AF4DCA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738">
              <a:extLst>
                <a:ext uri="{FF2B5EF4-FFF2-40B4-BE49-F238E27FC236}">
                  <a16:creationId xmlns:a16="http://schemas.microsoft.com/office/drawing/2014/main" id="{6DD9CDFD-1455-6C6B-C57E-1D6EFCA5EC56}"/>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739">
              <a:extLst>
                <a:ext uri="{FF2B5EF4-FFF2-40B4-BE49-F238E27FC236}">
                  <a16:creationId xmlns:a16="http://schemas.microsoft.com/office/drawing/2014/main" id="{7845AD21-7393-0A83-84E5-B1977905B9E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740">
              <a:extLst>
                <a:ext uri="{FF2B5EF4-FFF2-40B4-BE49-F238E27FC236}">
                  <a16:creationId xmlns:a16="http://schemas.microsoft.com/office/drawing/2014/main" id="{ACA73B64-8454-79B0-C44A-C06F6656E7E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741">
              <a:extLst>
                <a:ext uri="{FF2B5EF4-FFF2-40B4-BE49-F238E27FC236}">
                  <a16:creationId xmlns:a16="http://schemas.microsoft.com/office/drawing/2014/main" id="{C2850FEF-7201-ED92-B937-B12EE57B3296}"/>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742">
              <a:extLst>
                <a:ext uri="{FF2B5EF4-FFF2-40B4-BE49-F238E27FC236}">
                  <a16:creationId xmlns:a16="http://schemas.microsoft.com/office/drawing/2014/main" id="{7D6E3DB5-E225-AF72-4588-089B3AD5A057}"/>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743">
              <a:extLst>
                <a:ext uri="{FF2B5EF4-FFF2-40B4-BE49-F238E27FC236}">
                  <a16:creationId xmlns:a16="http://schemas.microsoft.com/office/drawing/2014/main" id="{37EECD93-74B3-DB87-834C-43C34492A32E}"/>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744">
              <a:extLst>
                <a:ext uri="{FF2B5EF4-FFF2-40B4-BE49-F238E27FC236}">
                  <a16:creationId xmlns:a16="http://schemas.microsoft.com/office/drawing/2014/main" id="{69B23733-759C-8E24-BDB8-20DD2B4FCADE}"/>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745">
              <a:extLst>
                <a:ext uri="{FF2B5EF4-FFF2-40B4-BE49-F238E27FC236}">
                  <a16:creationId xmlns:a16="http://schemas.microsoft.com/office/drawing/2014/main" id="{A35CED39-2889-E25D-8E29-DD0AD66E60F8}"/>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746">
              <a:extLst>
                <a:ext uri="{FF2B5EF4-FFF2-40B4-BE49-F238E27FC236}">
                  <a16:creationId xmlns:a16="http://schemas.microsoft.com/office/drawing/2014/main" id="{ED9115BD-1678-DFDF-846D-8903D5F22A98}"/>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747">
              <a:extLst>
                <a:ext uri="{FF2B5EF4-FFF2-40B4-BE49-F238E27FC236}">
                  <a16:creationId xmlns:a16="http://schemas.microsoft.com/office/drawing/2014/main" id="{975FCB89-4369-CB2A-DA67-0D8D13AD4299}"/>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748">
              <a:extLst>
                <a:ext uri="{FF2B5EF4-FFF2-40B4-BE49-F238E27FC236}">
                  <a16:creationId xmlns:a16="http://schemas.microsoft.com/office/drawing/2014/main" id="{B5E92237-05D7-CFBF-4C75-35B672CC8F5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749">
              <a:extLst>
                <a:ext uri="{FF2B5EF4-FFF2-40B4-BE49-F238E27FC236}">
                  <a16:creationId xmlns:a16="http://schemas.microsoft.com/office/drawing/2014/main" id="{8014EB0C-0523-7323-55BB-36AAEC5855A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750">
              <a:extLst>
                <a:ext uri="{FF2B5EF4-FFF2-40B4-BE49-F238E27FC236}">
                  <a16:creationId xmlns:a16="http://schemas.microsoft.com/office/drawing/2014/main" id="{B472F84D-A8D2-82F0-3A27-2B269D3DCEA9}"/>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0" name="Freeform 751">
              <a:extLst>
                <a:ext uri="{FF2B5EF4-FFF2-40B4-BE49-F238E27FC236}">
                  <a16:creationId xmlns:a16="http://schemas.microsoft.com/office/drawing/2014/main" id="{5D8D0303-0024-2441-C974-3CC6C3D792E8}"/>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752">
              <a:extLst>
                <a:ext uri="{FF2B5EF4-FFF2-40B4-BE49-F238E27FC236}">
                  <a16:creationId xmlns:a16="http://schemas.microsoft.com/office/drawing/2014/main" id="{1CF0C4D4-482F-E10B-4E69-604176C2218B}"/>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53">
              <a:extLst>
                <a:ext uri="{FF2B5EF4-FFF2-40B4-BE49-F238E27FC236}">
                  <a16:creationId xmlns:a16="http://schemas.microsoft.com/office/drawing/2014/main" id="{6EC433DA-5C2A-EE0C-CD45-24C92CC21B9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54">
              <a:extLst>
                <a:ext uri="{FF2B5EF4-FFF2-40B4-BE49-F238E27FC236}">
                  <a16:creationId xmlns:a16="http://schemas.microsoft.com/office/drawing/2014/main" id="{5709AB74-F63F-8CFD-C168-B22AF3F8EE4E}"/>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55">
              <a:extLst>
                <a:ext uri="{FF2B5EF4-FFF2-40B4-BE49-F238E27FC236}">
                  <a16:creationId xmlns:a16="http://schemas.microsoft.com/office/drawing/2014/main" id="{C31AAEB9-5BD9-CC9F-03D5-3B2D0386DAA9}"/>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56">
              <a:extLst>
                <a:ext uri="{FF2B5EF4-FFF2-40B4-BE49-F238E27FC236}">
                  <a16:creationId xmlns:a16="http://schemas.microsoft.com/office/drawing/2014/main" id="{D9C8D715-03D1-B6F2-795B-2693F6DCBDBB}"/>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57">
              <a:extLst>
                <a:ext uri="{FF2B5EF4-FFF2-40B4-BE49-F238E27FC236}">
                  <a16:creationId xmlns:a16="http://schemas.microsoft.com/office/drawing/2014/main" id="{2E45B1A0-F887-9DD6-CACB-844F9FA2167B}"/>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58">
              <a:extLst>
                <a:ext uri="{FF2B5EF4-FFF2-40B4-BE49-F238E27FC236}">
                  <a16:creationId xmlns:a16="http://schemas.microsoft.com/office/drawing/2014/main" id="{CACE736F-FC13-942F-A5B0-7FCDB6EF1F09}"/>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59">
              <a:extLst>
                <a:ext uri="{FF2B5EF4-FFF2-40B4-BE49-F238E27FC236}">
                  <a16:creationId xmlns:a16="http://schemas.microsoft.com/office/drawing/2014/main" id="{B10C6368-B29D-A86F-20C8-DDE4948B1F0B}"/>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60">
              <a:extLst>
                <a:ext uri="{FF2B5EF4-FFF2-40B4-BE49-F238E27FC236}">
                  <a16:creationId xmlns:a16="http://schemas.microsoft.com/office/drawing/2014/main" id="{7D5DBF2C-929C-D037-A6D0-43CA08460662}"/>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61">
              <a:extLst>
                <a:ext uri="{FF2B5EF4-FFF2-40B4-BE49-F238E27FC236}">
                  <a16:creationId xmlns:a16="http://schemas.microsoft.com/office/drawing/2014/main" id="{80DE1D56-A5AA-7735-6DAF-4958C677718F}"/>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62">
              <a:extLst>
                <a:ext uri="{FF2B5EF4-FFF2-40B4-BE49-F238E27FC236}">
                  <a16:creationId xmlns:a16="http://schemas.microsoft.com/office/drawing/2014/main" id="{F0D73A2E-800A-6DFC-9074-898916B14AAD}"/>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63">
              <a:extLst>
                <a:ext uri="{FF2B5EF4-FFF2-40B4-BE49-F238E27FC236}">
                  <a16:creationId xmlns:a16="http://schemas.microsoft.com/office/drawing/2014/main" id="{EB2FD693-4AAB-C24A-4A9A-832EAAA0CE3A}"/>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64">
              <a:extLst>
                <a:ext uri="{FF2B5EF4-FFF2-40B4-BE49-F238E27FC236}">
                  <a16:creationId xmlns:a16="http://schemas.microsoft.com/office/drawing/2014/main" id="{D433315B-6E34-2EE9-819A-6367CE88E82B}"/>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65">
              <a:extLst>
                <a:ext uri="{FF2B5EF4-FFF2-40B4-BE49-F238E27FC236}">
                  <a16:creationId xmlns:a16="http://schemas.microsoft.com/office/drawing/2014/main" id="{6ED04796-D0E1-FE92-9481-AFE0A7DBA010}"/>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66">
              <a:extLst>
                <a:ext uri="{FF2B5EF4-FFF2-40B4-BE49-F238E27FC236}">
                  <a16:creationId xmlns:a16="http://schemas.microsoft.com/office/drawing/2014/main" id="{A60719AF-AF7C-3380-556D-A3D095D5E6FD}"/>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67">
              <a:extLst>
                <a:ext uri="{FF2B5EF4-FFF2-40B4-BE49-F238E27FC236}">
                  <a16:creationId xmlns:a16="http://schemas.microsoft.com/office/drawing/2014/main" id="{B9925FA0-9001-11D9-6293-4FA30837963A}"/>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68">
              <a:extLst>
                <a:ext uri="{FF2B5EF4-FFF2-40B4-BE49-F238E27FC236}">
                  <a16:creationId xmlns:a16="http://schemas.microsoft.com/office/drawing/2014/main" id="{9828CEC0-6481-4949-9647-CC9E5098CD3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69">
              <a:extLst>
                <a:ext uri="{FF2B5EF4-FFF2-40B4-BE49-F238E27FC236}">
                  <a16:creationId xmlns:a16="http://schemas.microsoft.com/office/drawing/2014/main" id="{4F1BC987-2656-3D2C-E8E6-33E229FCB1F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70">
              <a:extLst>
                <a:ext uri="{FF2B5EF4-FFF2-40B4-BE49-F238E27FC236}">
                  <a16:creationId xmlns:a16="http://schemas.microsoft.com/office/drawing/2014/main" id="{7CD9FF65-B24B-E718-73AE-235F0FE4AE35}"/>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71">
              <a:extLst>
                <a:ext uri="{FF2B5EF4-FFF2-40B4-BE49-F238E27FC236}">
                  <a16:creationId xmlns:a16="http://schemas.microsoft.com/office/drawing/2014/main" id="{A9FCD50C-BC56-FBEC-C913-5DBD669B7A17}"/>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72">
              <a:extLst>
                <a:ext uri="{FF2B5EF4-FFF2-40B4-BE49-F238E27FC236}">
                  <a16:creationId xmlns:a16="http://schemas.microsoft.com/office/drawing/2014/main" id="{BE04762C-3DED-7C2D-D731-640065F38AE7}"/>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73">
              <a:extLst>
                <a:ext uri="{FF2B5EF4-FFF2-40B4-BE49-F238E27FC236}">
                  <a16:creationId xmlns:a16="http://schemas.microsoft.com/office/drawing/2014/main" id="{161A046D-861C-C4D9-01C8-4D7E7A006A52}"/>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74">
              <a:extLst>
                <a:ext uri="{FF2B5EF4-FFF2-40B4-BE49-F238E27FC236}">
                  <a16:creationId xmlns:a16="http://schemas.microsoft.com/office/drawing/2014/main" id="{430B1795-1D16-1B85-5EBA-3F167B315E91}"/>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75">
              <a:extLst>
                <a:ext uri="{FF2B5EF4-FFF2-40B4-BE49-F238E27FC236}">
                  <a16:creationId xmlns:a16="http://schemas.microsoft.com/office/drawing/2014/main" id="{ABB30D91-B11F-BF67-3A16-9C39E5C21B04}"/>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76">
              <a:extLst>
                <a:ext uri="{FF2B5EF4-FFF2-40B4-BE49-F238E27FC236}">
                  <a16:creationId xmlns:a16="http://schemas.microsoft.com/office/drawing/2014/main" id="{F80750CC-07BE-16AE-BC9F-492F2A6DE129}"/>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77">
              <a:extLst>
                <a:ext uri="{FF2B5EF4-FFF2-40B4-BE49-F238E27FC236}">
                  <a16:creationId xmlns:a16="http://schemas.microsoft.com/office/drawing/2014/main" id="{54E00A34-FA22-9401-6FED-051B90048E60}"/>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78">
              <a:extLst>
                <a:ext uri="{FF2B5EF4-FFF2-40B4-BE49-F238E27FC236}">
                  <a16:creationId xmlns:a16="http://schemas.microsoft.com/office/drawing/2014/main" id="{180BD9CD-BAD5-C265-03C4-D07B04BE9F42}"/>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79">
              <a:extLst>
                <a:ext uri="{FF2B5EF4-FFF2-40B4-BE49-F238E27FC236}">
                  <a16:creationId xmlns:a16="http://schemas.microsoft.com/office/drawing/2014/main" id="{B19C397B-2F43-45A4-68E9-B0EC14C4E5B2}"/>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780">
              <a:extLst>
                <a:ext uri="{FF2B5EF4-FFF2-40B4-BE49-F238E27FC236}">
                  <a16:creationId xmlns:a16="http://schemas.microsoft.com/office/drawing/2014/main" id="{E75F6942-8DB2-2873-9B3B-89B1FD6E7B3F}"/>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781">
              <a:extLst>
                <a:ext uri="{FF2B5EF4-FFF2-40B4-BE49-F238E27FC236}">
                  <a16:creationId xmlns:a16="http://schemas.microsoft.com/office/drawing/2014/main" id="{696A9454-1491-1820-7503-C6E96BA0FC79}"/>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782">
              <a:extLst>
                <a:ext uri="{FF2B5EF4-FFF2-40B4-BE49-F238E27FC236}">
                  <a16:creationId xmlns:a16="http://schemas.microsoft.com/office/drawing/2014/main" id="{FD054669-63C0-4DE0-47E1-225265498A57}"/>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783">
              <a:extLst>
                <a:ext uri="{FF2B5EF4-FFF2-40B4-BE49-F238E27FC236}">
                  <a16:creationId xmlns:a16="http://schemas.microsoft.com/office/drawing/2014/main" id="{C21C133B-4C73-9231-A8BF-9C3156363571}"/>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784">
              <a:extLst>
                <a:ext uri="{FF2B5EF4-FFF2-40B4-BE49-F238E27FC236}">
                  <a16:creationId xmlns:a16="http://schemas.microsoft.com/office/drawing/2014/main" id="{CF1677C1-3FE1-A17F-CB2D-E7EB531105A0}"/>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785">
              <a:extLst>
                <a:ext uri="{FF2B5EF4-FFF2-40B4-BE49-F238E27FC236}">
                  <a16:creationId xmlns:a16="http://schemas.microsoft.com/office/drawing/2014/main" id="{83019C25-9BB4-C5D7-6214-4FDE8E0EF4B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786">
              <a:extLst>
                <a:ext uri="{FF2B5EF4-FFF2-40B4-BE49-F238E27FC236}">
                  <a16:creationId xmlns:a16="http://schemas.microsoft.com/office/drawing/2014/main" id="{2AA1689C-CDB2-8817-297E-8A2E00354E0B}"/>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787">
              <a:extLst>
                <a:ext uri="{FF2B5EF4-FFF2-40B4-BE49-F238E27FC236}">
                  <a16:creationId xmlns:a16="http://schemas.microsoft.com/office/drawing/2014/main" id="{D064690F-BF62-6999-EE5F-7B2E253F5B6B}"/>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788">
              <a:extLst>
                <a:ext uri="{FF2B5EF4-FFF2-40B4-BE49-F238E27FC236}">
                  <a16:creationId xmlns:a16="http://schemas.microsoft.com/office/drawing/2014/main" id="{112BF948-C60C-9F28-163C-1B02A8307E9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789">
              <a:extLst>
                <a:ext uri="{FF2B5EF4-FFF2-40B4-BE49-F238E27FC236}">
                  <a16:creationId xmlns:a16="http://schemas.microsoft.com/office/drawing/2014/main" id="{46F75457-D806-F6D9-1ABF-0BF83063E552}"/>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790">
              <a:extLst>
                <a:ext uri="{FF2B5EF4-FFF2-40B4-BE49-F238E27FC236}">
                  <a16:creationId xmlns:a16="http://schemas.microsoft.com/office/drawing/2014/main" id="{52822751-1B16-603C-253E-D734F88C9BE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791">
              <a:extLst>
                <a:ext uri="{FF2B5EF4-FFF2-40B4-BE49-F238E27FC236}">
                  <a16:creationId xmlns:a16="http://schemas.microsoft.com/office/drawing/2014/main" id="{6DD91B68-E26C-C7A6-1964-E226C47CEE3A}"/>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792">
              <a:extLst>
                <a:ext uri="{FF2B5EF4-FFF2-40B4-BE49-F238E27FC236}">
                  <a16:creationId xmlns:a16="http://schemas.microsoft.com/office/drawing/2014/main" id="{F19FEA88-92E7-78DA-0C64-4824D8E3BE4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793">
              <a:extLst>
                <a:ext uri="{FF2B5EF4-FFF2-40B4-BE49-F238E27FC236}">
                  <a16:creationId xmlns:a16="http://schemas.microsoft.com/office/drawing/2014/main" id="{38876885-C556-F875-4454-FBF5D9370E44}"/>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794">
              <a:extLst>
                <a:ext uri="{FF2B5EF4-FFF2-40B4-BE49-F238E27FC236}">
                  <a16:creationId xmlns:a16="http://schemas.microsoft.com/office/drawing/2014/main" id="{0FF02C1D-0EF3-926D-0251-3B35C1713C00}"/>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4" name="Freeform 795">
              <a:extLst>
                <a:ext uri="{FF2B5EF4-FFF2-40B4-BE49-F238E27FC236}">
                  <a16:creationId xmlns:a16="http://schemas.microsoft.com/office/drawing/2014/main" id="{99DF62E6-AEE6-43E8-48A8-D63801303D92}"/>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5" name="Freeform 796">
              <a:extLst>
                <a:ext uri="{FF2B5EF4-FFF2-40B4-BE49-F238E27FC236}">
                  <a16:creationId xmlns:a16="http://schemas.microsoft.com/office/drawing/2014/main" id="{88786847-28D5-F557-1327-D6C54AED07C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6" name="Freeform 797">
              <a:extLst>
                <a:ext uri="{FF2B5EF4-FFF2-40B4-BE49-F238E27FC236}">
                  <a16:creationId xmlns:a16="http://schemas.microsoft.com/office/drawing/2014/main" id="{CC156F04-51E7-C0AB-D4CB-6571E030B698}"/>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7" name="Freeform 798">
              <a:extLst>
                <a:ext uri="{FF2B5EF4-FFF2-40B4-BE49-F238E27FC236}">
                  <a16:creationId xmlns:a16="http://schemas.microsoft.com/office/drawing/2014/main" id="{FF7D5EDC-3EB7-BAA7-4C8A-53146B99BC52}"/>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8" name="Freeform 799">
              <a:extLst>
                <a:ext uri="{FF2B5EF4-FFF2-40B4-BE49-F238E27FC236}">
                  <a16:creationId xmlns:a16="http://schemas.microsoft.com/office/drawing/2014/main" id="{C9D176EA-6B0F-0F33-4C6A-DF3B1C175E3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9" name="Freeform 800">
              <a:extLst>
                <a:ext uri="{FF2B5EF4-FFF2-40B4-BE49-F238E27FC236}">
                  <a16:creationId xmlns:a16="http://schemas.microsoft.com/office/drawing/2014/main" id="{9286B60F-ED9D-CA18-BA97-51F4DD0893ED}"/>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0" name="Freeform 801">
              <a:extLst>
                <a:ext uri="{FF2B5EF4-FFF2-40B4-BE49-F238E27FC236}">
                  <a16:creationId xmlns:a16="http://schemas.microsoft.com/office/drawing/2014/main" id="{231C6882-CAA7-7B82-2EDA-0AF650E6AF07}"/>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1" name="Freeform 802">
              <a:extLst>
                <a:ext uri="{FF2B5EF4-FFF2-40B4-BE49-F238E27FC236}">
                  <a16:creationId xmlns:a16="http://schemas.microsoft.com/office/drawing/2014/main" id="{5E574198-5EB8-8EC9-D89E-BCDDE7154A7B}"/>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2" name="Freeform 803">
              <a:extLst>
                <a:ext uri="{FF2B5EF4-FFF2-40B4-BE49-F238E27FC236}">
                  <a16:creationId xmlns:a16="http://schemas.microsoft.com/office/drawing/2014/main" id="{DB39587D-17C7-0A66-CAC0-9F2B4C616E9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3" name="Freeform 804">
              <a:extLst>
                <a:ext uri="{FF2B5EF4-FFF2-40B4-BE49-F238E27FC236}">
                  <a16:creationId xmlns:a16="http://schemas.microsoft.com/office/drawing/2014/main" id="{E413D6A6-A6F4-57C2-FF25-560B7A66B214}"/>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4" name="Freeform 805">
              <a:extLst>
                <a:ext uri="{FF2B5EF4-FFF2-40B4-BE49-F238E27FC236}">
                  <a16:creationId xmlns:a16="http://schemas.microsoft.com/office/drawing/2014/main" id="{6A3DD7EC-6763-6856-1623-5D8B344D1BC7}"/>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5" name="Freeform 806">
              <a:extLst>
                <a:ext uri="{FF2B5EF4-FFF2-40B4-BE49-F238E27FC236}">
                  <a16:creationId xmlns:a16="http://schemas.microsoft.com/office/drawing/2014/main" id="{F6CDA99C-4CB5-7FA6-F6AF-96B3B842FABB}"/>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6" name="Freeform 807">
              <a:extLst>
                <a:ext uri="{FF2B5EF4-FFF2-40B4-BE49-F238E27FC236}">
                  <a16:creationId xmlns:a16="http://schemas.microsoft.com/office/drawing/2014/main" id="{31BA9EDE-1F3D-141C-E5D7-AEDAC60ADE3D}"/>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7" name="Freeform 808">
              <a:extLst>
                <a:ext uri="{FF2B5EF4-FFF2-40B4-BE49-F238E27FC236}">
                  <a16:creationId xmlns:a16="http://schemas.microsoft.com/office/drawing/2014/main" id="{791EFFB6-13E5-6916-669F-47168BAD75F2}"/>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8" name="Freeform 809">
              <a:extLst>
                <a:ext uri="{FF2B5EF4-FFF2-40B4-BE49-F238E27FC236}">
                  <a16:creationId xmlns:a16="http://schemas.microsoft.com/office/drawing/2014/main" id="{49921C5F-3E98-045C-0BF7-BCFB254F484B}"/>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9" name="Freeform 810">
              <a:extLst>
                <a:ext uri="{FF2B5EF4-FFF2-40B4-BE49-F238E27FC236}">
                  <a16:creationId xmlns:a16="http://schemas.microsoft.com/office/drawing/2014/main" id="{8CF228FA-02C5-DA3B-A4C9-BE479C9DFD53}"/>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0" name="Freeform 811">
              <a:extLst>
                <a:ext uri="{FF2B5EF4-FFF2-40B4-BE49-F238E27FC236}">
                  <a16:creationId xmlns:a16="http://schemas.microsoft.com/office/drawing/2014/main" id="{D7A67BA7-F5C3-D72A-046D-3EE2B0388412}"/>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1" name="Freeform 812">
              <a:extLst>
                <a:ext uri="{FF2B5EF4-FFF2-40B4-BE49-F238E27FC236}">
                  <a16:creationId xmlns:a16="http://schemas.microsoft.com/office/drawing/2014/main" id="{C6AA6648-F93E-0BD8-5743-AF4691693775}"/>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2" name="Freeform 813">
              <a:extLst>
                <a:ext uri="{FF2B5EF4-FFF2-40B4-BE49-F238E27FC236}">
                  <a16:creationId xmlns:a16="http://schemas.microsoft.com/office/drawing/2014/main" id="{A0B08E0A-0568-6B66-9EC0-E0D1ED87090D}"/>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3" name="Freeform 814">
              <a:extLst>
                <a:ext uri="{FF2B5EF4-FFF2-40B4-BE49-F238E27FC236}">
                  <a16:creationId xmlns:a16="http://schemas.microsoft.com/office/drawing/2014/main" id="{4F7EE425-BC43-F990-0F63-42524A078081}"/>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pic>
        <p:nvPicPr>
          <p:cNvPr id="8" name="!!GarageDoor">
            <a:extLst>
              <a:ext uri="{FF2B5EF4-FFF2-40B4-BE49-F238E27FC236}">
                <a16:creationId xmlns:a16="http://schemas.microsoft.com/office/drawing/2014/main" id="{C5EB7669-5772-B71D-231F-7EB7370B314D}"/>
              </a:ext>
            </a:extLst>
          </p:cNvPr>
          <p:cNvPicPr>
            <a:picLocks noChangeAspect="1"/>
          </p:cNvPicPr>
          <p:nvPr/>
        </p:nvPicPr>
        <p:blipFill>
          <a:blip r:embed="rId12"/>
          <a:stretch>
            <a:fillRect/>
          </a:stretch>
        </p:blipFill>
        <p:spPr>
          <a:xfrm>
            <a:off x="5923043" y="6869351"/>
            <a:ext cx="339391" cy="299020"/>
          </a:xfrm>
          <a:prstGeom prst="rect">
            <a:avLst/>
          </a:prstGeom>
        </p:spPr>
      </p:pic>
      <p:sp>
        <p:nvSpPr>
          <p:cNvPr id="294" name="!!Header whiteout">
            <a:extLst>
              <a:ext uri="{FF2B5EF4-FFF2-40B4-BE49-F238E27FC236}">
                <a16:creationId xmlns:a16="http://schemas.microsoft.com/office/drawing/2014/main" id="{A3CCD690-0659-47DF-7171-B59E08DCDDAF}"/>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Header Text 1">
            <a:extLst>
              <a:ext uri="{FF2B5EF4-FFF2-40B4-BE49-F238E27FC236}">
                <a16:creationId xmlns:a16="http://schemas.microsoft.com/office/drawing/2014/main" id="{6CD92691-F527-5C8B-33BF-968D55B2F75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7927422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3"/>
                                        </p:tgtEl>
                                        <p:attrNameLst>
                                          <p:attrName>style.visibility</p:attrName>
                                        </p:attrNameLst>
                                      </p:cBhvr>
                                      <p:to>
                                        <p:strVal val="visible"/>
                                      </p:to>
                                    </p:set>
                                    <p:animEffect transition="in" filter="fade">
                                      <p:cBhvr>
                                        <p:cTn id="13" dur="500"/>
                                        <p:tgtEl>
                                          <p:spTgt spid="183"/>
                                        </p:tgtEl>
                                      </p:cBhvr>
                                    </p:animEffect>
                                  </p:childTnLst>
                                </p:cTn>
                              </p:par>
                              <p:par>
                                <p:cTn id="14" presetID="10" presetClass="entr" presetSubtype="0" fill="hold" nodeType="withEffect">
                                  <p:stCondLst>
                                    <p:cond delay="0"/>
                                  </p:stCondLst>
                                  <p:childTnLst>
                                    <p:set>
                                      <p:cBhvr>
                                        <p:cTn id="15" dur="1" fill="hold">
                                          <p:stCondLst>
                                            <p:cond delay="0"/>
                                          </p:stCondLst>
                                        </p:cTn>
                                        <p:tgtEl>
                                          <p:spTgt spid="184"/>
                                        </p:tgtEl>
                                        <p:attrNameLst>
                                          <p:attrName>style.visibility</p:attrName>
                                        </p:attrNameLst>
                                      </p:cBhvr>
                                      <p:to>
                                        <p:strVal val="visible"/>
                                      </p:to>
                                    </p:set>
                                    <p:animEffect transition="in" filter="fade">
                                      <p:cBhvr>
                                        <p:cTn id="16" dur="500"/>
                                        <p:tgtEl>
                                          <p:spTgt spid="184"/>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194"/>
                                        </p:tgtEl>
                                        <p:attrNameLst>
                                          <p:attrName>style.visibility</p:attrName>
                                        </p:attrNameLst>
                                      </p:cBhvr>
                                      <p:to>
                                        <p:strVal val="visible"/>
                                      </p:to>
                                    </p:set>
                                    <p:animEffect transition="in" filter="fade">
                                      <p:cBhvr>
                                        <p:cTn id="20" dur="500"/>
                                        <p:tgtEl>
                                          <p:spTgt spid="19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93"/>
                                        </p:tgtEl>
                                        <p:attrNameLst>
                                          <p:attrName>style.visibility</p:attrName>
                                        </p:attrNameLst>
                                      </p:cBhvr>
                                      <p:to>
                                        <p:strVal val="visible"/>
                                      </p:to>
                                    </p:set>
                                    <p:animEffect transition="in" filter="fade">
                                      <p:cBhvr>
                                        <p:cTn id="23" dur="500"/>
                                        <p:tgtEl>
                                          <p:spTgt spid="1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P spid="194" grpId="0"/>
      <p:bldP spid="14" grpId="0"/>
      <p:bldP spid="183"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pic>
        <p:nvPicPr>
          <p:cNvPr id="182" name="Picture 181">
            <a:extLst>
              <a:ext uri="{FF2B5EF4-FFF2-40B4-BE49-F238E27FC236}">
                <a16:creationId xmlns:a16="http://schemas.microsoft.com/office/drawing/2014/main" id="{864AFE6D-FA7F-376F-F225-7ABD629901CF}"/>
              </a:ext>
            </a:extLst>
          </p:cNvPr>
          <p:cNvPicPr>
            <a:picLocks noChangeAspect="1"/>
          </p:cNvPicPr>
          <p:nvPr/>
        </p:nvPicPr>
        <p:blipFill>
          <a:blip r:embed="rId3"/>
          <a:srcRect/>
          <a:stretch/>
        </p:blipFill>
        <p:spPr>
          <a:xfrm>
            <a:off x="-1534634" y="4905223"/>
            <a:ext cx="1443194" cy="1935920"/>
          </a:xfrm>
          <a:prstGeom prst="rect">
            <a:avLst/>
          </a:prstGeom>
        </p:spPr>
      </p:pic>
      <p:pic>
        <p:nvPicPr>
          <p:cNvPr id="186" name="Body">
            <a:extLst>
              <a:ext uri="{FF2B5EF4-FFF2-40B4-BE49-F238E27FC236}">
                <a16:creationId xmlns:a16="http://schemas.microsoft.com/office/drawing/2014/main" id="{D91F8A26-DC63-7D71-0ECB-9AFDB10DC8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050280" y="5083374"/>
            <a:ext cx="986001" cy="1850646"/>
          </a:xfrm>
          <a:prstGeom prst="rect">
            <a:avLst/>
          </a:prstGeom>
        </p:spPr>
      </p:pic>
      <p:pic>
        <p:nvPicPr>
          <p:cNvPr id="187" name="Arm right">
            <a:extLst>
              <a:ext uri="{FF2B5EF4-FFF2-40B4-BE49-F238E27FC236}">
                <a16:creationId xmlns:a16="http://schemas.microsoft.com/office/drawing/2014/main" id="{A884F19D-9C80-E382-8408-23F13B48186E}"/>
              </a:ext>
            </a:extLst>
          </p:cNvPr>
          <p:cNvPicPr>
            <a:picLocks noChangeAspect="1"/>
          </p:cNvPicPr>
          <p:nvPr/>
        </p:nvPicPr>
        <p:blipFill>
          <a:blip r:embed="rId5"/>
          <a:stretch>
            <a:fillRect/>
          </a:stretch>
        </p:blipFill>
        <p:spPr>
          <a:xfrm rot="6578829">
            <a:off x="-5533637" y="5799807"/>
            <a:ext cx="254171" cy="408011"/>
          </a:xfrm>
          <a:prstGeom prst="rect">
            <a:avLst/>
          </a:prstGeom>
        </p:spPr>
      </p:pic>
      <p:pic>
        <p:nvPicPr>
          <p:cNvPr id="188" name="Arm left">
            <a:extLst>
              <a:ext uri="{FF2B5EF4-FFF2-40B4-BE49-F238E27FC236}">
                <a16:creationId xmlns:a16="http://schemas.microsoft.com/office/drawing/2014/main" id="{7CD09C1E-5B0E-0601-A9A1-35CCE7AF4D5E}"/>
              </a:ext>
            </a:extLst>
          </p:cNvPr>
          <p:cNvPicPr>
            <a:picLocks noChangeAspect="1"/>
          </p:cNvPicPr>
          <p:nvPr/>
        </p:nvPicPr>
        <p:blipFill>
          <a:blip r:embed="rId6"/>
          <a:stretch>
            <a:fillRect/>
          </a:stretch>
        </p:blipFill>
        <p:spPr>
          <a:xfrm rot="20618759">
            <a:off x="-5852422" y="5853529"/>
            <a:ext cx="316139" cy="321994"/>
          </a:xfrm>
          <a:prstGeom prst="rect">
            <a:avLst/>
          </a:prstGeom>
        </p:spPr>
      </p:pic>
      <p:grpSp>
        <p:nvGrpSpPr>
          <p:cNvPr id="189" name="!!Group 3">
            <a:extLst>
              <a:ext uri="{FF2B5EF4-FFF2-40B4-BE49-F238E27FC236}">
                <a16:creationId xmlns:a16="http://schemas.microsoft.com/office/drawing/2014/main" id="{62CCD505-9CF8-C4A6-748F-128E60E1C689}"/>
              </a:ext>
            </a:extLst>
          </p:cNvPr>
          <p:cNvGrpSpPr/>
          <p:nvPr/>
        </p:nvGrpSpPr>
        <p:grpSpPr>
          <a:xfrm rot="914079">
            <a:off x="-5683787" y="5291964"/>
            <a:ext cx="239153" cy="194073"/>
            <a:chOff x="2377145" y="2887611"/>
            <a:chExt cx="191556" cy="155449"/>
          </a:xfrm>
        </p:grpSpPr>
        <p:sp>
          <p:nvSpPr>
            <p:cNvPr id="190" name="Eye 2">
              <a:extLst>
                <a:ext uri="{FF2B5EF4-FFF2-40B4-BE49-F238E27FC236}">
                  <a16:creationId xmlns:a16="http://schemas.microsoft.com/office/drawing/2014/main" id="{E7BD3CDF-1338-547D-68B0-A065180DB4DB}"/>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1" name="Eye 1">
              <a:extLst>
                <a:ext uri="{FF2B5EF4-FFF2-40B4-BE49-F238E27FC236}">
                  <a16:creationId xmlns:a16="http://schemas.microsoft.com/office/drawing/2014/main" id="{8E76CD2D-0195-2A08-BD0C-87EB05F04A46}"/>
                </a:ext>
              </a:extLst>
            </p:cNvPr>
            <p:cNvSpPr/>
            <p:nvPr/>
          </p:nvSpPr>
          <p:spPr>
            <a:xfrm>
              <a:off x="2509730" y="2887611"/>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192" name="!!Smile">
              <a:extLst>
                <a:ext uri="{FF2B5EF4-FFF2-40B4-BE49-F238E27FC236}">
                  <a16:creationId xmlns:a16="http://schemas.microsoft.com/office/drawing/2014/main" id="{A878C53D-8982-6236-C4B4-40DCB0B57D64}"/>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3" name="!!Speech Bubble: Rectangle 19">
            <a:extLst>
              <a:ext uri="{FF2B5EF4-FFF2-40B4-BE49-F238E27FC236}">
                <a16:creationId xmlns:a16="http://schemas.microsoft.com/office/drawing/2014/main" id="{CCA6A37C-49B6-2818-F040-D13CEA3FAA2A}"/>
              </a:ext>
            </a:extLst>
          </p:cNvPr>
          <p:cNvSpPr/>
          <p:nvPr/>
        </p:nvSpPr>
        <p:spPr>
          <a:xfrm>
            <a:off x="-5164361" y="4762152"/>
            <a:ext cx="1727741" cy="615370"/>
          </a:xfrm>
          <a:prstGeom prst="wedgeRectCallout">
            <a:avLst>
              <a:gd name="adj1" fmla="val -61354"/>
              <a:gd name="adj2" fmla="val 3521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TextBox 20">
            <a:extLst>
              <a:ext uri="{FF2B5EF4-FFF2-40B4-BE49-F238E27FC236}">
                <a16:creationId xmlns:a16="http://schemas.microsoft.com/office/drawing/2014/main" id="{23432352-1B94-EAB1-B346-DC16B2CE0F46}"/>
              </a:ext>
            </a:extLst>
          </p:cNvPr>
          <p:cNvSpPr txBox="1"/>
          <p:nvPr/>
        </p:nvSpPr>
        <p:spPr>
          <a:xfrm>
            <a:off x="-5164361" y="4743417"/>
            <a:ext cx="1727741"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Whelp, that's an easy choice.</a:t>
            </a:r>
          </a:p>
        </p:txBody>
      </p:sp>
      <p:pic>
        <p:nvPicPr>
          <p:cNvPr id="6" name="Picture 5">
            <a:extLst>
              <a:ext uri="{FF2B5EF4-FFF2-40B4-BE49-F238E27FC236}">
                <a16:creationId xmlns:a16="http://schemas.microsoft.com/office/drawing/2014/main" id="{2A3EA66A-C65D-B2D5-6AE9-FF34B89F8393}"/>
              </a:ext>
            </a:extLst>
          </p:cNvPr>
          <p:cNvPicPr>
            <a:picLocks noChangeAspect="1"/>
          </p:cNvPicPr>
          <p:nvPr/>
        </p:nvPicPr>
        <p:blipFill>
          <a:blip r:embed="rId7"/>
          <a:stretch>
            <a:fillRect/>
          </a:stretch>
        </p:blipFill>
        <p:spPr>
          <a:xfrm>
            <a:off x="-2336197" y="6092109"/>
            <a:ext cx="801563" cy="765891"/>
          </a:xfrm>
          <a:prstGeom prst="rect">
            <a:avLst/>
          </a:prstGeom>
        </p:spPr>
      </p:pic>
      <p:pic>
        <p:nvPicPr>
          <p:cNvPr id="9" name="!!SmartWasher">
            <a:extLst>
              <a:ext uri="{FF2B5EF4-FFF2-40B4-BE49-F238E27FC236}">
                <a16:creationId xmlns:a16="http://schemas.microsoft.com/office/drawing/2014/main" id="{73079C38-B559-9F0C-2489-E5DF390E7863}"/>
              </a:ext>
            </a:extLst>
          </p:cNvPr>
          <p:cNvPicPr>
            <a:picLocks noChangeAspect="1"/>
          </p:cNvPicPr>
          <p:nvPr/>
        </p:nvPicPr>
        <p:blipFill>
          <a:blip r:embed="rId3"/>
          <a:srcRect/>
          <a:stretch/>
        </p:blipFill>
        <p:spPr>
          <a:xfrm>
            <a:off x="12406952" y="4922080"/>
            <a:ext cx="1443194" cy="1935920"/>
          </a:xfrm>
          <a:prstGeom prst="rect">
            <a:avLst/>
          </a:prstGeom>
        </p:spPr>
      </p:pic>
      <p:pic>
        <p:nvPicPr>
          <p:cNvPr id="10" name="!!Container">
            <a:extLst>
              <a:ext uri="{FF2B5EF4-FFF2-40B4-BE49-F238E27FC236}">
                <a16:creationId xmlns:a16="http://schemas.microsoft.com/office/drawing/2014/main" id="{664FB6C1-7F6A-5E99-78C9-E3378C3AD336}"/>
              </a:ext>
            </a:extLst>
          </p:cNvPr>
          <p:cNvPicPr>
            <a:picLocks noChangeAspect="1"/>
          </p:cNvPicPr>
          <p:nvPr/>
        </p:nvPicPr>
        <p:blipFill>
          <a:blip r:embed="rId8"/>
          <a:stretch>
            <a:fillRect/>
          </a:stretch>
        </p:blipFill>
        <p:spPr>
          <a:xfrm>
            <a:off x="12359642" y="3999383"/>
            <a:ext cx="1555737" cy="922697"/>
          </a:xfrm>
          <a:prstGeom prst="rect">
            <a:avLst/>
          </a:prstGeom>
        </p:spPr>
      </p:pic>
      <p:pic>
        <p:nvPicPr>
          <p:cNvPr id="12" name="Picture 11">
            <a:extLst>
              <a:ext uri="{FF2B5EF4-FFF2-40B4-BE49-F238E27FC236}">
                <a16:creationId xmlns:a16="http://schemas.microsoft.com/office/drawing/2014/main" id="{4ABD9719-AC7A-BD28-D29E-D3DCF835F1DF}"/>
              </a:ext>
            </a:extLst>
          </p:cNvPr>
          <p:cNvPicPr>
            <a:picLocks noChangeAspect="1"/>
          </p:cNvPicPr>
          <p:nvPr/>
        </p:nvPicPr>
        <p:blipFill>
          <a:blip r:embed="rId9">
            <a:duotone>
              <a:prstClr val="black"/>
              <a:schemeClr val="accent4">
                <a:tint val="45000"/>
                <a:satMod val="400000"/>
              </a:schemeClr>
            </a:duotone>
            <a:extLst>
              <a:ext uri="{28A0092B-C50C-407E-A947-70E740481C1C}">
                <a14:useLocalDpi xmlns:a14="http://schemas.microsoft.com/office/drawing/2010/main" val="0"/>
              </a:ext>
            </a:extLst>
          </a:blip>
          <a:srcRect/>
          <a:stretch/>
        </p:blipFill>
        <p:spPr>
          <a:xfrm>
            <a:off x="12847259" y="4905223"/>
            <a:ext cx="580502" cy="496307"/>
          </a:xfrm>
          <a:prstGeom prst="rect">
            <a:avLst/>
          </a:prstGeom>
        </p:spPr>
      </p:pic>
      <p:sp>
        <p:nvSpPr>
          <p:cNvPr id="14" name="Sensor text">
            <a:extLst>
              <a:ext uri="{FF2B5EF4-FFF2-40B4-BE49-F238E27FC236}">
                <a16:creationId xmlns:a16="http://schemas.microsoft.com/office/drawing/2014/main" id="{43E0CC59-F2D5-C836-5214-30E7B7103A20}"/>
              </a:ext>
            </a:extLst>
          </p:cNvPr>
          <p:cNvSpPr txBox="1"/>
          <p:nvPr/>
        </p:nvSpPr>
        <p:spPr>
          <a:xfrm>
            <a:off x="13850146" y="2513182"/>
            <a:ext cx="4272905" cy="163121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"Smart washer" with crappy app that relies on cloud services</a:t>
            </a:r>
          </a:p>
          <a:p>
            <a:pPr algn="ctr"/>
            <a:endParaRPr lang="en-US" sz="2000" dirty="0">
              <a:solidFill>
                <a:srgbClr val="C00000"/>
              </a:solidFill>
              <a:latin typeface="Segoe Print" panose="02000600000000000000" pitchFamily="2" charset="0"/>
            </a:endParaRPr>
          </a:p>
          <a:p>
            <a:pPr algn="ctr"/>
            <a:r>
              <a:rPr lang="en-US" sz="2000" dirty="0">
                <a:solidFill>
                  <a:srgbClr val="C00000"/>
                </a:solidFill>
                <a:latin typeface="Segoe Print" panose="02000600000000000000" pitchFamily="2" charset="0"/>
              </a:rPr>
              <a:t>$1000+</a:t>
            </a:r>
          </a:p>
        </p:txBody>
      </p:sp>
      <p:grpSp>
        <p:nvGrpSpPr>
          <p:cNvPr id="15" name="Arrow 2">
            <a:extLst>
              <a:ext uri="{FF2B5EF4-FFF2-40B4-BE49-F238E27FC236}">
                <a16:creationId xmlns:a16="http://schemas.microsoft.com/office/drawing/2014/main" id="{A5885318-C864-9A91-BA60-0BDD556DD9E8}"/>
              </a:ext>
            </a:extLst>
          </p:cNvPr>
          <p:cNvGrpSpPr>
            <a:grpSpLocks noChangeAspect="1"/>
          </p:cNvGrpSpPr>
          <p:nvPr/>
        </p:nvGrpSpPr>
        <p:grpSpPr bwMode="auto">
          <a:xfrm rot="5663831" flipH="1">
            <a:off x="13136445" y="3070438"/>
            <a:ext cx="904172" cy="943180"/>
            <a:chOff x="1328" y="0"/>
            <a:chExt cx="3106" cy="3240"/>
          </a:xfrm>
          <a:solidFill>
            <a:srgbClr val="C00000"/>
          </a:solidFill>
        </p:grpSpPr>
        <p:sp>
          <p:nvSpPr>
            <p:cNvPr id="16" name="Freeform 716">
              <a:extLst>
                <a:ext uri="{FF2B5EF4-FFF2-40B4-BE49-F238E27FC236}">
                  <a16:creationId xmlns:a16="http://schemas.microsoft.com/office/drawing/2014/main" id="{9D0F85D9-7325-4F56-7775-66FA2A2C41E6}"/>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17">
              <a:extLst>
                <a:ext uri="{FF2B5EF4-FFF2-40B4-BE49-F238E27FC236}">
                  <a16:creationId xmlns:a16="http://schemas.microsoft.com/office/drawing/2014/main" id="{99E67914-01E2-AD01-580F-A1D551FB666F}"/>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18">
              <a:extLst>
                <a:ext uri="{FF2B5EF4-FFF2-40B4-BE49-F238E27FC236}">
                  <a16:creationId xmlns:a16="http://schemas.microsoft.com/office/drawing/2014/main" id="{4BF8E7AC-4FA0-1A26-71B4-B96AC16CDF77}"/>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 name="Freeform 719">
              <a:extLst>
                <a:ext uri="{FF2B5EF4-FFF2-40B4-BE49-F238E27FC236}">
                  <a16:creationId xmlns:a16="http://schemas.microsoft.com/office/drawing/2014/main" id="{ADA4439A-24EA-5437-0495-E788F9D6434C}"/>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0">
              <a:extLst>
                <a:ext uri="{FF2B5EF4-FFF2-40B4-BE49-F238E27FC236}">
                  <a16:creationId xmlns:a16="http://schemas.microsoft.com/office/drawing/2014/main" id="{539681D9-472B-1142-3954-2FD8AD69E9B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1">
              <a:extLst>
                <a:ext uri="{FF2B5EF4-FFF2-40B4-BE49-F238E27FC236}">
                  <a16:creationId xmlns:a16="http://schemas.microsoft.com/office/drawing/2014/main" id="{BFCBABA6-2871-4988-A138-393430854551}"/>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 name="Freeform 722">
              <a:extLst>
                <a:ext uri="{FF2B5EF4-FFF2-40B4-BE49-F238E27FC236}">
                  <a16:creationId xmlns:a16="http://schemas.microsoft.com/office/drawing/2014/main" id="{6F412DA3-10D4-F9AE-D7B7-44653297F34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 name="Freeform 723">
              <a:extLst>
                <a:ext uri="{FF2B5EF4-FFF2-40B4-BE49-F238E27FC236}">
                  <a16:creationId xmlns:a16="http://schemas.microsoft.com/office/drawing/2014/main" id="{91F45001-BEE6-AB60-F3A8-3B34493E8CA4}"/>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4">
              <a:extLst>
                <a:ext uri="{FF2B5EF4-FFF2-40B4-BE49-F238E27FC236}">
                  <a16:creationId xmlns:a16="http://schemas.microsoft.com/office/drawing/2014/main" id="{2CEF6BCE-E222-9B9A-E4E5-BC0A217CDD8E}"/>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25">
              <a:extLst>
                <a:ext uri="{FF2B5EF4-FFF2-40B4-BE49-F238E27FC236}">
                  <a16:creationId xmlns:a16="http://schemas.microsoft.com/office/drawing/2014/main" id="{CB32BE77-06CC-B87E-02B6-4F37E523E5C2}"/>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26">
              <a:extLst>
                <a:ext uri="{FF2B5EF4-FFF2-40B4-BE49-F238E27FC236}">
                  <a16:creationId xmlns:a16="http://schemas.microsoft.com/office/drawing/2014/main" id="{09EF964F-CF62-3AE7-481C-88553C87EE8B}"/>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 name="Freeform 727">
              <a:extLst>
                <a:ext uri="{FF2B5EF4-FFF2-40B4-BE49-F238E27FC236}">
                  <a16:creationId xmlns:a16="http://schemas.microsoft.com/office/drawing/2014/main" id="{21113A18-7F7A-AFEF-8305-F3F93CF419BF}"/>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28">
              <a:extLst>
                <a:ext uri="{FF2B5EF4-FFF2-40B4-BE49-F238E27FC236}">
                  <a16:creationId xmlns:a16="http://schemas.microsoft.com/office/drawing/2014/main" id="{0F5F5F28-31E9-B964-549E-518595BE8C5C}"/>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9">
              <a:extLst>
                <a:ext uri="{FF2B5EF4-FFF2-40B4-BE49-F238E27FC236}">
                  <a16:creationId xmlns:a16="http://schemas.microsoft.com/office/drawing/2014/main" id="{3958F287-7FCA-E6DC-1CEC-A8E9405EF303}"/>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30">
              <a:extLst>
                <a:ext uri="{FF2B5EF4-FFF2-40B4-BE49-F238E27FC236}">
                  <a16:creationId xmlns:a16="http://schemas.microsoft.com/office/drawing/2014/main" id="{0B588655-2AA2-14F7-2A39-7B6C3ECAB39B}"/>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31">
              <a:extLst>
                <a:ext uri="{FF2B5EF4-FFF2-40B4-BE49-F238E27FC236}">
                  <a16:creationId xmlns:a16="http://schemas.microsoft.com/office/drawing/2014/main" id="{9784E4A3-C518-4ACC-A78D-17158941DDF8}"/>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32">
              <a:extLst>
                <a:ext uri="{FF2B5EF4-FFF2-40B4-BE49-F238E27FC236}">
                  <a16:creationId xmlns:a16="http://schemas.microsoft.com/office/drawing/2014/main" id="{A84A007E-C7DC-D5A0-7A1F-82030983407C}"/>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3">
              <a:extLst>
                <a:ext uri="{FF2B5EF4-FFF2-40B4-BE49-F238E27FC236}">
                  <a16:creationId xmlns:a16="http://schemas.microsoft.com/office/drawing/2014/main" id="{A777D484-9BE2-6071-2481-3AFDCAE87466}"/>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4">
              <a:extLst>
                <a:ext uri="{FF2B5EF4-FFF2-40B4-BE49-F238E27FC236}">
                  <a16:creationId xmlns:a16="http://schemas.microsoft.com/office/drawing/2014/main" id="{BE3DD166-6570-74CD-52AF-E13FE19BCB48}"/>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5">
              <a:extLst>
                <a:ext uri="{FF2B5EF4-FFF2-40B4-BE49-F238E27FC236}">
                  <a16:creationId xmlns:a16="http://schemas.microsoft.com/office/drawing/2014/main" id="{147A69B3-923C-9AB2-92F6-07B1E4C4DF6E}"/>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6">
              <a:extLst>
                <a:ext uri="{FF2B5EF4-FFF2-40B4-BE49-F238E27FC236}">
                  <a16:creationId xmlns:a16="http://schemas.microsoft.com/office/drawing/2014/main" id="{0ADDE12A-3A57-DFE0-DE4B-2AB8063AB461}"/>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7">
              <a:extLst>
                <a:ext uri="{FF2B5EF4-FFF2-40B4-BE49-F238E27FC236}">
                  <a16:creationId xmlns:a16="http://schemas.microsoft.com/office/drawing/2014/main" id="{1763194B-2AEB-9531-55C3-6E6C92C4061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8">
              <a:extLst>
                <a:ext uri="{FF2B5EF4-FFF2-40B4-BE49-F238E27FC236}">
                  <a16:creationId xmlns:a16="http://schemas.microsoft.com/office/drawing/2014/main" id="{4DE70372-D5A5-86CC-D75D-785ED3655FAB}"/>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9">
              <a:extLst>
                <a:ext uri="{FF2B5EF4-FFF2-40B4-BE49-F238E27FC236}">
                  <a16:creationId xmlns:a16="http://schemas.microsoft.com/office/drawing/2014/main" id="{6315CE24-94AC-77AA-C2EA-C53F91E776F8}"/>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40">
              <a:extLst>
                <a:ext uri="{FF2B5EF4-FFF2-40B4-BE49-F238E27FC236}">
                  <a16:creationId xmlns:a16="http://schemas.microsoft.com/office/drawing/2014/main" id="{4620C493-F1AD-87F0-F340-F771B5FFF05A}"/>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41">
              <a:extLst>
                <a:ext uri="{FF2B5EF4-FFF2-40B4-BE49-F238E27FC236}">
                  <a16:creationId xmlns:a16="http://schemas.microsoft.com/office/drawing/2014/main" id="{82F1B5A8-DB67-2EF3-F058-3014F7EA2A24}"/>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42">
              <a:extLst>
                <a:ext uri="{FF2B5EF4-FFF2-40B4-BE49-F238E27FC236}">
                  <a16:creationId xmlns:a16="http://schemas.microsoft.com/office/drawing/2014/main" id="{28CA0D2B-E458-8DCE-CFD3-A65C1BEE0500}"/>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3">
              <a:extLst>
                <a:ext uri="{FF2B5EF4-FFF2-40B4-BE49-F238E27FC236}">
                  <a16:creationId xmlns:a16="http://schemas.microsoft.com/office/drawing/2014/main" id="{72888E7B-710D-B151-A294-0040D1440E70}"/>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4">
              <a:extLst>
                <a:ext uri="{FF2B5EF4-FFF2-40B4-BE49-F238E27FC236}">
                  <a16:creationId xmlns:a16="http://schemas.microsoft.com/office/drawing/2014/main" id="{A5FABB93-B6CF-7F0D-F379-08A4987F98E7}"/>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5">
              <a:extLst>
                <a:ext uri="{FF2B5EF4-FFF2-40B4-BE49-F238E27FC236}">
                  <a16:creationId xmlns:a16="http://schemas.microsoft.com/office/drawing/2014/main" id="{472FE63C-3EE9-65BD-F20A-F98F5919E2ED}"/>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6">
              <a:extLst>
                <a:ext uri="{FF2B5EF4-FFF2-40B4-BE49-F238E27FC236}">
                  <a16:creationId xmlns:a16="http://schemas.microsoft.com/office/drawing/2014/main" id="{F4D9E1D0-CA27-B56E-1E36-682AB0413C4E}"/>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7">
              <a:extLst>
                <a:ext uri="{FF2B5EF4-FFF2-40B4-BE49-F238E27FC236}">
                  <a16:creationId xmlns:a16="http://schemas.microsoft.com/office/drawing/2014/main" id="{A8BA26B3-5B66-FF63-5828-7273C4BAE52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8">
              <a:extLst>
                <a:ext uri="{FF2B5EF4-FFF2-40B4-BE49-F238E27FC236}">
                  <a16:creationId xmlns:a16="http://schemas.microsoft.com/office/drawing/2014/main" id="{27104242-57B4-F861-01E7-6D3B7F220421}"/>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9">
              <a:extLst>
                <a:ext uri="{FF2B5EF4-FFF2-40B4-BE49-F238E27FC236}">
                  <a16:creationId xmlns:a16="http://schemas.microsoft.com/office/drawing/2014/main" id="{0851EA95-4283-FBE6-8E22-3495F9BC73D6}"/>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50">
              <a:extLst>
                <a:ext uri="{FF2B5EF4-FFF2-40B4-BE49-F238E27FC236}">
                  <a16:creationId xmlns:a16="http://schemas.microsoft.com/office/drawing/2014/main" id="{7F1B345E-EC31-BCC7-A81C-CA4B60C4717C}"/>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51">
              <a:extLst>
                <a:ext uri="{FF2B5EF4-FFF2-40B4-BE49-F238E27FC236}">
                  <a16:creationId xmlns:a16="http://schemas.microsoft.com/office/drawing/2014/main" id="{0062C941-5E92-EB50-1EFC-BEEB29846D6C}"/>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52">
              <a:extLst>
                <a:ext uri="{FF2B5EF4-FFF2-40B4-BE49-F238E27FC236}">
                  <a16:creationId xmlns:a16="http://schemas.microsoft.com/office/drawing/2014/main" id="{08A01F9F-3ADD-9CC8-1262-7F8BF934B644}"/>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3">
              <a:extLst>
                <a:ext uri="{FF2B5EF4-FFF2-40B4-BE49-F238E27FC236}">
                  <a16:creationId xmlns:a16="http://schemas.microsoft.com/office/drawing/2014/main" id="{9F84D0C5-2980-78AC-CC21-E8F0A132C286}"/>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4">
              <a:extLst>
                <a:ext uri="{FF2B5EF4-FFF2-40B4-BE49-F238E27FC236}">
                  <a16:creationId xmlns:a16="http://schemas.microsoft.com/office/drawing/2014/main" id="{8EF0FDED-F3AA-CD16-0305-E0601638E42F}"/>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5">
              <a:extLst>
                <a:ext uri="{FF2B5EF4-FFF2-40B4-BE49-F238E27FC236}">
                  <a16:creationId xmlns:a16="http://schemas.microsoft.com/office/drawing/2014/main" id="{31FFC1A9-505A-86FC-E4AE-EF377B4C3E6F}"/>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6">
              <a:extLst>
                <a:ext uri="{FF2B5EF4-FFF2-40B4-BE49-F238E27FC236}">
                  <a16:creationId xmlns:a16="http://schemas.microsoft.com/office/drawing/2014/main" id="{25F84070-50E3-601C-00F7-EB867CCDE3DA}"/>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7">
              <a:extLst>
                <a:ext uri="{FF2B5EF4-FFF2-40B4-BE49-F238E27FC236}">
                  <a16:creationId xmlns:a16="http://schemas.microsoft.com/office/drawing/2014/main" id="{CCFC5256-54ED-E87B-691C-ECFC88FD92B2}"/>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8">
              <a:extLst>
                <a:ext uri="{FF2B5EF4-FFF2-40B4-BE49-F238E27FC236}">
                  <a16:creationId xmlns:a16="http://schemas.microsoft.com/office/drawing/2014/main" id="{8BCF599D-4D3C-66A1-0207-50B4E6B1109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9">
              <a:extLst>
                <a:ext uri="{FF2B5EF4-FFF2-40B4-BE49-F238E27FC236}">
                  <a16:creationId xmlns:a16="http://schemas.microsoft.com/office/drawing/2014/main" id="{6AF25275-434F-614F-85B2-A1C2CAA8AFC4}"/>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60">
              <a:extLst>
                <a:ext uri="{FF2B5EF4-FFF2-40B4-BE49-F238E27FC236}">
                  <a16:creationId xmlns:a16="http://schemas.microsoft.com/office/drawing/2014/main" id="{C79BDA51-9AE4-BF7E-9005-E6D6FF0069CF}"/>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61">
              <a:extLst>
                <a:ext uri="{FF2B5EF4-FFF2-40B4-BE49-F238E27FC236}">
                  <a16:creationId xmlns:a16="http://schemas.microsoft.com/office/drawing/2014/main" id="{737138BA-6D56-8FC3-39D7-794872DC66E4}"/>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62">
              <a:extLst>
                <a:ext uri="{FF2B5EF4-FFF2-40B4-BE49-F238E27FC236}">
                  <a16:creationId xmlns:a16="http://schemas.microsoft.com/office/drawing/2014/main" id="{2DBF945F-757B-CA45-0E70-2D3B4041DEED}"/>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3">
              <a:extLst>
                <a:ext uri="{FF2B5EF4-FFF2-40B4-BE49-F238E27FC236}">
                  <a16:creationId xmlns:a16="http://schemas.microsoft.com/office/drawing/2014/main" id="{A560CFC4-0054-DC67-9D4C-16FF4D35B70E}"/>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4">
              <a:extLst>
                <a:ext uri="{FF2B5EF4-FFF2-40B4-BE49-F238E27FC236}">
                  <a16:creationId xmlns:a16="http://schemas.microsoft.com/office/drawing/2014/main" id="{C932710D-ED67-D71F-CDC3-08C63816E3E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5">
              <a:extLst>
                <a:ext uri="{FF2B5EF4-FFF2-40B4-BE49-F238E27FC236}">
                  <a16:creationId xmlns:a16="http://schemas.microsoft.com/office/drawing/2014/main" id="{48C05EDA-ECCD-1F8D-0C44-9D57E7EC935D}"/>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66">
              <a:extLst>
                <a:ext uri="{FF2B5EF4-FFF2-40B4-BE49-F238E27FC236}">
                  <a16:creationId xmlns:a16="http://schemas.microsoft.com/office/drawing/2014/main" id="{99527400-BAE4-1748-8E21-CE92B5528A85}"/>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7">
              <a:extLst>
                <a:ext uri="{FF2B5EF4-FFF2-40B4-BE49-F238E27FC236}">
                  <a16:creationId xmlns:a16="http://schemas.microsoft.com/office/drawing/2014/main" id="{F852EB6E-6B23-96A4-7655-F63F7FE4BFE4}"/>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68">
              <a:extLst>
                <a:ext uri="{FF2B5EF4-FFF2-40B4-BE49-F238E27FC236}">
                  <a16:creationId xmlns:a16="http://schemas.microsoft.com/office/drawing/2014/main" id="{FA393226-09B7-49EF-D45A-C6D81EA6B510}"/>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69">
              <a:extLst>
                <a:ext uri="{FF2B5EF4-FFF2-40B4-BE49-F238E27FC236}">
                  <a16:creationId xmlns:a16="http://schemas.microsoft.com/office/drawing/2014/main" id="{A7749082-0BB0-843C-B115-FC57937024E3}"/>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70">
              <a:extLst>
                <a:ext uri="{FF2B5EF4-FFF2-40B4-BE49-F238E27FC236}">
                  <a16:creationId xmlns:a16="http://schemas.microsoft.com/office/drawing/2014/main" id="{95CDF4DB-D2D6-96F1-F343-A3DA87EBBAD5}"/>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71">
              <a:extLst>
                <a:ext uri="{FF2B5EF4-FFF2-40B4-BE49-F238E27FC236}">
                  <a16:creationId xmlns:a16="http://schemas.microsoft.com/office/drawing/2014/main" id="{6F1D9851-5394-D000-388C-B4B9E41403AC}"/>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72">
              <a:extLst>
                <a:ext uri="{FF2B5EF4-FFF2-40B4-BE49-F238E27FC236}">
                  <a16:creationId xmlns:a16="http://schemas.microsoft.com/office/drawing/2014/main" id="{6500343D-9E59-1A4A-E991-4AF54C41CD5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3">
              <a:extLst>
                <a:ext uri="{FF2B5EF4-FFF2-40B4-BE49-F238E27FC236}">
                  <a16:creationId xmlns:a16="http://schemas.microsoft.com/office/drawing/2014/main" id="{61EFBE8C-4F9D-1E44-F2EB-484A9FEFAD17}"/>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4">
              <a:extLst>
                <a:ext uri="{FF2B5EF4-FFF2-40B4-BE49-F238E27FC236}">
                  <a16:creationId xmlns:a16="http://schemas.microsoft.com/office/drawing/2014/main" id="{6A849161-0244-1B1A-225B-942A628C0E5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5">
              <a:extLst>
                <a:ext uri="{FF2B5EF4-FFF2-40B4-BE49-F238E27FC236}">
                  <a16:creationId xmlns:a16="http://schemas.microsoft.com/office/drawing/2014/main" id="{96A7D810-0C12-0152-93DC-9E25345EBF5D}"/>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6">
              <a:extLst>
                <a:ext uri="{FF2B5EF4-FFF2-40B4-BE49-F238E27FC236}">
                  <a16:creationId xmlns:a16="http://schemas.microsoft.com/office/drawing/2014/main" id="{DE490135-3652-2E87-15A5-9D2912E21A03}"/>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7">
              <a:extLst>
                <a:ext uri="{FF2B5EF4-FFF2-40B4-BE49-F238E27FC236}">
                  <a16:creationId xmlns:a16="http://schemas.microsoft.com/office/drawing/2014/main" id="{265BB243-B42E-10B1-3AD7-976AF1294251}"/>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78">
              <a:extLst>
                <a:ext uri="{FF2B5EF4-FFF2-40B4-BE49-F238E27FC236}">
                  <a16:creationId xmlns:a16="http://schemas.microsoft.com/office/drawing/2014/main" id="{8775E26B-18A6-6E46-B9B3-C60F548C9641}"/>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79">
              <a:extLst>
                <a:ext uri="{FF2B5EF4-FFF2-40B4-BE49-F238E27FC236}">
                  <a16:creationId xmlns:a16="http://schemas.microsoft.com/office/drawing/2014/main" id="{AFB242EF-1287-7D49-A012-9E36B33BE578}"/>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80">
              <a:extLst>
                <a:ext uri="{FF2B5EF4-FFF2-40B4-BE49-F238E27FC236}">
                  <a16:creationId xmlns:a16="http://schemas.microsoft.com/office/drawing/2014/main" id="{10338DA4-7CC8-2EED-ED5F-E482C638E0D9}"/>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81">
              <a:extLst>
                <a:ext uri="{FF2B5EF4-FFF2-40B4-BE49-F238E27FC236}">
                  <a16:creationId xmlns:a16="http://schemas.microsoft.com/office/drawing/2014/main" id="{EC3C4EED-C585-EC08-605F-ED5F776513F7}"/>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82">
              <a:extLst>
                <a:ext uri="{FF2B5EF4-FFF2-40B4-BE49-F238E27FC236}">
                  <a16:creationId xmlns:a16="http://schemas.microsoft.com/office/drawing/2014/main" id="{0D3F1BDB-5D35-72E8-2256-92B935B0855C}"/>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3">
              <a:extLst>
                <a:ext uri="{FF2B5EF4-FFF2-40B4-BE49-F238E27FC236}">
                  <a16:creationId xmlns:a16="http://schemas.microsoft.com/office/drawing/2014/main" id="{B6E983BC-FA19-47E5-B19F-BBF581DCD91A}"/>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4">
              <a:extLst>
                <a:ext uri="{FF2B5EF4-FFF2-40B4-BE49-F238E27FC236}">
                  <a16:creationId xmlns:a16="http://schemas.microsoft.com/office/drawing/2014/main" id="{A940A5D3-FA98-C331-5ECB-F9A3F2164A93}"/>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5">
              <a:extLst>
                <a:ext uri="{FF2B5EF4-FFF2-40B4-BE49-F238E27FC236}">
                  <a16:creationId xmlns:a16="http://schemas.microsoft.com/office/drawing/2014/main" id="{39D1263D-670C-9772-4771-D67A527FF998}"/>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6">
              <a:extLst>
                <a:ext uri="{FF2B5EF4-FFF2-40B4-BE49-F238E27FC236}">
                  <a16:creationId xmlns:a16="http://schemas.microsoft.com/office/drawing/2014/main" id="{9F95E9AB-93C5-3697-BD77-FA48B633BB0B}"/>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7">
              <a:extLst>
                <a:ext uri="{FF2B5EF4-FFF2-40B4-BE49-F238E27FC236}">
                  <a16:creationId xmlns:a16="http://schemas.microsoft.com/office/drawing/2014/main" id="{07886203-8FDE-4CA1-E455-A57DC3E00D53}"/>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88">
              <a:extLst>
                <a:ext uri="{FF2B5EF4-FFF2-40B4-BE49-F238E27FC236}">
                  <a16:creationId xmlns:a16="http://schemas.microsoft.com/office/drawing/2014/main" id="{553A825D-B081-1293-15DD-A8CDEAA7D656}"/>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89">
              <a:extLst>
                <a:ext uri="{FF2B5EF4-FFF2-40B4-BE49-F238E27FC236}">
                  <a16:creationId xmlns:a16="http://schemas.microsoft.com/office/drawing/2014/main" id="{2F9A4469-E1A2-DE8F-0C24-FEAEAD4FAC74}"/>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90">
              <a:extLst>
                <a:ext uri="{FF2B5EF4-FFF2-40B4-BE49-F238E27FC236}">
                  <a16:creationId xmlns:a16="http://schemas.microsoft.com/office/drawing/2014/main" id="{474DFD03-8C47-FE5B-9BE7-2CF334ACC24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91">
              <a:extLst>
                <a:ext uri="{FF2B5EF4-FFF2-40B4-BE49-F238E27FC236}">
                  <a16:creationId xmlns:a16="http://schemas.microsoft.com/office/drawing/2014/main" id="{99735E29-3537-6ED7-DC7C-932AE6A6691A}"/>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92">
              <a:extLst>
                <a:ext uri="{FF2B5EF4-FFF2-40B4-BE49-F238E27FC236}">
                  <a16:creationId xmlns:a16="http://schemas.microsoft.com/office/drawing/2014/main" id="{A0797695-01FC-A4C8-28F4-51008027F0C0}"/>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3">
              <a:extLst>
                <a:ext uri="{FF2B5EF4-FFF2-40B4-BE49-F238E27FC236}">
                  <a16:creationId xmlns:a16="http://schemas.microsoft.com/office/drawing/2014/main" id="{27E63B89-9B5F-B041-7AC8-7D1BB719CAC5}"/>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4">
              <a:extLst>
                <a:ext uri="{FF2B5EF4-FFF2-40B4-BE49-F238E27FC236}">
                  <a16:creationId xmlns:a16="http://schemas.microsoft.com/office/drawing/2014/main" id="{4C7D7EEC-0A10-15A1-6A51-B8FAA4CD723F}"/>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5">
              <a:extLst>
                <a:ext uri="{FF2B5EF4-FFF2-40B4-BE49-F238E27FC236}">
                  <a16:creationId xmlns:a16="http://schemas.microsoft.com/office/drawing/2014/main" id="{0DF84B1E-1774-E187-8767-B88F56CE4E89}"/>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6">
              <a:extLst>
                <a:ext uri="{FF2B5EF4-FFF2-40B4-BE49-F238E27FC236}">
                  <a16:creationId xmlns:a16="http://schemas.microsoft.com/office/drawing/2014/main" id="{47FA8527-8B34-A2BC-4870-7256010B3E88}"/>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7">
              <a:extLst>
                <a:ext uri="{FF2B5EF4-FFF2-40B4-BE49-F238E27FC236}">
                  <a16:creationId xmlns:a16="http://schemas.microsoft.com/office/drawing/2014/main" id="{1264439E-2E67-5302-5F5E-4BCC124DD348}"/>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98">
              <a:extLst>
                <a:ext uri="{FF2B5EF4-FFF2-40B4-BE49-F238E27FC236}">
                  <a16:creationId xmlns:a16="http://schemas.microsoft.com/office/drawing/2014/main" id="{70AE04D2-0891-CB2C-17DF-06F713816639}"/>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99">
              <a:extLst>
                <a:ext uri="{FF2B5EF4-FFF2-40B4-BE49-F238E27FC236}">
                  <a16:creationId xmlns:a16="http://schemas.microsoft.com/office/drawing/2014/main" id="{51693F51-B657-E1D8-5030-9FD9E5E95FE5}"/>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800">
              <a:extLst>
                <a:ext uri="{FF2B5EF4-FFF2-40B4-BE49-F238E27FC236}">
                  <a16:creationId xmlns:a16="http://schemas.microsoft.com/office/drawing/2014/main" id="{7070794B-200B-F692-AD99-155BE457476F}"/>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801">
              <a:extLst>
                <a:ext uri="{FF2B5EF4-FFF2-40B4-BE49-F238E27FC236}">
                  <a16:creationId xmlns:a16="http://schemas.microsoft.com/office/drawing/2014/main" id="{B7BD9A1C-63A5-DB92-58BA-8D05EE9B6EF2}"/>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802">
              <a:extLst>
                <a:ext uri="{FF2B5EF4-FFF2-40B4-BE49-F238E27FC236}">
                  <a16:creationId xmlns:a16="http://schemas.microsoft.com/office/drawing/2014/main" id="{C2AA9888-3787-EB75-A4AC-E091CE9BCB4E}"/>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3">
              <a:extLst>
                <a:ext uri="{FF2B5EF4-FFF2-40B4-BE49-F238E27FC236}">
                  <a16:creationId xmlns:a16="http://schemas.microsoft.com/office/drawing/2014/main" id="{12C94E76-4A62-8BA2-C547-54927567D526}"/>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4">
              <a:extLst>
                <a:ext uri="{FF2B5EF4-FFF2-40B4-BE49-F238E27FC236}">
                  <a16:creationId xmlns:a16="http://schemas.microsoft.com/office/drawing/2014/main" id="{FAEACF8B-944F-3F1C-323D-6F8169F8B73A}"/>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5">
              <a:extLst>
                <a:ext uri="{FF2B5EF4-FFF2-40B4-BE49-F238E27FC236}">
                  <a16:creationId xmlns:a16="http://schemas.microsoft.com/office/drawing/2014/main" id="{B43DD1B1-0180-2C81-6327-744D0192C9B6}"/>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6">
              <a:extLst>
                <a:ext uri="{FF2B5EF4-FFF2-40B4-BE49-F238E27FC236}">
                  <a16:creationId xmlns:a16="http://schemas.microsoft.com/office/drawing/2014/main" id="{A589BF4F-57AB-EF22-FE4F-4BF68DCA8D2E}"/>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7">
              <a:extLst>
                <a:ext uri="{FF2B5EF4-FFF2-40B4-BE49-F238E27FC236}">
                  <a16:creationId xmlns:a16="http://schemas.microsoft.com/office/drawing/2014/main" id="{DA921726-92D9-E1C0-9EDC-2C4C3E26CFB3}"/>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08">
              <a:extLst>
                <a:ext uri="{FF2B5EF4-FFF2-40B4-BE49-F238E27FC236}">
                  <a16:creationId xmlns:a16="http://schemas.microsoft.com/office/drawing/2014/main" id="{BFC9190A-50D2-5E4C-9F19-B5F84CF95DF7}"/>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09">
              <a:extLst>
                <a:ext uri="{FF2B5EF4-FFF2-40B4-BE49-F238E27FC236}">
                  <a16:creationId xmlns:a16="http://schemas.microsoft.com/office/drawing/2014/main" id="{38BC312B-DDCD-285C-E388-3AAE111A5C03}"/>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10">
              <a:extLst>
                <a:ext uri="{FF2B5EF4-FFF2-40B4-BE49-F238E27FC236}">
                  <a16:creationId xmlns:a16="http://schemas.microsoft.com/office/drawing/2014/main" id="{55E9982A-C396-DACB-2464-FA7C5D2CC023}"/>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11">
              <a:extLst>
                <a:ext uri="{FF2B5EF4-FFF2-40B4-BE49-F238E27FC236}">
                  <a16:creationId xmlns:a16="http://schemas.microsoft.com/office/drawing/2014/main" id="{0CDF9AEE-87C6-69EF-F469-72B4E83F0DAB}"/>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12">
              <a:extLst>
                <a:ext uri="{FF2B5EF4-FFF2-40B4-BE49-F238E27FC236}">
                  <a16:creationId xmlns:a16="http://schemas.microsoft.com/office/drawing/2014/main" id="{06B31549-B40A-9E4A-D209-8B1EEC7C58D0}"/>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813">
              <a:extLst>
                <a:ext uri="{FF2B5EF4-FFF2-40B4-BE49-F238E27FC236}">
                  <a16:creationId xmlns:a16="http://schemas.microsoft.com/office/drawing/2014/main" id="{A631C033-AC1F-6452-B4B5-F04024E5BA08}"/>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814">
              <a:extLst>
                <a:ext uri="{FF2B5EF4-FFF2-40B4-BE49-F238E27FC236}">
                  <a16:creationId xmlns:a16="http://schemas.microsoft.com/office/drawing/2014/main" id="{0046B6FD-6DF0-BFF7-DD06-C39E5B0C3B16}"/>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83" name="Sensor text">
            <a:extLst>
              <a:ext uri="{FF2B5EF4-FFF2-40B4-BE49-F238E27FC236}">
                <a16:creationId xmlns:a16="http://schemas.microsoft.com/office/drawing/2014/main" id="{23F4698F-3B69-BBA0-5911-51E50146C49E}"/>
              </a:ext>
            </a:extLst>
          </p:cNvPr>
          <p:cNvSpPr txBox="1"/>
          <p:nvPr/>
        </p:nvSpPr>
        <p:spPr>
          <a:xfrm>
            <a:off x="-4534434" y="3461246"/>
            <a:ext cx="3937751" cy="1323439"/>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Smart plug + dumb washer,</a:t>
            </a:r>
          </a:p>
          <a:p>
            <a:pPr algn="ctr"/>
            <a:r>
              <a:rPr lang="en-US" sz="2000" dirty="0">
                <a:solidFill>
                  <a:srgbClr val="C00000"/>
                </a:solidFill>
                <a:latin typeface="Segoe Print" panose="02000600000000000000" pitchFamily="2" charset="0"/>
              </a:rPr>
              <a:t>bespoke notifications</a:t>
            </a:r>
            <a:br>
              <a:rPr lang="en-US" sz="2000" dirty="0">
                <a:solidFill>
                  <a:srgbClr val="C00000"/>
                </a:solidFill>
                <a:latin typeface="Segoe Print" panose="02000600000000000000" pitchFamily="2" charset="0"/>
              </a:rPr>
            </a:b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$20</a:t>
            </a:r>
          </a:p>
        </p:txBody>
      </p:sp>
      <p:grpSp>
        <p:nvGrpSpPr>
          <p:cNvPr id="184" name="Arrow 2">
            <a:extLst>
              <a:ext uri="{FF2B5EF4-FFF2-40B4-BE49-F238E27FC236}">
                <a16:creationId xmlns:a16="http://schemas.microsoft.com/office/drawing/2014/main" id="{2D7581D7-361C-76E8-E662-070EA6A632ED}"/>
              </a:ext>
            </a:extLst>
          </p:cNvPr>
          <p:cNvGrpSpPr>
            <a:grpSpLocks noChangeAspect="1"/>
          </p:cNvGrpSpPr>
          <p:nvPr/>
        </p:nvGrpSpPr>
        <p:grpSpPr bwMode="auto">
          <a:xfrm rot="17651455">
            <a:off x="-2528813" y="4884004"/>
            <a:ext cx="904172" cy="943180"/>
            <a:chOff x="1328" y="0"/>
            <a:chExt cx="3106" cy="3240"/>
          </a:xfrm>
          <a:solidFill>
            <a:srgbClr val="C00000"/>
          </a:solidFill>
        </p:grpSpPr>
        <p:sp>
          <p:nvSpPr>
            <p:cNvPr id="185" name="Freeform 716">
              <a:extLst>
                <a:ext uri="{FF2B5EF4-FFF2-40B4-BE49-F238E27FC236}">
                  <a16:creationId xmlns:a16="http://schemas.microsoft.com/office/drawing/2014/main" id="{35DB986C-D49D-73E1-6AFB-60D4216C0FF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5" name="Freeform 717">
              <a:extLst>
                <a:ext uri="{FF2B5EF4-FFF2-40B4-BE49-F238E27FC236}">
                  <a16:creationId xmlns:a16="http://schemas.microsoft.com/office/drawing/2014/main" id="{8583A494-5BD8-5988-FF2E-4B3DB5ED81E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6" name="Freeform 718">
              <a:extLst>
                <a:ext uri="{FF2B5EF4-FFF2-40B4-BE49-F238E27FC236}">
                  <a16:creationId xmlns:a16="http://schemas.microsoft.com/office/drawing/2014/main" id="{55F3A987-B897-23C5-EF1E-6D9F1E05C363}"/>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7" name="Freeform 719">
              <a:extLst>
                <a:ext uri="{FF2B5EF4-FFF2-40B4-BE49-F238E27FC236}">
                  <a16:creationId xmlns:a16="http://schemas.microsoft.com/office/drawing/2014/main" id="{E2C19B95-9E94-FB51-A0AF-E7895FE96317}"/>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8" name="Freeform 720">
              <a:extLst>
                <a:ext uri="{FF2B5EF4-FFF2-40B4-BE49-F238E27FC236}">
                  <a16:creationId xmlns:a16="http://schemas.microsoft.com/office/drawing/2014/main" id="{2060BCDC-6F99-6BD3-EEEC-5C9BB2626E0D}"/>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99" name="Freeform 721">
              <a:extLst>
                <a:ext uri="{FF2B5EF4-FFF2-40B4-BE49-F238E27FC236}">
                  <a16:creationId xmlns:a16="http://schemas.microsoft.com/office/drawing/2014/main" id="{C27CDA56-8E43-DF4D-A558-A6F36AA68072}"/>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0" name="Freeform 722">
              <a:extLst>
                <a:ext uri="{FF2B5EF4-FFF2-40B4-BE49-F238E27FC236}">
                  <a16:creationId xmlns:a16="http://schemas.microsoft.com/office/drawing/2014/main" id="{A2FF4A9B-4EE4-232D-EE8B-4FEBB433A2C4}"/>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1" name="Freeform 723">
              <a:extLst>
                <a:ext uri="{FF2B5EF4-FFF2-40B4-BE49-F238E27FC236}">
                  <a16:creationId xmlns:a16="http://schemas.microsoft.com/office/drawing/2014/main" id="{FE5B4E05-584A-D6A0-D0DD-A7CE39C7C628}"/>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2" name="Freeform 724">
              <a:extLst>
                <a:ext uri="{FF2B5EF4-FFF2-40B4-BE49-F238E27FC236}">
                  <a16:creationId xmlns:a16="http://schemas.microsoft.com/office/drawing/2014/main" id="{A6092577-0FAD-2E9D-58DD-79385C45BB2E}"/>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3" name="Freeform 725">
              <a:extLst>
                <a:ext uri="{FF2B5EF4-FFF2-40B4-BE49-F238E27FC236}">
                  <a16:creationId xmlns:a16="http://schemas.microsoft.com/office/drawing/2014/main" id="{EF5E73CD-6147-157D-DA7F-8F6425AE715A}"/>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4" name="Freeform 726">
              <a:extLst>
                <a:ext uri="{FF2B5EF4-FFF2-40B4-BE49-F238E27FC236}">
                  <a16:creationId xmlns:a16="http://schemas.microsoft.com/office/drawing/2014/main" id="{420E393A-FAA2-DD5C-AB5A-957F1294D7F0}"/>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5" name="Freeform 727">
              <a:extLst>
                <a:ext uri="{FF2B5EF4-FFF2-40B4-BE49-F238E27FC236}">
                  <a16:creationId xmlns:a16="http://schemas.microsoft.com/office/drawing/2014/main" id="{F8855EE1-A682-A96C-CF44-7743D0B7FB06}"/>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6" name="Freeform 728">
              <a:extLst>
                <a:ext uri="{FF2B5EF4-FFF2-40B4-BE49-F238E27FC236}">
                  <a16:creationId xmlns:a16="http://schemas.microsoft.com/office/drawing/2014/main" id="{1C5AFBFC-9875-F039-7014-A17D9926A949}"/>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7" name="Freeform 729">
              <a:extLst>
                <a:ext uri="{FF2B5EF4-FFF2-40B4-BE49-F238E27FC236}">
                  <a16:creationId xmlns:a16="http://schemas.microsoft.com/office/drawing/2014/main" id="{B7EBE4AE-4E7F-3CCB-1440-4F027019A56A}"/>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8" name="Freeform 730">
              <a:extLst>
                <a:ext uri="{FF2B5EF4-FFF2-40B4-BE49-F238E27FC236}">
                  <a16:creationId xmlns:a16="http://schemas.microsoft.com/office/drawing/2014/main" id="{B0AA7C7E-257F-E4CA-E0A8-4396818CA340}"/>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9" name="Freeform 731">
              <a:extLst>
                <a:ext uri="{FF2B5EF4-FFF2-40B4-BE49-F238E27FC236}">
                  <a16:creationId xmlns:a16="http://schemas.microsoft.com/office/drawing/2014/main" id="{EADE1919-5A23-A3E0-FF12-014DF4AE3631}"/>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0" name="Freeform 732">
              <a:extLst>
                <a:ext uri="{FF2B5EF4-FFF2-40B4-BE49-F238E27FC236}">
                  <a16:creationId xmlns:a16="http://schemas.microsoft.com/office/drawing/2014/main" id="{C5C3CD8E-44E3-6D9A-B561-4A73C80C0F9F}"/>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1" name="Freeform 733">
              <a:extLst>
                <a:ext uri="{FF2B5EF4-FFF2-40B4-BE49-F238E27FC236}">
                  <a16:creationId xmlns:a16="http://schemas.microsoft.com/office/drawing/2014/main" id="{E3367CAF-CF02-BBD7-D3EF-DEC63E925AF3}"/>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2" name="Freeform 734">
              <a:extLst>
                <a:ext uri="{FF2B5EF4-FFF2-40B4-BE49-F238E27FC236}">
                  <a16:creationId xmlns:a16="http://schemas.microsoft.com/office/drawing/2014/main" id="{61339062-905B-CE05-E918-7FE16900E94C}"/>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3" name="Freeform 735">
              <a:extLst>
                <a:ext uri="{FF2B5EF4-FFF2-40B4-BE49-F238E27FC236}">
                  <a16:creationId xmlns:a16="http://schemas.microsoft.com/office/drawing/2014/main" id="{583B286B-89D0-982A-03AB-0F7ADF1F26AC}"/>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4" name="Freeform 736">
              <a:extLst>
                <a:ext uri="{FF2B5EF4-FFF2-40B4-BE49-F238E27FC236}">
                  <a16:creationId xmlns:a16="http://schemas.microsoft.com/office/drawing/2014/main" id="{B9683249-091E-8ACF-2C91-00648AE5D35C}"/>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5" name="Freeform 737">
              <a:extLst>
                <a:ext uri="{FF2B5EF4-FFF2-40B4-BE49-F238E27FC236}">
                  <a16:creationId xmlns:a16="http://schemas.microsoft.com/office/drawing/2014/main" id="{E993D380-006F-C289-F00D-5F706AF4DCA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7" name="Freeform 738">
              <a:extLst>
                <a:ext uri="{FF2B5EF4-FFF2-40B4-BE49-F238E27FC236}">
                  <a16:creationId xmlns:a16="http://schemas.microsoft.com/office/drawing/2014/main" id="{6DD9CDFD-1455-6C6B-C57E-1D6EFCA5EC56}"/>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8" name="Freeform 739">
              <a:extLst>
                <a:ext uri="{FF2B5EF4-FFF2-40B4-BE49-F238E27FC236}">
                  <a16:creationId xmlns:a16="http://schemas.microsoft.com/office/drawing/2014/main" id="{7845AD21-7393-0A83-84E5-B1977905B9EC}"/>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9" name="Freeform 740">
              <a:extLst>
                <a:ext uri="{FF2B5EF4-FFF2-40B4-BE49-F238E27FC236}">
                  <a16:creationId xmlns:a16="http://schemas.microsoft.com/office/drawing/2014/main" id="{ACA73B64-8454-79B0-C44A-C06F6656E7E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0" name="Freeform 741">
              <a:extLst>
                <a:ext uri="{FF2B5EF4-FFF2-40B4-BE49-F238E27FC236}">
                  <a16:creationId xmlns:a16="http://schemas.microsoft.com/office/drawing/2014/main" id="{C2850FEF-7201-ED92-B937-B12EE57B3296}"/>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1" name="Freeform 742">
              <a:extLst>
                <a:ext uri="{FF2B5EF4-FFF2-40B4-BE49-F238E27FC236}">
                  <a16:creationId xmlns:a16="http://schemas.microsoft.com/office/drawing/2014/main" id="{7D6E3DB5-E225-AF72-4588-089B3AD5A057}"/>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2" name="Freeform 743">
              <a:extLst>
                <a:ext uri="{FF2B5EF4-FFF2-40B4-BE49-F238E27FC236}">
                  <a16:creationId xmlns:a16="http://schemas.microsoft.com/office/drawing/2014/main" id="{37EECD93-74B3-DB87-834C-43C34492A32E}"/>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3" name="Freeform 744">
              <a:extLst>
                <a:ext uri="{FF2B5EF4-FFF2-40B4-BE49-F238E27FC236}">
                  <a16:creationId xmlns:a16="http://schemas.microsoft.com/office/drawing/2014/main" id="{69B23733-759C-8E24-BDB8-20DD2B4FCADE}"/>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4" name="Freeform 745">
              <a:extLst>
                <a:ext uri="{FF2B5EF4-FFF2-40B4-BE49-F238E27FC236}">
                  <a16:creationId xmlns:a16="http://schemas.microsoft.com/office/drawing/2014/main" id="{A35CED39-2889-E25D-8E29-DD0AD66E60F8}"/>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5" name="Freeform 746">
              <a:extLst>
                <a:ext uri="{FF2B5EF4-FFF2-40B4-BE49-F238E27FC236}">
                  <a16:creationId xmlns:a16="http://schemas.microsoft.com/office/drawing/2014/main" id="{ED9115BD-1678-DFDF-846D-8903D5F22A98}"/>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6" name="Freeform 747">
              <a:extLst>
                <a:ext uri="{FF2B5EF4-FFF2-40B4-BE49-F238E27FC236}">
                  <a16:creationId xmlns:a16="http://schemas.microsoft.com/office/drawing/2014/main" id="{975FCB89-4369-CB2A-DA67-0D8D13AD4299}"/>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7" name="Freeform 748">
              <a:extLst>
                <a:ext uri="{FF2B5EF4-FFF2-40B4-BE49-F238E27FC236}">
                  <a16:creationId xmlns:a16="http://schemas.microsoft.com/office/drawing/2014/main" id="{B5E92237-05D7-CFBF-4C75-35B672CC8F5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8" name="Freeform 749">
              <a:extLst>
                <a:ext uri="{FF2B5EF4-FFF2-40B4-BE49-F238E27FC236}">
                  <a16:creationId xmlns:a16="http://schemas.microsoft.com/office/drawing/2014/main" id="{8014EB0C-0523-7323-55BB-36AAEC5855A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29" name="Freeform 750">
              <a:extLst>
                <a:ext uri="{FF2B5EF4-FFF2-40B4-BE49-F238E27FC236}">
                  <a16:creationId xmlns:a16="http://schemas.microsoft.com/office/drawing/2014/main" id="{B472F84D-A8D2-82F0-3A27-2B269D3DCEA9}"/>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0" name="Freeform 751">
              <a:extLst>
                <a:ext uri="{FF2B5EF4-FFF2-40B4-BE49-F238E27FC236}">
                  <a16:creationId xmlns:a16="http://schemas.microsoft.com/office/drawing/2014/main" id="{5D8D0303-0024-2441-C974-3CC6C3D792E8}"/>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1" name="Freeform 752">
              <a:extLst>
                <a:ext uri="{FF2B5EF4-FFF2-40B4-BE49-F238E27FC236}">
                  <a16:creationId xmlns:a16="http://schemas.microsoft.com/office/drawing/2014/main" id="{1CF0C4D4-482F-E10B-4E69-604176C2218B}"/>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2" name="Freeform 753">
              <a:extLst>
                <a:ext uri="{FF2B5EF4-FFF2-40B4-BE49-F238E27FC236}">
                  <a16:creationId xmlns:a16="http://schemas.microsoft.com/office/drawing/2014/main" id="{6EC433DA-5C2A-EE0C-CD45-24C92CC21B9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3" name="Freeform 754">
              <a:extLst>
                <a:ext uri="{FF2B5EF4-FFF2-40B4-BE49-F238E27FC236}">
                  <a16:creationId xmlns:a16="http://schemas.microsoft.com/office/drawing/2014/main" id="{5709AB74-F63F-8CFD-C168-B22AF3F8EE4E}"/>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4" name="Freeform 755">
              <a:extLst>
                <a:ext uri="{FF2B5EF4-FFF2-40B4-BE49-F238E27FC236}">
                  <a16:creationId xmlns:a16="http://schemas.microsoft.com/office/drawing/2014/main" id="{C31AAEB9-5BD9-CC9F-03D5-3B2D0386DAA9}"/>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5" name="Freeform 756">
              <a:extLst>
                <a:ext uri="{FF2B5EF4-FFF2-40B4-BE49-F238E27FC236}">
                  <a16:creationId xmlns:a16="http://schemas.microsoft.com/office/drawing/2014/main" id="{D9C8D715-03D1-B6F2-795B-2693F6DCBDBB}"/>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6" name="Freeform 757">
              <a:extLst>
                <a:ext uri="{FF2B5EF4-FFF2-40B4-BE49-F238E27FC236}">
                  <a16:creationId xmlns:a16="http://schemas.microsoft.com/office/drawing/2014/main" id="{2E45B1A0-F887-9DD6-CACB-844F9FA2167B}"/>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7" name="Freeform 758">
              <a:extLst>
                <a:ext uri="{FF2B5EF4-FFF2-40B4-BE49-F238E27FC236}">
                  <a16:creationId xmlns:a16="http://schemas.microsoft.com/office/drawing/2014/main" id="{CACE736F-FC13-942F-A5B0-7FCDB6EF1F09}"/>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8" name="Freeform 759">
              <a:extLst>
                <a:ext uri="{FF2B5EF4-FFF2-40B4-BE49-F238E27FC236}">
                  <a16:creationId xmlns:a16="http://schemas.microsoft.com/office/drawing/2014/main" id="{B10C6368-B29D-A86F-20C8-DDE4948B1F0B}"/>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39" name="Freeform 760">
              <a:extLst>
                <a:ext uri="{FF2B5EF4-FFF2-40B4-BE49-F238E27FC236}">
                  <a16:creationId xmlns:a16="http://schemas.microsoft.com/office/drawing/2014/main" id="{7D5DBF2C-929C-D037-A6D0-43CA08460662}"/>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0" name="Freeform 761">
              <a:extLst>
                <a:ext uri="{FF2B5EF4-FFF2-40B4-BE49-F238E27FC236}">
                  <a16:creationId xmlns:a16="http://schemas.microsoft.com/office/drawing/2014/main" id="{80DE1D56-A5AA-7735-6DAF-4958C677718F}"/>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1" name="Freeform 762">
              <a:extLst>
                <a:ext uri="{FF2B5EF4-FFF2-40B4-BE49-F238E27FC236}">
                  <a16:creationId xmlns:a16="http://schemas.microsoft.com/office/drawing/2014/main" id="{F0D73A2E-800A-6DFC-9074-898916B14AAD}"/>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2" name="Freeform 763">
              <a:extLst>
                <a:ext uri="{FF2B5EF4-FFF2-40B4-BE49-F238E27FC236}">
                  <a16:creationId xmlns:a16="http://schemas.microsoft.com/office/drawing/2014/main" id="{EB2FD693-4AAB-C24A-4A9A-832EAAA0CE3A}"/>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3" name="Freeform 764">
              <a:extLst>
                <a:ext uri="{FF2B5EF4-FFF2-40B4-BE49-F238E27FC236}">
                  <a16:creationId xmlns:a16="http://schemas.microsoft.com/office/drawing/2014/main" id="{D433315B-6E34-2EE9-819A-6367CE88E82B}"/>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4" name="Freeform 765">
              <a:extLst>
                <a:ext uri="{FF2B5EF4-FFF2-40B4-BE49-F238E27FC236}">
                  <a16:creationId xmlns:a16="http://schemas.microsoft.com/office/drawing/2014/main" id="{6ED04796-D0E1-FE92-9481-AFE0A7DBA010}"/>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5" name="Freeform 766">
              <a:extLst>
                <a:ext uri="{FF2B5EF4-FFF2-40B4-BE49-F238E27FC236}">
                  <a16:creationId xmlns:a16="http://schemas.microsoft.com/office/drawing/2014/main" id="{A60719AF-AF7C-3380-556D-A3D095D5E6FD}"/>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6" name="Freeform 767">
              <a:extLst>
                <a:ext uri="{FF2B5EF4-FFF2-40B4-BE49-F238E27FC236}">
                  <a16:creationId xmlns:a16="http://schemas.microsoft.com/office/drawing/2014/main" id="{B9925FA0-9001-11D9-6293-4FA30837963A}"/>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7" name="Freeform 768">
              <a:extLst>
                <a:ext uri="{FF2B5EF4-FFF2-40B4-BE49-F238E27FC236}">
                  <a16:creationId xmlns:a16="http://schemas.microsoft.com/office/drawing/2014/main" id="{9828CEC0-6481-4949-9647-CC9E5098CD3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8" name="Freeform 769">
              <a:extLst>
                <a:ext uri="{FF2B5EF4-FFF2-40B4-BE49-F238E27FC236}">
                  <a16:creationId xmlns:a16="http://schemas.microsoft.com/office/drawing/2014/main" id="{4F1BC987-2656-3D2C-E8E6-33E229FCB1FD}"/>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9" name="Freeform 770">
              <a:extLst>
                <a:ext uri="{FF2B5EF4-FFF2-40B4-BE49-F238E27FC236}">
                  <a16:creationId xmlns:a16="http://schemas.microsoft.com/office/drawing/2014/main" id="{7CD9FF65-B24B-E718-73AE-235F0FE4AE35}"/>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0" name="Freeform 771">
              <a:extLst>
                <a:ext uri="{FF2B5EF4-FFF2-40B4-BE49-F238E27FC236}">
                  <a16:creationId xmlns:a16="http://schemas.microsoft.com/office/drawing/2014/main" id="{A9FCD50C-BC56-FBEC-C913-5DBD669B7A17}"/>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1" name="Freeform 772">
              <a:extLst>
                <a:ext uri="{FF2B5EF4-FFF2-40B4-BE49-F238E27FC236}">
                  <a16:creationId xmlns:a16="http://schemas.microsoft.com/office/drawing/2014/main" id="{BE04762C-3DED-7C2D-D731-640065F38AE7}"/>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2" name="Freeform 773">
              <a:extLst>
                <a:ext uri="{FF2B5EF4-FFF2-40B4-BE49-F238E27FC236}">
                  <a16:creationId xmlns:a16="http://schemas.microsoft.com/office/drawing/2014/main" id="{161A046D-861C-C4D9-01C8-4D7E7A006A52}"/>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3" name="Freeform 774">
              <a:extLst>
                <a:ext uri="{FF2B5EF4-FFF2-40B4-BE49-F238E27FC236}">
                  <a16:creationId xmlns:a16="http://schemas.microsoft.com/office/drawing/2014/main" id="{430B1795-1D16-1B85-5EBA-3F167B315E91}"/>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4" name="Freeform 775">
              <a:extLst>
                <a:ext uri="{FF2B5EF4-FFF2-40B4-BE49-F238E27FC236}">
                  <a16:creationId xmlns:a16="http://schemas.microsoft.com/office/drawing/2014/main" id="{ABB30D91-B11F-BF67-3A16-9C39E5C21B04}"/>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5" name="Freeform 776">
              <a:extLst>
                <a:ext uri="{FF2B5EF4-FFF2-40B4-BE49-F238E27FC236}">
                  <a16:creationId xmlns:a16="http://schemas.microsoft.com/office/drawing/2014/main" id="{F80750CC-07BE-16AE-BC9F-492F2A6DE129}"/>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6" name="Freeform 777">
              <a:extLst>
                <a:ext uri="{FF2B5EF4-FFF2-40B4-BE49-F238E27FC236}">
                  <a16:creationId xmlns:a16="http://schemas.microsoft.com/office/drawing/2014/main" id="{54E00A34-FA22-9401-6FED-051B90048E60}"/>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7" name="Freeform 778">
              <a:extLst>
                <a:ext uri="{FF2B5EF4-FFF2-40B4-BE49-F238E27FC236}">
                  <a16:creationId xmlns:a16="http://schemas.microsoft.com/office/drawing/2014/main" id="{180BD9CD-BAD5-C265-03C4-D07B04BE9F42}"/>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8" name="Freeform 779">
              <a:extLst>
                <a:ext uri="{FF2B5EF4-FFF2-40B4-BE49-F238E27FC236}">
                  <a16:creationId xmlns:a16="http://schemas.microsoft.com/office/drawing/2014/main" id="{B19C397B-2F43-45A4-68E9-B0EC14C4E5B2}"/>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9" name="Freeform 780">
              <a:extLst>
                <a:ext uri="{FF2B5EF4-FFF2-40B4-BE49-F238E27FC236}">
                  <a16:creationId xmlns:a16="http://schemas.microsoft.com/office/drawing/2014/main" id="{E75F6942-8DB2-2873-9B3B-89B1FD6E7B3F}"/>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0" name="Freeform 781">
              <a:extLst>
                <a:ext uri="{FF2B5EF4-FFF2-40B4-BE49-F238E27FC236}">
                  <a16:creationId xmlns:a16="http://schemas.microsoft.com/office/drawing/2014/main" id="{696A9454-1491-1820-7503-C6E96BA0FC79}"/>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1" name="Freeform 782">
              <a:extLst>
                <a:ext uri="{FF2B5EF4-FFF2-40B4-BE49-F238E27FC236}">
                  <a16:creationId xmlns:a16="http://schemas.microsoft.com/office/drawing/2014/main" id="{FD054669-63C0-4DE0-47E1-225265498A57}"/>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2" name="Freeform 783">
              <a:extLst>
                <a:ext uri="{FF2B5EF4-FFF2-40B4-BE49-F238E27FC236}">
                  <a16:creationId xmlns:a16="http://schemas.microsoft.com/office/drawing/2014/main" id="{C21C133B-4C73-9231-A8BF-9C3156363571}"/>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3" name="Freeform 784">
              <a:extLst>
                <a:ext uri="{FF2B5EF4-FFF2-40B4-BE49-F238E27FC236}">
                  <a16:creationId xmlns:a16="http://schemas.microsoft.com/office/drawing/2014/main" id="{CF1677C1-3FE1-A17F-CB2D-E7EB531105A0}"/>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4" name="Freeform 785">
              <a:extLst>
                <a:ext uri="{FF2B5EF4-FFF2-40B4-BE49-F238E27FC236}">
                  <a16:creationId xmlns:a16="http://schemas.microsoft.com/office/drawing/2014/main" id="{83019C25-9BB4-C5D7-6214-4FDE8E0EF4BD}"/>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5" name="Freeform 786">
              <a:extLst>
                <a:ext uri="{FF2B5EF4-FFF2-40B4-BE49-F238E27FC236}">
                  <a16:creationId xmlns:a16="http://schemas.microsoft.com/office/drawing/2014/main" id="{2AA1689C-CDB2-8817-297E-8A2E00354E0B}"/>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6" name="Freeform 787">
              <a:extLst>
                <a:ext uri="{FF2B5EF4-FFF2-40B4-BE49-F238E27FC236}">
                  <a16:creationId xmlns:a16="http://schemas.microsoft.com/office/drawing/2014/main" id="{D064690F-BF62-6999-EE5F-7B2E253F5B6B}"/>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7" name="Freeform 788">
              <a:extLst>
                <a:ext uri="{FF2B5EF4-FFF2-40B4-BE49-F238E27FC236}">
                  <a16:creationId xmlns:a16="http://schemas.microsoft.com/office/drawing/2014/main" id="{112BF948-C60C-9F28-163C-1B02A8307E9E}"/>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8" name="Freeform 789">
              <a:extLst>
                <a:ext uri="{FF2B5EF4-FFF2-40B4-BE49-F238E27FC236}">
                  <a16:creationId xmlns:a16="http://schemas.microsoft.com/office/drawing/2014/main" id="{46F75457-D806-F6D9-1ABF-0BF83063E552}"/>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9" name="Freeform 790">
              <a:extLst>
                <a:ext uri="{FF2B5EF4-FFF2-40B4-BE49-F238E27FC236}">
                  <a16:creationId xmlns:a16="http://schemas.microsoft.com/office/drawing/2014/main" id="{52822751-1B16-603C-253E-D734F88C9BE5}"/>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0" name="Freeform 791">
              <a:extLst>
                <a:ext uri="{FF2B5EF4-FFF2-40B4-BE49-F238E27FC236}">
                  <a16:creationId xmlns:a16="http://schemas.microsoft.com/office/drawing/2014/main" id="{6DD91B68-E26C-C7A6-1964-E226C47CEE3A}"/>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1" name="Freeform 792">
              <a:extLst>
                <a:ext uri="{FF2B5EF4-FFF2-40B4-BE49-F238E27FC236}">
                  <a16:creationId xmlns:a16="http://schemas.microsoft.com/office/drawing/2014/main" id="{F19FEA88-92E7-78DA-0C64-4824D8E3BE4C}"/>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2" name="Freeform 793">
              <a:extLst>
                <a:ext uri="{FF2B5EF4-FFF2-40B4-BE49-F238E27FC236}">
                  <a16:creationId xmlns:a16="http://schemas.microsoft.com/office/drawing/2014/main" id="{38876885-C556-F875-4454-FBF5D9370E44}"/>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3" name="Freeform 794">
              <a:extLst>
                <a:ext uri="{FF2B5EF4-FFF2-40B4-BE49-F238E27FC236}">
                  <a16:creationId xmlns:a16="http://schemas.microsoft.com/office/drawing/2014/main" id="{0FF02C1D-0EF3-926D-0251-3B35C1713C00}"/>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4" name="Freeform 795">
              <a:extLst>
                <a:ext uri="{FF2B5EF4-FFF2-40B4-BE49-F238E27FC236}">
                  <a16:creationId xmlns:a16="http://schemas.microsoft.com/office/drawing/2014/main" id="{99DF62E6-AEE6-43E8-48A8-D63801303D92}"/>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5" name="Freeform 796">
              <a:extLst>
                <a:ext uri="{FF2B5EF4-FFF2-40B4-BE49-F238E27FC236}">
                  <a16:creationId xmlns:a16="http://schemas.microsoft.com/office/drawing/2014/main" id="{88786847-28D5-F557-1327-D6C54AED07C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6" name="Freeform 797">
              <a:extLst>
                <a:ext uri="{FF2B5EF4-FFF2-40B4-BE49-F238E27FC236}">
                  <a16:creationId xmlns:a16="http://schemas.microsoft.com/office/drawing/2014/main" id="{CC156F04-51E7-C0AB-D4CB-6571E030B698}"/>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7" name="Freeform 798">
              <a:extLst>
                <a:ext uri="{FF2B5EF4-FFF2-40B4-BE49-F238E27FC236}">
                  <a16:creationId xmlns:a16="http://schemas.microsoft.com/office/drawing/2014/main" id="{FF7D5EDC-3EB7-BAA7-4C8A-53146B99BC52}"/>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8" name="Freeform 799">
              <a:extLst>
                <a:ext uri="{FF2B5EF4-FFF2-40B4-BE49-F238E27FC236}">
                  <a16:creationId xmlns:a16="http://schemas.microsoft.com/office/drawing/2014/main" id="{C9D176EA-6B0F-0F33-4C6A-DF3B1C175E32}"/>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79" name="Freeform 800">
              <a:extLst>
                <a:ext uri="{FF2B5EF4-FFF2-40B4-BE49-F238E27FC236}">
                  <a16:creationId xmlns:a16="http://schemas.microsoft.com/office/drawing/2014/main" id="{9286B60F-ED9D-CA18-BA97-51F4DD0893ED}"/>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0" name="Freeform 801">
              <a:extLst>
                <a:ext uri="{FF2B5EF4-FFF2-40B4-BE49-F238E27FC236}">
                  <a16:creationId xmlns:a16="http://schemas.microsoft.com/office/drawing/2014/main" id="{231C6882-CAA7-7B82-2EDA-0AF650E6AF07}"/>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1" name="Freeform 802">
              <a:extLst>
                <a:ext uri="{FF2B5EF4-FFF2-40B4-BE49-F238E27FC236}">
                  <a16:creationId xmlns:a16="http://schemas.microsoft.com/office/drawing/2014/main" id="{5E574198-5EB8-8EC9-D89E-BCDDE7154A7B}"/>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2" name="Freeform 803">
              <a:extLst>
                <a:ext uri="{FF2B5EF4-FFF2-40B4-BE49-F238E27FC236}">
                  <a16:creationId xmlns:a16="http://schemas.microsoft.com/office/drawing/2014/main" id="{DB39587D-17C7-0A66-CAC0-9F2B4C616E92}"/>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3" name="Freeform 804">
              <a:extLst>
                <a:ext uri="{FF2B5EF4-FFF2-40B4-BE49-F238E27FC236}">
                  <a16:creationId xmlns:a16="http://schemas.microsoft.com/office/drawing/2014/main" id="{E413D6A6-A6F4-57C2-FF25-560B7A66B214}"/>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4" name="Freeform 805">
              <a:extLst>
                <a:ext uri="{FF2B5EF4-FFF2-40B4-BE49-F238E27FC236}">
                  <a16:creationId xmlns:a16="http://schemas.microsoft.com/office/drawing/2014/main" id="{6A3DD7EC-6763-6856-1623-5D8B344D1BC7}"/>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5" name="Freeform 806">
              <a:extLst>
                <a:ext uri="{FF2B5EF4-FFF2-40B4-BE49-F238E27FC236}">
                  <a16:creationId xmlns:a16="http://schemas.microsoft.com/office/drawing/2014/main" id="{F6CDA99C-4CB5-7FA6-F6AF-96B3B842FABB}"/>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6" name="Freeform 807">
              <a:extLst>
                <a:ext uri="{FF2B5EF4-FFF2-40B4-BE49-F238E27FC236}">
                  <a16:creationId xmlns:a16="http://schemas.microsoft.com/office/drawing/2014/main" id="{31BA9EDE-1F3D-141C-E5D7-AEDAC60ADE3D}"/>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7" name="Freeform 808">
              <a:extLst>
                <a:ext uri="{FF2B5EF4-FFF2-40B4-BE49-F238E27FC236}">
                  <a16:creationId xmlns:a16="http://schemas.microsoft.com/office/drawing/2014/main" id="{791EFFB6-13E5-6916-669F-47168BAD75F2}"/>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8" name="Freeform 809">
              <a:extLst>
                <a:ext uri="{FF2B5EF4-FFF2-40B4-BE49-F238E27FC236}">
                  <a16:creationId xmlns:a16="http://schemas.microsoft.com/office/drawing/2014/main" id="{49921C5F-3E98-045C-0BF7-BCFB254F484B}"/>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9" name="Freeform 810">
              <a:extLst>
                <a:ext uri="{FF2B5EF4-FFF2-40B4-BE49-F238E27FC236}">
                  <a16:creationId xmlns:a16="http://schemas.microsoft.com/office/drawing/2014/main" id="{8CF228FA-02C5-DA3B-A4C9-BE479C9DFD53}"/>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0" name="Freeform 811">
              <a:extLst>
                <a:ext uri="{FF2B5EF4-FFF2-40B4-BE49-F238E27FC236}">
                  <a16:creationId xmlns:a16="http://schemas.microsoft.com/office/drawing/2014/main" id="{D7A67BA7-F5C3-D72A-046D-3EE2B0388412}"/>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1" name="Freeform 812">
              <a:extLst>
                <a:ext uri="{FF2B5EF4-FFF2-40B4-BE49-F238E27FC236}">
                  <a16:creationId xmlns:a16="http://schemas.microsoft.com/office/drawing/2014/main" id="{C6AA6648-F93E-0BD8-5743-AF4691693775}"/>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2" name="Freeform 813">
              <a:extLst>
                <a:ext uri="{FF2B5EF4-FFF2-40B4-BE49-F238E27FC236}">
                  <a16:creationId xmlns:a16="http://schemas.microsoft.com/office/drawing/2014/main" id="{A0B08E0A-0568-6B66-9EC0-E0D1ED87090D}"/>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3" name="Freeform 814">
              <a:extLst>
                <a:ext uri="{FF2B5EF4-FFF2-40B4-BE49-F238E27FC236}">
                  <a16:creationId xmlns:a16="http://schemas.microsoft.com/office/drawing/2014/main" id="{4F7EE425-BC43-F990-0F63-42524A078081}"/>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pic>
        <p:nvPicPr>
          <p:cNvPr id="2" name="!!Floorplan">
            <a:extLst>
              <a:ext uri="{FF2B5EF4-FFF2-40B4-BE49-F238E27FC236}">
                <a16:creationId xmlns:a16="http://schemas.microsoft.com/office/drawing/2014/main" id="{DC0DEC49-5460-908F-E2F7-246644CBD982}"/>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6763326" y="6162098"/>
            <a:ext cx="7418034" cy="4937229"/>
          </a:xfrm>
          <a:prstGeom prst="rect">
            <a:avLst/>
          </a:prstGeom>
        </p:spPr>
      </p:pic>
      <p:pic>
        <p:nvPicPr>
          <p:cNvPr id="13" name="!!GarageDoor">
            <a:extLst>
              <a:ext uri="{FF2B5EF4-FFF2-40B4-BE49-F238E27FC236}">
                <a16:creationId xmlns:a16="http://schemas.microsoft.com/office/drawing/2014/main" id="{122041D8-315E-17A4-65C0-5A95B4133915}"/>
              </a:ext>
            </a:extLst>
          </p:cNvPr>
          <p:cNvPicPr>
            <a:picLocks noChangeAspect="1"/>
          </p:cNvPicPr>
          <p:nvPr/>
        </p:nvPicPr>
        <p:blipFill>
          <a:blip r:embed="rId11"/>
          <a:stretch>
            <a:fillRect/>
          </a:stretch>
        </p:blipFill>
        <p:spPr>
          <a:xfrm>
            <a:off x="3124253" y="2062752"/>
            <a:ext cx="5967893" cy="5258019"/>
          </a:xfrm>
          <a:prstGeom prst="rect">
            <a:avLst/>
          </a:prstGeom>
        </p:spPr>
      </p:pic>
      <p:sp>
        <p:nvSpPr>
          <p:cNvPr id="3" name="!!Header whiteout">
            <a:extLst>
              <a:ext uri="{FF2B5EF4-FFF2-40B4-BE49-F238E27FC236}">
                <a16:creationId xmlns:a16="http://schemas.microsoft.com/office/drawing/2014/main" id="{FFF014F2-435F-99DF-4C8A-F3F4D329EF04}"/>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0B48853F-4D73-176C-A108-DE393C346D4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8185121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pic>
        <p:nvPicPr>
          <p:cNvPr id="13" name="!!GarageDoor">
            <a:extLst>
              <a:ext uri="{FF2B5EF4-FFF2-40B4-BE49-F238E27FC236}">
                <a16:creationId xmlns:a16="http://schemas.microsoft.com/office/drawing/2014/main" id="{122041D8-315E-17A4-65C0-5A95B4133915}"/>
              </a:ext>
            </a:extLst>
          </p:cNvPr>
          <p:cNvPicPr>
            <a:picLocks noChangeAspect="1"/>
          </p:cNvPicPr>
          <p:nvPr/>
        </p:nvPicPr>
        <p:blipFill>
          <a:blip r:embed="rId3"/>
          <a:stretch>
            <a:fillRect/>
          </a:stretch>
        </p:blipFill>
        <p:spPr>
          <a:xfrm>
            <a:off x="-133297" y="2062752"/>
            <a:ext cx="5967893" cy="5258019"/>
          </a:xfrm>
          <a:prstGeom prst="rect">
            <a:avLst/>
          </a:prstGeom>
        </p:spPr>
      </p:pic>
      <p:sp>
        <p:nvSpPr>
          <p:cNvPr id="3" name="ZWave3">
            <a:extLst>
              <a:ext uri="{FF2B5EF4-FFF2-40B4-BE49-F238E27FC236}">
                <a16:creationId xmlns:a16="http://schemas.microsoft.com/office/drawing/2014/main" id="{BAAA4DBB-BE69-9EB8-8F34-E7562F5A2683}"/>
              </a:ext>
            </a:extLst>
          </p:cNvPr>
          <p:cNvSpPr txBox="1"/>
          <p:nvPr/>
        </p:nvSpPr>
        <p:spPr>
          <a:xfrm>
            <a:off x="6856893" y="2650741"/>
            <a:ext cx="6070504" cy="1015663"/>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When door is open:</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Visual status indicators in the house</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Video recordings of motion</a:t>
            </a:r>
          </a:p>
        </p:txBody>
      </p:sp>
      <p:pic>
        <p:nvPicPr>
          <p:cNvPr id="4" name="!!ZWave4 Bulb">
            <a:extLst>
              <a:ext uri="{FF2B5EF4-FFF2-40B4-BE49-F238E27FC236}">
                <a16:creationId xmlns:a16="http://schemas.microsoft.com/office/drawing/2014/main" id="{44D8CDF4-C102-75B9-8983-69AE84F900B8}"/>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6357406" y="2622143"/>
            <a:ext cx="425758" cy="400110"/>
          </a:xfrm>
          <a:prstGeom prst="rect">
            <a:avLst/>
          </a:prstGeom>
        </p:spPr>
      </p:pic>
      <p:pic>
        <p:nvPicPr>
          <p:cNvPr id="403" name="Picture 402">
            <a:extLst>
              <a:ext uri="{FF2B5EF4-FFF2-40B4-BE49-F238E27FC236}">
                <a16:creationId xmlns:a16="http://schemas.microsoft.com/office/drawing/2014/main" id="{D470D036-DE62-67CC-6E0B-42ABAF1CF38B}"/>
              </a:ext>
            </a:extLst>
          </p:cNvPr>
          <p:cNvPicPr>
            <a:picLocks noChangeAspect="1"/>
          </p:cNvPicPr>
          <p:nvPr/>
        </p:nvPicPr>
        <p:blipFill>
          <a:blip r:embed="rId5"/>
          <a:srcRect/>
          <a:stretch/>
        </p:blipFill>
        <p:spPr>
          <a:xfrm>
            <a:off x="6986424" y="4543403"/>
            <a:ext cx="1148057" cy="863415"/>
          </a:xfrm>
          <a:prstGeom prst="rect">
            <a:avLst/>
          </a:prstGeom>
        </p:spPr>
      </p:pic>
      <p:sp>
        <p:nvSpPr>
          <p:cNvPr id="404" name="Sensor text">
            <a:extLst>
              <a:ext uri="{FF2B5EF4-FFF2-40B4-BE49-F238E27FC236}">
                <a16:creationId xmlns:a16="http://schemas.microsoft.com/office/drawing/2014/main" id="{231C237D-6BF2-5734-0514-E55F7060A9A8}"/>
              </a:ext>
            </a:extLst>
          </p:cNvPr>
          <p:cNvSpPr txBox="1"/>
          <p:nvPr/>
        </p:nvSpPr>
        <p:spPr>
          <a:xfrm>
            <a:off x="6218819" y="3808693"/>
            <a:ext cx="2683266"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Distance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sp>
        <p:nvSpPr>
          <p:cNvPr id="2" name="!!Header whiteout">
            <a:extLst>
              <a:ext uri="{FF2B5EF4-FFF2-40B4-BE49-F238E27FC236}">
                <a16:creationId xmlns:a16="http://schemas.microsoft.com/office/drawing/2014/main" id="{60881354-DFB4-EC9D-9EB8-8F249A7E4CB1}"/>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B7A5FF3D-7B8E-F71F-AB96-DDA2C0D62DE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028379280"/>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03"/>
                                        </p:tgtEl>
                                        <p:attrNameLst>
                                          <p:attrName>style.visibility</p:attrName>
                                        </p:attrNameLst>
                                      </p:cBhvr>
                                      <p:to>
                                        <p:strVal val="visible"/>
                                      </p:to>
                                    </p:set>
                                    <p:animEffect transition="in" filter="fade">
                                      <p:cBhvr>
                                        <p:cTn id="15" dur="500"/>
                                        <p:tgtEl>
                                          <p:spTgt spid="40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04"/>
                                        </p:tgtEl>
                                        <p:attrNameLst>
                                          <p:attrName>style.visibility</p:attrName>
                                        </p:attrNameLst>
                                      </p:cBhvr>
                                      <p:to>
                                        <p:strVal val="visible"/>
                                      </p:to>
                                    </p:set>
                                    <p:animEffect transition="in" filter="fade">
                                      <p:cBhvr>
                                        <p:cTn id="18" dur="500"/>
                                        <p:tgtEl>
                                          <p:spTgt spid="4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04"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reasure">
            <a:extLst>
              <a:ext uri="{FF2B5EF4-FFF2-40B4-BE49-F238E27FC236}">
                <a16:creationId xmlns:a16="http://schemas.microsoft.com/office/drawing/2014/main" id="{6A19CE48-0D37-ECCB-76F8-EC2C634606DD}"/>
              </a:ext>
            </a:extLst>
          </p:cNvPr>
          <p:cNvPicPr>
            <a:picLocks noChangeAspect="1"/>
          </p:cNvPicPr>
          <p:nvPr/>
        </p:nvPicPr>
        <p:blipFill>
          <a:blip r:embed="rId3">
            <a:lum bright="70000" contrast="-70000"/>
          </a:blip>
          <a:stretch>
            <a:fillRect/>
          </a:stretch>
        </p:blipFill>
        <p:spPr>
          <a:xfrm>
            <a:off x="2078866" y="5485162"/>
            <a:ext cx="1543566" cy="1292935"/>
          </a:xfrm>
          <a:prstGeom prst="rect">
            <a:avLst/>
          </a:prstGeom>
        </p:spPr>
      </p:pic>
      <p:pic>
        <p:nvPicPr>
          <p:cNvPr id="5" name="!!DoorInnerPart">
            <a:extLst>
              <a:ext uri="{FF2B5EF4-FFF2-40B4-BE49-F238E27FC236}">
                <a16:creationId xmlns:a16="http://schemas.microsoft.com/office/drawing/2014/main" id="{297D9B9B-5C5C-D85C-19D5-6E1F963AF90C}"/>
              </a:ext>
            </a:extLst>
          </p:cNvPr>
          <p:cNvPicPr>
            <a:picLocks noChangeAspect="1"/>
          </p:cNvPicPr>
          <p:nvPr/>
        </p:nvPicPr>
        <p:blipFill>
          <a:blip r:embed="rId4"/>
          <a:stretch>
            <a:fillRect/>
          </a:stretch>
        </p:blipFill>
        <p:spPr>
          <a:xfrm>
            <a:off x="1432419" y="4305300"/>
            <a:ext cx="2844193" cy="2469798"/>
          </a:xfrm>
          <a:prstGeom prst="rect">
            <a:avLst/>
          </a:prstGeom>
        </p:spPr>
      </p:pic>
      <p:sp>
        <p:nvSpPr>
          <p:cNvPr id="9" name="!!GarageWhiteout">
            <a:extLst>
              <a:ext uri="{FF2B5EF4-FFF2-40B4-BE49-F238E27FC236}">
                <a16:creationId xmlns:a16="http://schemas.microsoft.com/office/drawing/2014/main" id="{0D7D085C-C132-AE4A-4A0C-CFCB8BF0DAF3}"/>
              </a:ext>
            </a:extLst>
          </p:cNvPr>
          <p:cNvSpPr/>
          <p:nvPr/>
        </p:nvSpPr>
        <p:spPr>
          <a:xfrm>
            <a:off x="57665" y="897825"/>
            <a:ext cx="5708821" cy="3290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arageDoor">
            <a:extLst>
              <a:ext uri="{FF2B5EF4-FFF2-40B4-BE49-F238E27FC236}">
                <a16:creationId xmlns:a16="http://schemas.microsoft.com/office/drawing/2014/main" id="{26437621-A74C-F3FF-2E52-8DD478B1D0AB}"/>
              </a:ext>
            </a:extLst>
          </p:cNvPr>
          <p:cNvPicPr>
            <a:picLocks noChangeAspect="1"/>
          </p:cNvPicPr>
          <p:nvPr/>
        </p:nvPicPr>
        <p:blipFill>
          <a:blip r:embed="rId5"/>
          <a:srcRect/>
          <a:stretch/>
        </p:blipFill>
        <p:spPr>
          <a:xfrm>
            <a:off x="-131738" y="2062752"/>
            <a:ext cx="5964775" cy="5258019"/>
          </a:xfrm>
          <a:prstGeom prst="rect">
            <a:avLst/>
          </a:prstGeom>
        </p:spPr>
      </p:pic>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sp>
        <p:nvSpPr>
          <p:cNvPr id="3" name="ZWave3">
            <a:extLst>
              <a:ext uri="{FF2B5EF4-FFF2-40B4-BE49-F238E27FC236}">
                <a16:creationId xmlns:a16="http://schemas.microsoft.com/office/drawing/2014/main" id="{BAAA4DBB-BE69-9EB8-8F34-E7562F5A2683}"/>
              </a:ext>
            </a:extLst>
          </p:cNvPr>
          <p:cNvSpPr txBox="1"/>
          <p:nvPr/>
        </p:nvSpPr>
        <p:spPr>
          <a:xfrm>
            <a:off x="6856893" y="2650741"/>
            <a:ext cx="6070504" cy="1015663"/>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When door is open:</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Visual status indicators in the house</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Video recordings of motion</a:t>
            </a:r>
          </a:p>
        </p:txBody>
      </p:sp>
      <p:pic>
        <p:nvPicPr>
          <p:cNvPr id="4" name="!!ZWave4 Bulb">
            <a:extLst>
              <a:ext uri="{FF2B5EF4-FFF2-40B4-BE49-F238E27FC236}">
                <a16:creationId xmlns:a16="http://schemas.microsoft.com/office/drawing/2014/main" id="{44D8CDF4-C102-75B9-8983-69AE84F900B8}"/>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6357406" y="2622143"/>
            <a:ext cx="425758" cy="400110"/>
          </a:xfrm>
          <a:prstGeom prst="rect">
            <a:avLst/>
          </a:prstGeom>
        </p:spPr>
      </p:pic>
      <p:pic>
        <p:nvPicPr>
          <p:cNvPr id="403" name="Picture 402">
            <a:extLst>
              <a:ext uri="{FF2B5EF4-FFF2-40B4-BE49-F238E27FC236}">
                <a16:creationId xmlns:a16="http://schemas.microsoft.com/office/drawing/2014/main" id="{D470D036-DE62-67CC-6E0B-42ABAF1CF38B}"/>
              </a:ext>
            </a:extLst>
          </p:cNvPr>
          <p:cNvPicPr>
            <a:picLocks noChangeAspect="1"/>
          </p:cNvPicPr>
          <p:nvPr/>
        </p:nvPicPr>
        <p:blipFill>
          <a:blip r:embed="rId7"/>
          <a:srcRect/>
          <a:stretch/>
        </p:blipFill>
        <p:spPr>
          <a:xfrm>
            <a:off x="2276858" y="2943674"/>
            <a:ext cx="1148057" cy="863415"/>
          </a:xfrm>
          <a:prstGeom prst="rect">
            <a:avLst/>
          </a:prstGeom>
        </p:spPr>
      </p:pic>
      <p:sp>
        <p:nvSpPr>
          <p:cNvPr id="404" name="Sensor text">
            <a:extLst>
              <a:ext uri="{FF2B5EF4-FFF2-40B4-BE49-F238E27FC236}">
                <a16:creationId xmlns:a16="http://schemas.microsoft.com/office/drawing/2014/main" id="{231C237D-6BF2-5734-0514-E55F7060A9A8}"/>
              </a:ext>
            </a:extLst>
          </p:cNvPr>
          <p:cNvSpPr txBox="1"/>
          <p:nvPr/>
        </p:nvSpPr>
        <p:spPr>
          <a:xfrm>
            <a:off x="6218819" y="3808693"/>
            <a:ext cx="2683266"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Distance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sp>
        <p:nvSpPr>
          <p:cNvPr id="6" name="!!Door">
            <a:extLst>
              <a:ext uri="{FF2B5EF4-FFF2-40B4-BE49-F238E27FC236}">
                <a16:creationId xmlns:a16="http://schemas.microsoft.com/office/drawing/2014/main" id="{FACD441E-F9C8-A326-AB6E-289AF498BF89}"/>
              </a:ext>
            </a:extLst>
          </p:cNvPr>
          <p:cNvSpPr/>
          <p:nvPr/>
        </p:nvSpPr>
        <p:spPr>
          <a:xfrm>
            <a:off x="3817667" y="4315944"/>
            <a:ext cx="434826" cy="2427756"/>
          </a:xfrm>
          <a:custGeom>
            <a:avLst/>
            <a:gdLst>
              <a:gd name="connsiteX0" fmla="*/ 0 w 2751971"/>
              <a:gd name="connsiteY0" fmla="*/ 0 h 287867"/>
              <a:gd name="connsiteX1" fmla="*/ 2514600 w 2751971"/>
              <a:gd name="connsiteY1" fmla="*/ 0 h 287867"/>
              <a:gd name="connsiteX2" fmla="*/ 2590800 w 2751971"/>
              <a:gd name="connsiteY2" fmla="*/ 8467 h 287867"/>
              <a:gd name="connsiteX3" fmla="*/ 2658533 w 2751971"/>
              <a:gd name="connsiteY3" fmla="*/ 67733 h 287867"/>
              <a:gd name="connsiteX4" fmla="*/ 2675466 w 2751971"/>
              <a:gd name="connsiteY4" fmla="*/ 93133 h 287867"/>
              <a:gd name="connsiteX5" fmla="*/ 2709333 w 2751971"/>
              <a:gd name="connsiteY5" fmla="*/ 127000 h 287867"/>
              <a:gd name="connsiteX6" fmla="*/ 2743200 w 2751971"/>
              <a:gd name="connsiteY6" fmla="*/ 186267 h 287867"/>
              <a:gd name="connsiteX7" fmla="*/ 2751666 w 2751971"/>
              <a:gd name="connsiteY7" fmla="*/ 287867 h 28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51971" h="287867">
                <a:moveTo>
                  <a:pt x="0" y="0"/>
                </a:moveTo>
                <a:lnTo>
                  <a:pt x="2514600" y="0"/>
                </a:lnTo>
                <a:cubicBezTo>
                  <a:pt x="2540000" y="2822"/>
                  <a:pt x="2566227" y="1446"/>
                  <a:pt x="2590800" y="8467"/>
                </a:cubicBezTo>
                <a:cubicBezTo>
                  <a:pt x="2627418" y="18929"/>
                  <a:pt x="2638535" y="39736"/>
                  <a:pt x="2658533" y="67733"/>
                </a:cubicBezTo>
                <a:cubicBezTo>
                  <a:pt x="2664447" y="76013"/>
                  <a:pt x="2668844" y="85407"/>
                  <a:pt x="2675466" y="93133"/>
                </a:cubicBezTo>
                <a:cubicBezTo>
                  <a:pt x="2685856" y="105255"/>
                  <a:pt x="2698943" y="114878"/>
                  <a:pt x="2709333" y="127000"/>
                </a:cubicBezTo>
                <a:cubicBezTo>
                  <a:pt x="2723692" y="143752"/>
                  <a:pt x="2733592" y="167051"/>
                  <a:pt x="2743200" y="186267"/>
                </a:cubicBezTo>
                <a:cubicBezTo>
                  <a:pt x="2754450" y="253770"/>
                  <a:pt x="2751666" y="219900"/>
                  <a:pt x="2751666" y="287867"/>
                </a:cubicBezTo>
              </a:path>
            </a:pathLst>
          </a:custGeom>
          <a:noFill/>
          <a:ln w="15875">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Distance2">
            <a:extLst>
              <a:ext uri="{FF2B5EF4-FFF2-40B4-BE49-F238E27FC236}">
                <a16:creationId xmlns:a16="http://schemas.microsoft.com/office/drawing/2014/main" id="{653AFA51-9885-8820-C073-D5C47D236F65}"/>
              </a:ext>
            </a:extLst>
          </p:cNvPr>
          <p:cNvCxnSpPr>
            <a:cxnSpLocks/>
          </p:cNvCxnSpPr>
          <p:nvPr/>
        </p:nvCxnSpPr>
        <p:spPr>
          <a:xfrm>
            <a:off x="3107824" y="3807089"/>
            <a:ext cx="0" cy="2936611"/>
          </a:xfrm>
          <a:prstGeom prst="line">
            <a:avLst/>
          </a:prstGeom>
          <a:ln w="15875">
            <a:solidFill>
              <a:srgbClr val="00B0F0"/>
            </a:solidFill>
            <a:prstDash val="dashDot"/>
            <a:headEnd type="triangle"/>
            <a:tailEnd type="triangle"/>
          </a:ln>
        </p:spPr>
        <p:style>
          <a:lnRef idx="1">
            <a:schemeClr val="dk1"/>
          </a:lnRef>
          <a:fillRef idx="0">
            <a:schemeClr val="dk1"/>
          </a:fillRef>
          <a:effectRef idx="0">
            <a:schemeClr val="dk1"/>
          </a:effectRef>
          <a:fontRef idx="minor">
            <a:schemeClr val="tx1"/>
          </a:fontRef>
        </p:style>
      </p:cxnSp>
      <p:sp>
        <p:nvSpPr>
          <p:cNvPr id="15" name="Sensor text">
            <a:extLst>
              <a:ext uri="{FF2B5EF4-FFF2-40B4-BE49-F238E27FC236}">
                <a16:creationId xmlns:a16="http://schemas.microsoft.com/office/drawing/2014/main" id="{9314BE34-74B4-142B-B14C-079EDB87AA89}"/>
              </a:ext>
            </a:extLst>
          </p:cNvPr>
          <p:cNvSpPr txBox="1"/>
          <p:nvPr/>
        </p:nvSpPr>
        <p:spPr>
          <a:xfrm>
            <a:off x="352426" y="3505200"/>
            <a:ext cx="2536532" cy="707886"/>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Closed</a:t>
            </a:r>
            <a:br>
              <a:rPr lang="en-US" sz="2000" b="1" dirty="0">
                <a:solidFill>
                  <a:srgbClr val="C00000"/>
                </a:solidFill>
                <a:latin typeface="Segoe Print" panose="02000600000000000000" pitchFamily="2" charset="0"/>
              </a:rPr>
            </a:br>
            <a:r>
              <a:rPr lang="en-US" sz="2000" b="1" dirty="0">
                <a:solidFill>
                  <a:srgbClr val="C00000"/>
                </a:solidFill>
                <a:latin typeface="Segoe Print" panose="02000600000000000000" pitchFamily="2" charset="0"/>
              </a:rPr>
              <a:t>10 feet </a:t>
            </a:r>
            <a:r>
              <a:rPr lang="en-US" sz="2000" dirty="0">
                <a:solidFill>
                  <a:srgbClr val="C00000"/>
                </a:solidFill>
                <a:latin typeface="Segoe Print" panose="02000600000000000000" pitchFamily="2" charset="0"/>
              </a:rPr>
              <a:t>to floor</a:t>
            </a:r>
          </a:p>
        </p:txBody>
      </p:sp>
      <p:sp>
        <p:nvSpPr>
          <p:cNvPr id="11" name="!!Header whiteout">
            <a:extLst>
              <a:ext uri="{FF2B5EF4-FFF2-40B4-BE49-F238E27FC236}">
                <a16:creationId xmlns:a16="http://schemas.microsoft.com/office/drawing/2014/main" id="{963D4519-E150-EC80-3408-E30ABBE2C8BF}"/>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Header Text 1">
            <a:extLst>
              <a:ext uri="{FF2B5EF4-FFF2-40B4-BE49-F238E27FC236}">
                <a16:creationId xmlns:a16="http://schemas.microsoft.com/office/drawing/2014/main" id="{491621CB-DCF7-F139-9111-B5282DD516FF}"/>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138667977"/>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5"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Treasure">
            <a:extLst>
              <a:ext uri="{FF2B5EF4-FFF2-40B4-BE49-F238E27FC236}">
                <a16:creationId xmlns:a16="http://schemas.microsoft.com/office/drawing/2014/main" id="{F3122B38-4D7A-360C-D2EC-A2D56BBC183E}"/>
              </a:ext>
            </a:extLst>
          </p:cNvPr>
          <p:cNvPicPr>
            <a:picLocks noChangeAspect="1"/>
          </p:cNvPicPr>
          <p:nvPr/>
        </p:nvPicPr>
        <p:blipFill>
          <a:blip r:embed="rId3">
            <a:lum bright="70000" contrast="-70000"/>
          </a:blip>
          <a:stretch>
            <a:fillRect/>
          </a:stretch>
        </p:blipFill>
        <p:spPr>
          <a:xfrm>
            <a:off x="2078866" y="5485162"/>
            <a:ext cx="1543566" cy="1292935"/>
          </a:xfrm>
          <a:prstGeom prst="rect">
            <a:avLst/>
          </a:prstGeom>
        </p:spPr>
      </p:pic>
      <p:pic>
        <p:nvPicPr>
          <p:cNvPr id="17" name="!!DoorInnerPart">
            <a:extLst>
              <a:ext uri="{FF2B5EF4-FFF2-40B4-BE49-F238E27FC236}">
                <a16:creationId xmlns:a16="http://schemas.microsoft.com/office/drawing/2014/main" id="{621EDB01-1BF7-91C1-7826-CF4F5ECD1782}"/>
              </a:ext>
            </a:extLst>
          </p:cNvPr>
          <p:cNvPicPr>
            <a:picLocks noChangeAspect="1"/>
          </p:cNvPicPr>
          <p:nvPr/>
        </p:nvPicPr>
        <p:blipFill>
          <a:blip r:embed="rId4"/>
          <a:stretch>
            <a:fillRect/>
          </a:stretch>
        </p:blipFill>
        <p:spPr>
          <a:xfrm>
            <a:off x="1432419" y="1735094"/>
            <a:ext cx="2844193" cy="2469798"/>
          </a:xfrm>
          <a:prstGeom prst="rect">
            <a:avLst/>
          </a:prstGeom>
        </p:spPr>
      </p:pic>
      <p:sp>
        <p:nvSpPr>
          <p:cNvPr id="19" name="!!GarageWhiteout">
            <a:extLst>
              <a:ext uri="{FF2B5EF4-FFF2-40B4-BE49-F238E27FC236}">
                <a16:creationId xmlns:a16="http://schemas.microsoft.com/office/drawing/2014/main" id="{5367C2E8-DE20-0655-9619-C0A7AC06EE8F}"/>
              </a:ext>
            </a:extLst>
          </p:cNvPr>
          <p:cNvSpPr/>
          <p:nvPr/>
        </p:nvSpPr>
        <p:spPr>
          <a:xfrm>
            <a:off x="57665" y="897825"/>
            <a:ext cx="5708821" cy="3290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arageDoor">
            <a:extLst>
              <a:ext uri="{FF2B5EF4-FFF2-40B4-BE49-F238E27FC236}">
                <a16:creationId xmlns:a16="http://schemas.microsoft.com/office/drawing/2014/main" id="{122041D8-315E-17A4-65C0-5A95B4133915}"/>
              </a:ext>
            </a:extLst>
          </p:cNvPr>
          <p:cNvPicPr>
            <a:picLocks noChangeAspect="1"/>
          </p:cNvPicPr>
          <p:nvPr/>
        </p:nvPicPr>
        <p:blipFill>
          <a:blip r:embed="rId5"/>
          <a:srcRect/>
          <a:stretch/>
        </p:blipFill>
        <p:spPr>
          <a:xfrm>
            <a:off x="-131738" y="2062752"/>
            <a:ext cx="5964775" cy="5258019"/>
          </a:xfrm>
          <a:prstGeom prst="rect">
            <a:avLst/>
          </a:prstGeom>
        </p:spPr>
      </p:pic>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sp>
        <p:nvSpPr>
          <p:cNvPr id="3" name="ZWave3">
            <a:extLst>
              <a:ext uri="{FF2B5EF4-FFF2-40B4-BE49-F238E27FC236}">
                <a16:creationId xmlns:a16="http://schemas.microsoft.com/office/drawing/2014/main" id="{BAAA4DBB-BE69-9EB8-8F34-E7562F5A2683}"/>
              </a:ext>
            </a:extLst>
          </p:cNvPr>
          <p:cNvSpPr txBox="1"/>
          <p:nvPr/>
        </p:nvSpPr>
        <p:spPr>
          <a:xfrm>
            <a:off x="6856893" y="2650741"/>
            <a:ext cx="6070504" cy="1015663"/>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When door is open:</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Visual status indicators in the house</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Video recordings of motion</a:t>
            </a:r>
          </a:p>
        </p:txBody>
      </p:sp>
      <p:pic>
        <p:nvPicPr>
          <p:cNvPr id="4" name="!!ZWave4 Bulb">
            <a:extLst>
              <a:ext uri="{FF2B5EF4-FFF2-40B4-BE49-F238E27FC236}">
                <a16:creationId xmlns:a16="http://schemas.microsoft.com/office/drawing/2014/main" id="{44D8CDF4-C102-75B9-8983-69AE84F900B8}"/>
              </a:ext>
            </a:extLst>
          </p:cNvPr>
          <p:cNvPicPr>
            <a:picLocks noChangeAspect="1"/>
          </p:cNvPicPr>
          <p:nvPr/>
        </p:nvPicPr>
        <p:blipFill>
          <a:blip r:embed="rId6" cstate="hqprint">
            <a:extLst>
              <a:ext uri="{28A0092B-C50C-407E-A947-70E740481C1C}">
                <a14:useLocalDpi xmlns:a14="http://schemas.microsoft.com/office/drawing/2010/main"/>
              </a:ext>
            </a:extLst>
          </a:blip>
          <a:srcRect/>
          <a:stretch/>
        </p:blipFill>
        <p:spPr>
          <a:xfrm>
            <a:off x="6357406" y="2622143"/>
            <a:ext cx="425758" cy="400110"/>
          </a:xfrm>
          <a:prstGeom prst="rect">
            <a:avLst/>
          </a:prstGeom>
        </p:spPr>
      </p:pic>
      <p:pic>
        <p:nvPicPr>
          <p:cNvPr id="403" name="Picture 402">
            <a:extLst>
              <a:ext uri="{FF2B5EF4-FFF2-40B4-BE49-F238E27FC236}">
                <a16:creationId xmlns:a16="http://schemas.microsoft.com/office/drawing/2014/main" id="{D470D036-DE62-67CC-6E0B-42ABAF1CF38B}"/>
              </a:ext>
            </a:extLst>
          </p:cNvPr>
          <p:cNvPicPr>
            <a:picLocks noChangeAspect="1"/>
          </p:cNvPicPr>
          <p:nvPr/>
        </p:nvPicPr>
        <p:blipFill>
          <a:blip r:embed="rId7"/>
          <a:srcRect/>
          <a:stretch/>
        </p:blipFill>
        <p:spPr>
          <a:xfrm>
            <a:off x="2276858" y="2943674"/>
            <a:ext cx="1148057" cy="863415"/>
          </a:xfrm>
          <a:prstGeom prst="rect">
            <a:avLst/>
          </a:prstGeom>
        </p:spPr>
      </p:pic>
      <p:sp>
        <p:nvSpPr>
          <p:cNvPr id="404" name="Sensor text">
            <a:extLst>
              <a:ext uri="{FF2B5EF4-FFF2-40B4-BE49-F238E27FC236}">
                <a16:creationId xmlns:a16="http://schemas.microsoft.com/office/drawing/2014/main" id="{231C237D-6BF2-5734-0514-E55F7060A9A8}"/>
              </a:ext>
            </a:extLst>
          </p:cNvPr>
          <p:cNvSpPr txBox="1"/>
          <p:nvPr/>
        </p:nvSpPr>
        <p:spPr>
          <a:xfrm>
            <a:off x="6218819" y="3808693"/>
            <a:ext cx="2683266"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Distance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sp>
        <p:nvSpPr>
          <p:cNvPr id="5" name="Sensor text">
            <a:extLst>
              <a:ext uri="{FF2B5EF4-FFF2-40B4-BE49-F238E27FC236}">
                <a16:creationId xmlns:a16="http://schemas.microsoft.com/office/drawing/2014/main" id="{57151468-BDD7-E75E-0212-D88C8B6220CF}"/>
              </a:ext>
            </a:extLst>
          </p:cNvPr>
          <p:cNvSpPr txBox="1"/>
          <p:nvPr/>
        </p:nvSpPr>
        <p:spPr>
          <a:xfrm>
            <a:off x="352426" y="3505200"/>
            <a:ext cx="2536532" cy="707886"/>
          </a:xfrm>
          <a:prstGeom prst="rect">
            <a:avLst/>
          </a:prstGeom>
          <a:noFill/>
        </p:spPr>
        <p:txBody>
          <a:bodyPr wrap="square" rtlCol="0">
            <a:spAutoFit/>
          </a:bodyPr>
          <a:lstStyle/>
          <a:p>
            <a:pPr algn="ctr"/>
            <a:r>
              <a:rPr lang="en-US" sz="2000" b="1" dirty="0">
                <a:solidFill>
                  <a:srgbClr val="C00000"/>
                </a:solidFill>
                <a:latin typeface="Segoe Print" panose="02000600000000000000" pitchFamily="2" charset="0"/>
              </a:rPr>
              <a:t>Open </a:t>
            </a:r>
            <a:br>
              <a:rPr lang="en-US" sz="2000" b="1" dirty="0">
                <a:solidFill>
                  <a:srgbClr val="C00000"/>
                </a:solidFill>
                <a:latin typeface="Segoe Print" panose="02000600000000000000" pitchFamily="2" charset="0"/>
              </a:rPr>
            </a:br>
            <a:r>
              <a:rPr lang="en-US" sz="2000" b="1" dirty="0">
                <a:solidFill>
                  <a:srgbClr val="C00000"/>
                </a:solidFill>
                <a:latin typeface="Segoe Print" panose="02000600000000000000" pitchFamily="2" charset="0"/>
              </a:rPr>
              <a:t>10 inches </a:t>
            </a:r>
            <a:r>
              <a:rPr lang="en-US" sz="2000" dirty="0">
                <a:solidFill>
                  <a:srgbClr val="C00000"/>
                </a:solidFill>
                <a:latin typeface="Segoe Print" panose="02000600000000000000" pitchFamily="2" charset="0"/>
              </a:rPr>
              <a:t>to door</a:t>
            </a:r>
          </a:p>
        </p:txBody>
      </p:sp>
      <p:sp>
        <p:nvSpPr>
          <p:cNvPr id="2" name="!!Door">
            <a:extLst>
              <a:ext uri="{FF2B5EF4-FFF2-40B4-BE49-F238E27FC236}">
                <a16:creationId xmlns:a16="http://schemas.microsoft.com/office/drawing/2014/main" id="{4AE510EA-87E1-D230-5079-846DEB73AEE3}"/>
              </a:ext>
            </a:extLst>
          </p:cNvPr>
          <p:cNvSpPr/>
          <p:nvPr/>
        </p:nvSpPr>
        <p:spPr>
          <a:xfrm>
            <a:off x="1774377" y="4188300"/>
            <a:ext cx="2751971" cy="287867"/>
          </a:xfrm>
          <a:custGeom>
            <a:avLst/>
            <a:gdLst>
              <a:gd name="connsiteX0" fmla="*/ 0 w 2751971"/>
              <a:gd name="connsiteY0" fmla="*/ 0 h 287867"/>
              <a:gd name="connsiteX1" fmla="*/ 2514600 w 2751971"/>
              <a:gd name="connsiteY1" fmla="*/ 0 h 287867"/>
              <a:gd name="connsiteX2" fmla="*/ 2590800 w 2751971"/>
              <a:gd name="connsiteY2" fmla="*/ 8467 h 287867"/>
              <a:gd name="connsiteX3" fmla="*/ 2658533 w 2751971"/>
              <a:gd name="connsiteY3" fmla="*/ 67733 h 287867"/>
              <a:gd name="connsiteX4" fmla="*/ 2675466 w 2751971"/>
              <a:gd name="connsiteY4" fmla="*/ 93133 h 287867"/>
              <a:gd name="connsiteX5" fmla="*/ 2709333 w 2751971"/>
              <a:gd name="connsiteY5" fmla="*/ 127000 h 287867"/>
              <a:gd name="connsiteX6" fmla="*/ 2743200 w 2751971"/>
              <a:gd name="connsiteY6" fmla="*/ 186267 h 287867"/>
              <a:gd name="connsiteX7" fmla="*/ 2751666 w 2751971"/>
              <a:gd name="connsiteY7" fmla="*/ 287867 h 28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51971" h="287867">
                <a:moveTo>
                  <a:pt x="0" y="0"/>
                </a:moveTo>
                <a:lnTo>
                  <a:pt x="2514600" y="0"/>
                </a:lnTo>
                <a:cubicBezTo>
                  <a:pt x="2540000" y="2822"/>
                  <a:pt x="2566227" y="1446"/>
                  <a:pt x="2590800" y="8467"/>
                </a:cubicBezTo>
                <a:cubicBezTo>
                  <a:pt x="2627418" y="18929"/>
                  <a:pt x="2638535" y="39736"/>
                  <a:pt x="2658533" y="67733"/>
                </a:cubicBezTo>
                <a:cubicBezTo>
                  <a:pt x="2664447" y="76013"/>
                  <a:pt x="2668844" y="85407"/>
                  <a:pt x="2675466" y="93133"/>
                </a:cubicBezTo>
                <a:cubicBezTo>
                  <a:pt x="2685856" y="105255"/>
                  <a:pt x="2698943" y="114878"/>
                  <a:pt x="2709333" y="127000"/>
                </a:cubicBezTo>
                <a:cubicBezTo>
                  <a:pt x="2723692" y="143752"/>
                  <a:pt x="2733592" y="167051"/>
                  <a:pt x="2743200" y="186267"/>
                </a:cubicBezTo>
                <a:cubicBezTo>
                  <a:pt x="2754450" y="253770"/>
                  <a:pt x="2751666" y="219900"/>
                  <a:pt x="2751666" y="287867"/>
                </a:cubicBezTo>
              </a:path>
            </a:pathLst>
          </a:cu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Distance2">
            <a:extLst>
              <a:ext uri="{FF2B5EF4-FFF2-40B4-BE49-F238E27FC236}">
                <a16:creationId xmlns:a16="http://schemas.microsoft.com/office/drawing/2014/main" id="{E763BED0-0445-8AC7-A1FC-93E7D6DD8AF5}"/>
              </a:ext>
            </a:extLst>
          </p:cNvPr>
          <p:cNvCxnSpPr>
            <a:cxnSpLocks/>
          </p:cNvCxnSpPr>
          <p:nvPr/>
        </p:nvCxnSpPr>
        <p:spPr>
          <a:xfrm>
            <a:off x="3107824" y="3807089"/>
            <a:ext cx="0" cy="381211"/>
          </a:xfrm>
          <a:prstGeom prst="line">
            <a:avLst/>
          </a:prstGeom>
          <a:ln w="15875">
            <a:solidFill>
              <a:srgbClr val="00B0F0"/>
            </a:solidFill>
            <a:prstDash val="dashDot"/>
            <a:headEnd type="triangle"/>
            <a:tailEnd type="triangle"/>
          </a:ln>
        </p:spPr>
        <p:style>
          <a:lnRef idx="1">
            <a:schemeClr val="dk1"/>
          </a:lnRef>
          <a:fillRef idx="0">
            <a:schemeClr val="dk1"/>
          </a:fillRef>
          <a:effectRef idx="0">
            <a:schemeClr val="dk1"/>
          </a:effectRef>
          <a:fontRef idx="minor">
            <a:schemeClr val="tx1"/>
          </a:fontRef>
        </p:style>
      </p:cxnSp>
      <p:sp>
        <p:nvSpPr>
          <p:cNvPr id="6" name="!!Header whiteout">
            <a:extLst>
              <a:ext uri="{FF2B5EF4-FFF2-40B4-BE49-F238E27FC236}">
                <a16:creationId xmlns:a16="http://schemas.microsoft.com/office/drawing/2014/main" id="{17E8EC7C-C1CC-A47C-02C4-9B062EB429DA}"/>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FAEC9FB2-C5E8-1CCD-0175-9F78EFC4A6E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465319370"/>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Treasure">
            <a:extLst>
              <a:ext uri="{FF2B5EF4-FFF2-40B4-BE49-F238E27FC236}">
                <a16:creationId xmlns:a16="http://schemas.microsoft.com/office/drawing/2014/main" id="{F3122B38-4D7A-360C-D2EC-A2D56BBC183E}"/>
              </a:ext>
            </a:extLst>
          </p:cNvPr>
          <p:cNvPicPr>
            <a:picLocks noChangeAspect="1"/>
          </p:cNvPicPr>
          <p:nvPr/>
        </p:nvPicPr>
        <p:blipFill>
          <a:blip r:embed="rId3">
            <a:lum bright="70000" contrast="-70000"/>
          </a:blip>
          <a:stretch>
            <a:fillRect/>
          </a:stretch>
        </p:blipFill>
        <p:spPr>
          <a:xfrm>
            <a:off x="2078866" y="5485162"/>
            <a:ext cx="1543566" cy="1292935"/>
          </a:xfrm>
          <a:prstGeom prst="rect">
            <a:avLst/>
          </a:prstGeom>
        </p:spPr>
      </p:pic>
      <p:sp>
        <p:nvSpPr>
          <p:cNvPr id="19" name="!!GarageWhiteout">
            <a:extLst>
              <a:ext uri="{FF2B5EF4-FFF2-40B4-BE49-F238E27FC236}">
                <a16:creationId xmlns:a16="http://schemas.microsoft.com/office/drawing/2014/main" id="{5367C2E8-DE20-0655-9619-C0A7AC06EE8F}"/>
              </a:ext>
            </a:extLst>
          </p:cNvPr>
          <p:cNvSpPr/>
          <p:nvPr/>
        </p:nvSpPr>
        <p:spPr>
          <a:xfrm>
            <a:off x="57665" y="897825"/>
            <a:ext cx="5708821" cy="3290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arageDoor">
            <a:extLst>
              <a:ext uri="{FF2B5EF4-FFF2-40B4-BE49-F238E27FC236}">
                <a16:creationId xmlns:a16="http://schemas.microsoft.com/office/drawing/2014/main" id="{122041D8-315E-17A4-65C0-5A95B4133915}"/>
              </a:ext>
            </a:extLst>
          </p:cNvPr>
          <p:cNvPicPr>
            <a:picLocks noChangeAspect="1"/>
          </p:cNvPicPr>
          <p:nvPr/>
        </p:nvPicPr>
        <p:blipFill>
          <a:blip r:embed="rId4"/>
          <a:srcRect/>
          <a:stretch/>
        </p:blipFill>
        <p:spPr>
          <a:xfrm>
            <a:off x="-131738" y="2062752"/>
            <a:ext cx="5964774" cy="5258019"/>
          </a:xfrm>
          <a:prstGeom prst="rect">
            <a:avLst/>
          </a:prstGeom>
        </p:spPr>
      </p:pic>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sp>
        <p:nvSpPr>
          <p:cNvPr id="3" name="ZWave3">
            <a:extLst>
              <a:ext uri="{FF2B5EF4-FFF2-40B4-BE49-F238E27FC236}">
                <a16:creationId xmlns:a16="http://schemas.microsoft.com/office/drawing/2014/main" id="{BAAA4DBB-BE69-9EB8-8F34-E7562F5A2683}"/>
              </a:ext>
            </a:extLst>
          </p:cNvPr>
          <p:cNvSpPr txBox="1"/>
          <p:nvPr/>
        </p:nvSpPr>
        <p:spPr>
          <a:xfrm>
            <a:off x="6856893" y="2650741"/>
            <a:ext cx="6070504" cy="1015663"/>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When door is open:</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Visual status indicators in the house</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Video recordings of motion</a:t>
            </a:r>
          </a:p>
        </p:txBody>
      </p:sp>
      <p:pic>
        <p:nvPicPr>
          <p:cNvPr id="4" name="!!ZWave4 Bulb">
            <a:extLst>
              <a:ext uri="{FF2B5EF4-FFF2-40B4-BE49-F238E27FC236}">
                <a16:creationId xmlns:a16="http://schemas.microsoft.com/office/drawing/2014/main" id="{44D8CDF4-C102-75B9-8983-69AE84F900B8}"/>
              </a:ext>
            </a:extLst>
          </p:cNvPr>
          <p:cNvPicPr>
            <a:picLocks noChangeAspect="1"/>
          </p:cNvPicPr>
          <p:nvPr/>
        </p:nvPicPr>
        <p:blipFill>
          <a:blip r:embed="rId5" cstate="hqprint">
            <a:extLst>
              <a:ext uri="{28A0092B-C50C-407E-A947-70E740481C1C}">
                <a14:useLocalDpi xmlns:a14="http://schemas.microsoft.com/office/drawing/2010/main"/>
              </a:ext>
            </a:extLst>
          </a:blip>
          <a:srcRect/>
          <a:stretch/>
        </p:blipFill>
        <p:spPr>
          <a:xfrm>
            <a:off x="6357406" y="2622143"/>
            <a:ext cx="425758" cy="400110"/>
          </a:xfrm>
          <a:prstGeom prst="rect">
            <a:avLst/>
          </a:prstGeom>
        </p:spPr>
      </p:pic>
      <p:pic>
        <p:nvPicPr>
          <p:cNvPr id="403" name="Picture 402">
            <a:extLst>
              <a:ext uri="{FF2B5EF4-FFF2-40B4-BE49-F238E27FC236}">
                <a16:creationId xmlns:a16="http://schemas.microsoft.com/office/drawing/2014/main" id="{D470D036-DE62-67CC-6E0B-42ABAF1CF38B}"/>
              </a:ext>
            </a:extLst>
          </p:cNvPr>
          <p:cNvPicPr>
            <a:picLocks noChangeAspect="1"/>
          </p:cNvPicPr>
          <p:nvPr/>
        </p:nvPicPr>
        <p:blipFill>
          <a:blip r:embed="rId6"/>
          <a:srcRect/>
          <a:stretch/>
        </p:blipFill>
        <p:spPr>
          <a:xfrm>
            <a:off x="7071280" y="4439604"/>
            <a:ext cx="1148057" cy="863415"/>
          </a:xfrm>
          <a:prstGeom prst="rect">
            <a:avLst/>
          </a:prstGeom>
        </p:spPr>
      </p:pic>
      <p:sp>
        <p:nvSpPr>
          <p:cNvPr id="404" name="Sensor text">
            <a:extLst>
              <a:ext uri="{FF2B5EF4-FFF2-40B4-BE49-F238E27FC236}">
                <a16:creationId xmlns:a16="http://schemas.microsoft.com/office/drawing/2014/main" id="{231C237D-6BF2-5734-0514-E55F7060A9A8}"/>
              </a:ext>
            </a:extLst>
          </p:cNvPr>
          <p:cNvSpPr txBox="1"/>
          <p:nvPr/>
        </p:nvSpPr>
        <p:spPr>
          <a:xfrm>
            <a:off x="6218819" y="3808693"/>
            <a:ext cx="2683266"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Distance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sp>
        <p:nvSpPr>
          <p:cNvPr id="6" name="Sensor text">
            <a:extLst>
              <a:ext uri="{FF2B5EF4-FFF2-40B4-BE49-F238E27FC236}">
                <a16:creationId xmlns:a16="http://schemas.microsoft.com/office/drawing/2014/main" id="{0D0B144A-27AA-E727-C39F-5D579B4F3A00}"/>
              </a:ext>
            </a:extLst>
          </p:cNvPr>
          <p:cNvSpPr txBox="1"/>
          <p:nvPr/>
        </p:nvSpPr>
        <p:spPr>
          <a:xfrm>
            <a:off x="9088997" y="3835517"/>
            <a:ext cx="1975544"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Motion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pic>
        <p:nvPicPr>
          <p:cNvPr id="8" name="Picture 7">
            <a:extLst>
              <a:ext uri="{FF2B5EF4-FFF2-40B4-BE49-F238E27FC236}">
                <a16:creationId xmlns:a16="http://schemas.microsoft.com/office/drawing/2014/main" id="{E6042C1A-5B2E-7DE6-0EF5-04749A77F0CC}"/>
              </a:ext>
            </a:extLst>
          </p:cNvPr>
          <p:cNvPicPr>
            <a:picLocks noChangeAspect="1"/>
          </p:cNvPicPr>
          <p:nvPr/>
        </p:nvPicPr>
        <p:blipFill>
          <a:blip r:embed="rId7"/>
          <a:srcRect/>
          <a:stretch/>
        </p:blipFill>
        <p:spPr>
          <a:xfrm>
            <a:off x="8679410" y="4333067"/>
            <a:ext cx="1100566" cy="863415"/>
          </a:xfrm>
          <a:prstGeom prst="rect">
            <a:avLst/>
          </a:prstGeom>
        </p:spPr>
      </p:pic>
      <p:sp>
        <p:nvSpPr>
          <p:cNvPr id="9" name="Sensor text">
            <a:extLst>
              <a:ext uri="{FF2B5EF4-FFF2-40B4-BE49-F238E27FC236}">
                <a16:creationId xmlns:a16="http://schemas.microsoft.com/office/drawing/2014/main" id="{65BA46AF-033A-FF31-AC96-E470F51B79E5}"/>
              </a:ext>
            </a:extLst>
          </p:cNvPr>
          <p:cNvSpPr txBox="1"/>
          <p:nvPr/>
        </p:nvSpPr>
        <p:spPr>
          <a:xfrm>
            <a:off x="9892145" y="5692377"/>
            <a:ext cx="1975544" cy="1015663"/>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Raspberry Pi + camera</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$20</a:t>
            </a:r>
          </a:p>
        </p:txBody>
      </p:sp>
      <p:pic>
        <p:nvPicPr>
          <p:cNvPr id="11" name="Picture 10">
            <a:extLst>
              <a:ext uri="{FF2B5EF4-FFF2-40B4-BE49-F238E27FC236}">
                <a16:creationId xmlns:a16="http://schemas.microsoft.com/office/drawing/2014/main" id="{DC69C538-17B3-6671-84C8-F5FC592DC410}"/>
              </a:ext>
            </a:extLst>
          </p:cNvPr>
          <p:cNvPicPr>
            <a:picLocks noChangeAspect="1"/>
          </p:cNvPicPr>
          <p:nvPr/>
        </p:nvPicPr>
        <p:blipFill>
          <a:blip r:embed="rId8"/>
          <a:stretch>
            <a:fillRect/>
          </a:stretch>
        </p:blipFill>
        <p:spPr>
          <a:xfrm>
            <a:off x="7768558" y="5223306"/>
            <a:ext cx="2364285" cy="1690913"/>
          </a:xfrm>
          <a:prstGeom prst="rect">
            <a:avLst/>
          </a:prstGeom>
        </p:spPr>
      </p:pic>
      <p:sp>
        <p:nvSpPr>
          <p:cNvPr id="2" name="!!Header whiteout">
            <a:extLst>
              <a:ext uri="{FF2B5EF4-FFF2-40B4-BE49-F238E27FC236}">
                <a16:creationId xmlns:a16="http://schemas.microsoft.com/office/drawing/2014/main" id="{6FB6C208-A5F0-1E73-C698-0A86887EEDB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F4DB7D82-13C6-7FA5-D660-B55B9175423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832544861"/>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pic>
        <p:nvPicPr>
          <p:cNvPr id="13" name="!!GarageDoor">
            <a:extLst>
              <a:ext uri="{FF2B5EF4-FFF2-40B4-BE49-F238E27FC236}">
                <a16:creationId xmlns:a16="http://schemas.microsoft.com/office/drawing/2014/main" id="{122041D8-315E-17A4-65C0-5A95B4133915}"/>
              </a:ext>
            </a:extLst>
          </p:cNvPr>
          <p:cNvPicPr>
            <a:picLocks noChangeAspect="1"/>
          </p:cNvPicPr>
          <p:nvPr/>
        </p:nvPicPr>
        <p:blipFill>
          <a:blip r:embed="rId3"/>
          <a:stretch>
            <a:fillRect/>
          </a:stretch>
        </p:blipFill>
        <p:spPr>
          <a:xfrm>
            <a:off x="-6191197" y="2062752"/>
            <a:ext cx="5967893" cy="5258019"/>
          </a:xfrm>
          <a:prstGeom prst="rect">
            <a:avLst/>
          </a:prstGeom>
        </p:spPr>
      </p:pic>
      <p:sp>
        <p:nvSpPr>
          <p:cNvPr id="3" name="ZWave3">
            <a:extLst>
              <a:ext uri="{FF2B5EF4-FFF2-40B4-BE49-F238E27FC236}">
                <a16:creationId xmlns:a16="http://schemas.microsoft.com/office/drawing/2014/main" id="{BAAA4DBB-BE69-9EB8-8F34-E7562F5A2683}"/>
              </a:ext>
            </a:extLst>
          </p:cNvPr>
          <p:cNvSpPr txBox="1"/>
          <p:nvPr/>
        </p:nvSpPr>
        <p:spPr>
          <a:xfrm>
            <a:off x="12829068" y="307591"/>
            <a:ext cx="6070504" cy="1015663"/>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When door is open:</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Visual status indicators in the house</a:t>
            </a:r>
          </a:p>
          <a:p>
            <a:pPr marL="342900" indent="-342900">
              <a:buFontTx/>
              <a:buChar char="-"/>
            </a:pPr>
            <a:r>
              <a:rPr lang="en-US" sz="2000" dirty="0">
                <a:solidFill>
                  <a:srgbClr val="2D3E50"/>
                </a:solidFill>
                <a:latin typeface="Roboto" panose="02000000000000000000" pitchFamily="2" charset="0"/>
                <a:ea typeface="Roboto" panose="02000000000000000000" pitchFamily="2" charset="0"/>
              </a:rPr>
              <a:t>Video recordings of motion</a:t>
            </a:r>
          </a:p>
        </p:txBody>
      </p:sp>
      <p:pic>
        <p:nvPicPr>
          <p:cNvPr id="4" name="!!ZWave4 Bulb">
            <a:extLst>
              <a:ext uri="{FF2B5EF4-FFF2-40B4-BE49-F238E27FC236}">
                <a16:creationId xmlns:a16="http://schemas.microsoft.com/office/drawing/2014/main" id="{44D8CDF4-C102-75B9-8983-69AE84F900B8}"/>
              </a:ext>
            </a:extLst>
          </p:cNvPr>
          <p:cNvPicPr>
            <a:picLocks noChangeAspect="1"/>
          </p:cNvPicPr>
          <p:nvPr/>
        </p:nvPicPr>
        <p:blipFill>
          <a:blip r:embed="rId4" cstate="hqprint">
            <a:extLst>
              <a:ext uri="{28A0092B-C50C-407E-A947-70E740481C1C}">
                <a14:useLocalDpi xmlns:a14="http://schemas.microsoft.com/office/drawing/2010/main"/>
              </a:ext>
            </a:extLst>
          </a:blip>
          <a:srcRect/>
          <a:stretch/>
        </p:blipFill>
        <p:spPr>
          <a:xfrm>
            <a:off x="12329581" y="278993"/>
            <a:ext cx="425758" cy="400110"/>
          </a:xfrm>
          <a:prstGeom prst="rect">
            <a:avLst/>
          </a:prstGeom>
        </p:spPr>
      </p:pic>
      <p:pic>
        <p:nvPicPr>
          <p:cNvPr id="300" name="Picture 299">
            <a:extLst>
              <a:ext uri="{FF2B5EF4-FFF2-40B4-BE49-F238E27FC236}">
                <a16:creationId xmlns:a16="http://schemas.microsoft.com/office/drawing/2014/main" id="{5A17266D-0526-817D-5812-7BB1150C9B47}"/>
              </a:ext>
            </a:extLst>
          </p:cNvPr>
          <p:cNvPicPr>
            <a:picLocks noChangeAspect="1"/>
          </p:cNvPicPr>
          <p:nvPr/>
        </p:nvPicPr>
        <p:blipFill>
          <a:blip r:embed="rId5"/>
          <a:srcRect/>
          <a:stretch/>
        </p:blipFill>
        <p:spPr>
          <a:xfrm>
            <a:off x="3125431" y="2689259"/>
            <a:ext cx="1148057" cy="863415"/>
          </a:xfrm>
          <a:prstGeom prst="rect">
            <a:avLst/>
          </a:prstGeom>
        </p:spPr>
      </p:pic>
      <p:sp>
        <p:nvSpPr>
          <p:cNvPr id="302" name="Sensor text">
            <a:extLst>
              <a:ext uri="{FF2B5EF4-FFF2-40B4-BE49-F238E27FC236}">
                <a16:creationId xmlns:a16="http://schemas.microsoft.com/office/drawing/2014/main" id="{1C273AA5-8E7D-36AA-6F9E-23FB3547E14B}"/>
              </a:ext>
            </a:extLst>
          </p:cNvPr>
          <p:cNvSpPr txBox="1"/>
          <p:nvPr/>
        </p:nvSpPr>
        <p:spPr>
          <a:xfrm>
            <a:off x="6253175" y="2040773"/>
            <a:ext cx="1975544"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Motion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pic>
        <p:nvPicPr>
          <p:cNvPr id="2" name="Picture 1">
            <a:extLst>
              <a:ext uri="{FF2B5EF4-FFF2-40B4-BE49-F238E27FC236}">
                <a16:creationId xmlns:a16="http://schemas.microsoft.com/office/drawing/2014/main" id="{8973976A-3DDA-9E39-3D39-98A84F283C9C}"/>
              </a:ext>
            </a:extLst>
          </p:cNvPr>
          <p:cNvPicPr>
            <a:picLocks noChangeAspect="1"/>
          </p:cNvPicPr>
          <p:nvPr/>
        </p:nvPicPr>
        <p:blipFill>
          <a:blip r:embed="rId6"/>
          <a:srcRect/>
          <a:stretch/>
        </p:blipFill>
        <p:spPr>
          <a:xfrm>
            <a:off x="5843588" y="2538323"/>
            <a:ext cx="1100566" cy="863415"/>
          </a:xfrm>
          <a:prstGeom prst="rect">
            <a:avLst/>
          </a:prstGeom>
        </p:spPr>
      </p:pic>
      <p:sp>
        <p:nvSpPr>
          <p:cNvPr id="5" name="Sensor text">
            <a:extLst>
              <a:ext uri="{FF2B5EF4-FFF2-40B4-BE49-F238E27FC236}">
                <a16:creationId xmlns:a16="http://schemas.microsoft.com/office/drawing/2014/main" id="{01C192EC-0EAB-A949-3065-46B42FAD9573}"/>
              </a:ext>
            </a:extLst>
          </p:cNvPr>
          <p:cNvSpPr txBox="1"/>
          <p:nvPr/>
        </p:nvSpPr>
        <p:spPr>
          <a:xfrm>
            <a:off x="2357826" y="1954549"/>
            <a:ext cx="2683266"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Distance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sp>
        <p:nvSpPr>
          <p:cNvPr id="8" name="Sensor text">
            <a:extLst>
              <a:ext uri="{FF2B5EF4-FFF2-40B4-BE49-F238E27FC236}">
                <a16:creationId xmlns:a16="http://schemas.microsoft.com/office/drawing/2014/main" id="{47F841C7-B458-1C7F-918D-56AB0CD871EB}"/>
              </a:ext>
            </a:extLst>
          </p:cNvPr>
          <p:cNvSpPr txBox="1"/>
          <p:nvPr/>
        </p:nvSpPr>
        <p:spPr>
          <a:xfrm>
            <a:off x="6456944" y="5564613"/>
            <a:ext cx="1975544" cy="1015663"/>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Raspberry Pi + camera</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$20</a:t>
            </a:r>
          </a:p>
        </p:txBody>
      </p:sp>
      <p:pic>
        <p:nvPicPr>
          <p:cNvPr id="12" name="Picture 11">
            <a:extLst>
              <a:ext uri="{FF2B5EF4-FFF2-40B4-BE49-F238E27FC236}">
                <a16:creationId xmlns:a16="http://schemas.microsoft.com/office/drawing/2014/main" id="{A4E9A204-E620-12C9-D8E1-274F6505A239}"/>
              </a:ext>
            </a:extLst>
          </p:cNvPr>
          <p:cNvPicPr>
            <a:picLocks noChangeAspect="1"/>
          </p:cNvPicPr>
          <p:nvPr/>
        </p:nvPicPr>
        <p:blipFill>
          <a:blip r:embed="rId7"/>
          <a:stretch>
            <a:fillRect/>
          </a:stretch>
        </p:blipFill>
        <p:spPr>
          <a:xfrm rot="1317566">
            <a:off x="3695700" y="3689781"/>
            <a:ext cx="3884443" cy="2778115"/>
          </a:xfrm>
          <a:prstGeom prst="rect">
            <a:avLst/>
          </a:prstGeom>
        </p:spPr>
      </p:pic>
      <p:pic>
        <p:nvPicPr>
          <p:cNvPr id="9" name="Picture 8">
            <a:extLst>
              <a:ext uri="{FF2B5EF4-FFF2-40B4-BE49-F238E27FC236}">
                <a16:creationId xmlns:a16="http://schemas.microsoft.com/office/drawing/2014/main" id="{282E28D0-A25E-7A03-DC5A-5ABA5BC28D3D}"/>
              </a:ext>
            </a:extLst>
          </p:cNvPr>
          <p:cNvPicPr>
            <a:picLocks noChangeAspect="1"/>
          </p:cNvPicPr>
          <p:nvPr/>
        </p:nvPicPr>
        <p:blipFill>
          <a:blip r:embed="rId8"/>
          <a:stretch>
            <a:fillRect/>
          </a:stretch>
        </p:blipFill>
        <p:spPr>
          <a:xfrm>
            <a:off x="25575" y="3851094"/>
            <a:ext cx="2765731" cy="2857500"/>
          </a:xfrm>
          <a:prstGeom prst="rect">
            <a:avLst/>
          </a:prstGeom>
        </p:spPr>
      </p:pic>
      <p:cxnSp>
        <p:nvCxnSpPr>
          <p:cNvPr id="19" name="Straight Connector 18">
            <a:extLst>
              <a:ext uri="{FF2B5EF4-FFF2-40B4-BE49-F238E27FC236}">
                <a16:creationId xmlns:a16="http://schemas.microsoft.com/office/drawing/2014/main" id="{29B09855-ABCD-F394-3EFD-B186B06E16FB}"/>
              </a:ext>
            </a:extLst>
          </p:cNvPr>
          <p:cNvCxnSpPr>
            <a:cxnSpLocks/>
          </p:cNvCxnSpPr>
          <p:nvPr/>
        </p:nvCxnSpPr>
        <p:spPr>
          <a:xfrm>
            <a:off x="3562350" y="3429000"/>
            <a:ext cx="619125" cy="838200"/>
          </a:xfrm>
          <a:prstGeom prst="line">
            <a:avLst/>
          </a:prstGeom>
          <a:ln w="25400"/>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E00F6D2-7A44-3B73-979B-3EE40AF76628}"/>
              </a:ext>
            </a:extLst>
          </p:cNvPr>
          <p:cNvCxnSpPr>
            <a:cxnSpLocks/>
          </p:cNvCxnSpPr>
          <p:nvPr/>
        </p:nvCxnSpPr>
        <p:spPr>
          <a:xfrm>
            <a:off x="3705225" y="3401738"/>
            <a:ext cx="669258" cy="865462"/>
          </a:xfrm>
          <a:prstGeom prst="line">
            <a:avLst/>
          </a:prstGeom>
          <a:ln w="25400">
            <a:solidFill>
              <a:srgbClr val="FF0000"/>
            </a:solidFill>
          </a:ln>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9D1A15F5-D913-197E-9A45-143D4F4FAA29}"/>
              </a:ext>
            </a:extLst>
          </p:cNvPr>
          <p:cNvCxnSpPr>
            <a:cxnSpLocks/>
          </p:cNvCxnSpPr>
          <p:nvPr/>
        </p:nvCxnSpPr>
        <p:spPr>
          <a:xfrm>
            <a:off x="3871912" y="3302676"/>
            <a:ext cx="719362" cy="964524"/>
          </a:xfrm>
          <a:prstGeom prst="line">
            <a:avLst/>
          </a:prstGeom>
          <a:ln w="25400">
            <a:solidFill>
              <a:srgbClr val="0070C0"/>
            </a:solidFill>
          </a:ln>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B1930D64-2ABA-4021-E77F-B1E8E5A6F797}"/>
              </a:ext>
            </a:extLst>
          </p:cNvPr>
          <p:cNvCxnSpPr>
            <a:cxnSpLocks/>
          </p:cNvCxnSpPr>
          <p:nvPr/>
        </p:nvCxnSpPr>
        <p:spPr>
          <a:xfrm flipH="1">
            <a:off x="5731075" y="3401738"/>
            <a:ext cx="522100" cy="911731"/>
          </a:xfrm>
          <a:prstGeom prst="line">
            <a:avLst/>
          </a:prstGeom>
          <a:ln w="25400"/>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1A9BDD6A-5277-6A68-A5AE-2E2CADC522A5}"/>
              </a:ext>
            </a:extLst>
          </p:cNvPr>
          <p:cNvCxnSpPr>
            <a:cxnSpLocks/>
          </p:cNvCxnSpPr>
          <p:nvPr/>
        </p:nvCxnSpPr>
        <p:spPr>
          <a:xfrm flipH="1">
            <a:off x="5603980" y="3302676"/>
            <a:ext cx="533227" cy="964524"/>
          </a:xfrm>
          <a:prstGeom prst="line">
            <a:avLst/>
          </a:prstGeom>
          <a:ln w="25400">
            <a:solidFill>
              <a:srgbClr val="FF0000"/>
            </a:solidFill>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44B38620-A2AA-96B0-0CD2-8D53EA7A8609}"/>
              </a:ext>
            </a:extLst>
          </p:cNvPr>
          <p:cNvCxnSpPr>
            <a:cxnSpLocks/>
          </p:cNvCxnSpPr>
          <p:nvPr/>
        </p:nvCxnSpPr>
        <p:spPr>
          <a:xfrm flipH="1">
            <a:off x="5433789" y="3138106"/>
            <a:ext cx="621006" cy="1129094"/>
          </a:xfrm>
          <a:prstGeom prst="line">
            <a:avLst/>
          </a:prstGeom>
          <a:ln w="25400">
            <a:solidFill>
              <a:srgbClr val="0070C0"/>
            </a:solidFill>
          </a:ln>
        </p:spPr>
        <p:style>
          <a:lnRef idx="1">
            <a:schemeClr val="dk1"/>
          </a:lnRef>
          <a:fillRef idx="0">
            <a:schemeClr val="dk1"/>
          </a:fillRef>
          <a:effectRef idx="0">
            <a:schemeClr val="dk1"/>
          </a:effectRef>
          <a:fontRef idx="minor">
            <a:schemeClr val="tx1"/>
          </a:fontRef>
        </p:style>
      </p:cxnSp>
      <p:pic>
        <p:nvPicPr>
          <p:cNvPr id="41" name="Picture 40">
            <a:extLst>
              <a:ext uri="{FF2B5EF4-FFF2-40B4-BE49-F238E27FC236}">
                <a16:creationId xmlns:a16="http://schemas.microsoft.com/office/drawing/2014/main" id="{C407E6E9-11AE-9D49-3994-D2A987D67093}"/>
              </a:ext>
            </a:extLst>
          </p:cNvPr>
          <p:cNvPicPr>
            <a:picLocks noChangeAspect="1"/>
          </p:cNvPicPr>
          <p:nvPr/>
        </p:nvPicPr>
        <p:blipFill>
          <a:blip r:embed="rId9"/>
          <a:stretch>
            <a:fillRect/>
          </a:stretch>
        </p:blipFill>
        <p:spPr>
          <a:xfrm>
            <a:off x="12305628" y="2979555"/>
            <a:ext cx="10383694" cy="3874252"/>
          </a:xfrm>
          <a:prstGeom prst="rect">
            <a:avLst/>
          </a:prstGeom>
        </p:spPr>
      </p:pic>
      <p:sp>
        <p:nvSpPr>
          <p:cNvPr id="6" name="!!Header whiteout">
            <a:extLst>
              <a:ext uri="{FF2B5EF4-FFF2-40B4-BE49-F238E27FC236}">
                <a16:creationId xmlns:a16="http://schemas.microsoft.com/office/drawing/2014/main" id="{C2378064-34AB-899C-8325-4AC008FEB26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ader Text 1">
            <a:extLst>
              <a:ext uri="{FF2B5EF4-FFF2-40B4-BE49-F238E27FC236}">
                <a16:creationId xmlns:a16="http://schemas.microsoft.com/office/drawing/2014/main" id="{82376A33-785F-73D8-7617-711D6405ECA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3574003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0-#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10" presetClass="entr" presetSubtype="0" fill="hold" nodeType="after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par>
                                <p:cTn id="13" presetID="10" presetClass="entr" presetSubtype="0" fill="hold" nodeType="with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00"/>
                                        <p:tgtEl>
                                          <p:spTgt spid="27"/>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500"/>
                                        <p:tgtEl>
                                          <p:spTgt spid="26"/>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pic>
        <p:nvPicPr>
          <p:cNvPr id="300" name="Picture 299">
            <a:extLst>
              <a:ext uri="{FF2B5EF4-FFF2-40B4-BE49-F238E27FC236}">
                <a16:creationId xmlns:a16="http://schemas.microsoft.com/office/drawing/2014/main" id="{5A17266D-0526-817D-5812-7BB1150C9B47}"/>
              </a:ext>
            </a:extLst>
          </p:cNvPr>
          <p:cNvPicPr>
            <a:picLocks noChangeAspect="1"/>
          </p:cNvPicPr>
          <p:nvPr/>
        </p:nvPicPr>
        <p:blipFill>
          <a:blip r:embed="rId3"/>
          <a:srcRect/>
          <a:stretch/>
        </p:blipFill>
        <p:spPr>
          <a:xfrm>
            <a:off x="420331" y="2689259"/>
            <a:ext cx="1148057" cy="863415"/>
          </a:xfrm>
          <a:prstGeom prst="rect">
            <a:avLst/>
          </a:prstGeom>
        </p:spPr>
      </p:pic>
      <p:sp>
        <p:nvSpPr>
          <p:cNvPr id="302" name="Sensor text">
            <a:extLst>
              <a:ext uri="{FF2B5EF4-FFF2-40B4-BE49-F238E27FC236}">
                <a16:creationId xmlns:a16="http://schemas.microsoft.com/office/drawing/2014/main" id="{1C273AA5-8E7D-36AA-6F9E-23FB3547E14B}"/>
              </a:ext>
            </a:extLst>
          </p:cNvPr>
          <p:cNvSpPr txBox="1"/>
          <p:nvPr/>
        </p:nvSpPr>
        <p:spPr>
          <a:xfrm>
            <a:off x="3548075" y="2040773"/>
            <a:ext cx="1975544"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Motion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pic>
        <p:nvPicPr>
          <p:cNvPr id="2" name="Picture 1">
            <a:extLst>
              <a:ext uri="{FF2B5EF4-FFF2-40B4-BE49-F238E27FC236}">
                <a16:creationId xmlns:a16="http://schemas.microsoft.com/office/drawing/2014/main" id="{8973976A-3DDA-9E39-3D39-98A84F283C9C}"/>
              </a:ext>
            </a:extLst>
          </p:cNvPr>
          <p:cNvPicPr>
            <a:picLocks noChangeAspect="1"/>
          </p:cNvPicPr>
          <p:nvPr/>
        </p:nvPicPr>
        <p:blipFill>
          <a:blip r:embed="rId4"/>
          <a:srcRect/>
          <a:stretch/>
        </p:blipFill>
        <p:spPr>
          <a:xfrm>
            <a:off x="3138488" y="2538323"/>
            <a:ext cx="1100566" cy="863415"/>
          </a:xfrm>
          <a:prstGeom prst="rect">
            <a:avLst/>
          </a:prstGeom>
        </p:spPr>
      </p:pic>
      <p:sp>
        <p:nvSpPr>
          <p:cNvPr id="5" name="Sensor text">
            <a:extLst>
              <a:ext uri="{FF2B5EF4-FFF2-40B4-BE49-F238E27FC236}">
                <a16:creationId xmlns:a16="http://schemas.microsoft.com/office/drawing/2014/main" id="{01C192EC-0EAB-A949-3065-46B42FAD9573}"/>
              </a:ext>
            </a:extLst>
          </p:cNvPr>
          <p:cNvSpPr txBox="1"/>
          <p:nvPr/>
        </p:nvSpPr>
        <p:spPr>
          <a:xfrm>
            <a:off x="-347274" y="1954549"/>
            <a:ext cx="2683266"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Distance sensor</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a:t>
            </a:r>
          </a:p>
        </p:txBody>
      </p:sp>
      <p:sp>
        <p:nvSpPr>
          <p:cNvPr id="8" name="Sensor text">
            <a:extLst>
              <a:ext uri="{FF2B5EF4-FFF2-40B4-BE49-F238E27FC236}">
                <a16:creationId xmlns:a16="http://schemas.microsoft.com/office/drawing/2014/main" id="{47F841C7-B458-1C7F-918D-56AB0CD871EB}"/>
              </a:ext>
            </a:extLst>
          </p:cNvPr>
          <p:cNvSpPr txBox="1"/>
          <p:nvPr/>
        </p:nvSpPr>
        <p:spPr>
          <a:xfrm>
            <a:off x="3751844" y="5564613"/>
            <a:ext cx="1975544" cy="1015663"/>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Raspberry Pi + camera</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$20</a:t>
            </a:r>
          </a:p>
        </p:txBody>
      </p:sp>
      <p:pic>
        <p:nvPicPr>
          <p:cNvPr id="12" name="Picture 11">
            <a:extLst>
              <a:ext uri="{FF2B5EF4-FFF2-40B4-BE49-F238E27FC236}">
                <a16:creationId xmlns:a16="http://schemas.microsoft.com/office/drawing/2014/main" id="{A4E9A204-E620-12C9-D8E1-274F6505A239}"/>
              </a:ext>
            </a:extLst>
          </p:cNvPr>
          <p:cNvPicPr>
            <a:picLocks noChangeAspect="1"/>
          </p:cNvPicPr>
          <p:nvPr/>
        </p:nvPicPr>
        <p:blipFill>
          <a:blip r:embed="rId5"/>
          <a:stretch>
            <a:fillRect/>
          </a:stretch>
        </p:blipFill>
        <p:spPr>
          <a:xfrm rot="1317566">
            <a:off x="990600" y="3689781"/>
            <a:ext cx="3884443" cy="2778115"/>
          </a:xfrm>
          <a:prstGeom prst="rect">
            <a:avLst/>
          </a:prstGeom>
        </p:spPr>
      </p:pic>
      <p:pic>
        <p:nvPicPr>
          <p:cNvPr id="9" name="Picture 8">
            <a:extLst>
              <a:ext uri="{FF2B5EF4-FFF2-40B4-BE49-F238E27FC236}">
                <a16:creationId xmlns:a16="http://schemas.microsoft.com/office/drawing/2014/main" id="{282E28D0-A25E-7A03-DC5A-5ABA5BC28D3D}"/>
              </a:ext>
            </a:extLst>
          </p:cNvPr>
          <p:cNvPicPr>
            <a:picLocks noChangeAspect="1"/>
          </p:cNvPicPr>
          <p:nvPr/>
        </p:nvPicPr>
        <p:blipFill>
          <a:blip r:embed="rId6"/>
          <a:stretch>
            <a:fillRect/>
          </a:stretch>
        </p:blipFill>
        <p:spPr>
          <a:xfrm>
            <a:off x="-2984325" y="3851094"/>
            <a:ext cx="2765731" cy="2857500"/>
          </a:xfrm>
          <a:prstGeom prst="rect">
            <a:avLst/>
          </a:prstGeom>
        </p:spPr>
      </p:pic>
      <p:cxnSp>
        <p:nvCxnSpPr>
          <p:cNvPr id="19" name="Straight Connector 18">
            <a:extLst>
              <a:ext uri="{FF2B5EF4-FFF2-40B4-BE49-F238E27FC236}">
                <a16:creationId xmlns:a16="http://schemas.microsoft.com/office/drawing/2014/main" id="{29B09855-ABCD-F394-3EFD-B186B06E16FB}"/>
              </a:ext>
            </a:extLst>
          </p:cNvPr>
          <p:cNvCxnSpPr>
            <a:cxnSpLocks/>
          </p:cNvCxnSpPr>
          <p:nvPr/>
        </p:nvCxnSpPr>
        <p:spPr>
          <a:xfrm>
            <a:off x="857250" y="3429000"/>
            <a:ext cx="619125" cy="838200"/>
          </a:xfrm>
          <a:prstGeom prst="line">
            <a:avLst/>
          </a:prstGeom>
          <a:ln w="25400"/>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E00F6D2-7A44-3B73-979B-3EE40AF76628}"/>
              </a:ext>
            </a:extLst>
          </p:cNvPr>
          <p:cNvCxnSpPr>
            <a:cxnSpLocks/>
          </p:cNvCxnSpPr>
          <p:nvPr/>
        </p:nvCxnSpPr>
        <p:spPr>
          <a:xfrm>
            <a:off x="1000125" y="3401738"/>
            <a:ext cx="669258" cy="865462"/>
          </a:xfrm>
          <a:prstGeom prst="line">
            <a:avLst/>
          </a:prstGeom>
          <a:ln w="25400">
            <a:solidFill>
              <a:srgbClr val="FF0000"/>
            </a:solidFill>
          </a:ln>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9D1A15F5-D913-197E-9A45-143D4F4FAA29}"/>
              </a:ext>
            </a:extLst>
          </p:cNvPr>
          <p:cNvCxnSpPr>
            <a:cxnSpLocks/>
          </p:cNvCxnSpPr>
          <p:nvPr/>
        </p:nvCxnSpPr>
        <p:spPr>
          <a:xfrm>
            <a:off x="1166812" y="3302676"/>
            <a:ext cx="719362" cy="964524"/>
          </a:xfrm>
          <a:prstGeom prst="line">
            <a:avLst/>
          </a:prstGeom>
          <a:ln w="25400">
            <a:solidFill>
              <a:srgbClr val="0070C0"/>
            </a:solidFill>
          </a:ln>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B1930D64-2ABA-4021-E77F-B1E8E5A6F797}"/>
              </a:ext>
            </a:extLst>
          </p:cNvPr>
          <p:cNvCxnSpPr>
            <a:cxnSpLocks/>
          </p:cNvCxnSpPr>
          <p:nvPr/>
        </p:nvCxnSpPr>
        <p:spPr>
          <a:xfrm flipH="1">
            <a:off x="3025975" y="3401738"/>
            <a:ext cx="522100" cy="911731"/>
          </a:xfrm>
          <a:prstGeom prst="line">
            <a:avLst/>
          </a:prstGeom>
          <a:ln w="25400"/>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1A9BDD6A-5277-6A68-A5AE-2E2CADC522A5}"/>
              </a:ext>
            </a:extLst>
          </p:cNvPr>
          <p:cNvCxnSpPr>
            <a:cxnSpLocks/>
          </p:cNvCxnSpPr>
          <p:nvPr/>
        </p:nvCxnSpPr>
        <p:spPr>
          <a:xfrm flipH="1">
            <a:off x="2898880" y="3302676"/>
            <a:ext cx="533227" cy="964524"/>
          </a:xfrm>
          <a:prstGeom prst="line">
            <a:avLst/>
          </a:prstGeom>
          <a:ln w="25400">
            <a:solidFill>
              <a:srgbClr val="FF0000"/>
            </a:solidFill>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44B38620-A2AA-96B0-0CD2-8D53EA7A8609}"/>
              </a:ext>
            </a:extLst>
          </p:cNvPr>
          <p:cNvCxnSpPr>
            <a:cxnSpLocks/>
          </p:cNvCxnSpPr>
          <p:nvPr/>
        </p:nvCxnSpPr>
        <p:spPr>
          <a:xfrm flipH="1">
            <a:off x="2728689" y="3138106"/>
            <a:ext cx="621006" cy="1129094"/>
          </a:xfrm>
          <a:prstGeom prst="line">
            <a:avLst/>
          </a:prstGeom>
          <a:ln w="25400">
            <a:solidFill>
              <a:srgbClr val="0070C0"/>
            </a:solidFill>
          </a:ln>
        </p:spPr>
        <p:style>
          <a:lnRef idx="1">
            <a:schemeClr val="dk1"/>
          </a:lnRef>
          <a:fillRef idx="0">
            <a:schemeClr val="dk1"/>
          </a:fillRef>
          <a:effectRef idx="0">
            <a:schemeClr val="dk1"/>
          </a:effectRef>
          <a:fontRef idx="minor">
            <a:schemeClr val="tx1"/>
          </a:fontRef>
        </p:style>
      </p:cxnSp>
      <p:pic>
        <p:nvPicPr>
          <p:cNvPr id="10" name="Picture 9">
            <a:extLst>
              <a:ext uri="{FF2B5EF4-FFF2-40B4-BE49-F238E27FC236}">
                <a16:creationId xmlns:a16="http://schemas.microsoft.com/office/drawing/2014/main" id="{7EB60CAA-2E44-2748-92FE-2ADE8093B5A8}"/>
              </a:ext>
            </a:extLst>
          </p:cNvPr>
          <p:cNvPicPr>
            <a:picLocks noChangeAspect="1"/>
          </p:cNvPicPr>
          <p:nvPr/>
        </p:nvPicPr>
        <p:blipFill>
          <a:blip r:embed="rId7"/>
          <a:stretch>
            <a:fillRect/>
          </a:stretch>
        </p:blipFill>
        <p:spPr>
          <a:xfrm>
            <a:off x="5666703" y="2979555"/>
            <a:ext cx="10383694" cy="3874252"/>
          </a:xfrm>
          <a:prstGeom prst="rect">
            <a:avLst/>
          </a:prstGeom>
        </p:spPr>
      </p:pic>
      <p:sp>
        <p:nvSpPr>
          <p:cNvPr id="3" name="Rectangle: Rounded Corners 2">
            <a:extLst>
              <a:ext uri="{FF2B5EF4-FFF2-40B4-BE49-F238E27FC236}">
                <a16:creationId xmlns:a16="http://schemas.microsoft.com/office/drawing/2014/main" id="{32186850-6272-8FB7-F251-34B988843693}"/>
              </a:ext>
            </a:extLst>
          </p:cNvPr>
          <p:cNvSpPr/>
          <p:nvPr/>
        </p:nvSpPr>
        <p:spPr>
          <a:xfrm>
            <a:off x="6254136" y="5587239"/>
            <a:ext cx="5325791"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BD3DEFAE-F9A0-4891-C068-D87E9568F709}"/>
              </a:ext>
            </a:extLst>
          </p:cNvPr>
          <p:cNvSpPr/>
          <p:nvPr/>
        </p:nvSpPr>
        <p:spPr>
          <a:xfrm>
            <a:off x="6254136" y="6386315"/>
            <a:ext cx="5325791"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ensor text">
            <a:extLst>
              <a:ext uri="{FF2B5EF4-FFF2-40B4-BE49-F238E27FC236}">
                <a16:creationId xmlns:a16="http://schemas.microsoft.com/office/drawing/2014/main" id="{EB7F22C1-00DE-690E-AE3E-7114413838F0}"/>
              </a:ext>
            </a:extLst>
          </p:cNvPr>
          <p:cNvSpPr txBox="1"/>
          <p:nvPr/>
        </p:nvSpPr>
        <p:spPr>
          <a:xfrm>
            <a:off x="8950701" y="4578108"/>
            <a:ext cx="3775600"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Python libraries</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make it super easy</a:t>
            </a:r>
          </a:p>
        </p:txBody>
      </p:sp>
      <p:grpSp>
        <p:nvGrpSpPr>
          <p:cNvPr id="11" name="Arrow 2">
            <a:extLst>
              <a:ext uri="{FF2B5EF4-FFF2-40B4-BE49-F238E27FC236}">
                <a16:creationId xmlns:a16="http://schemas.microsoft.com/office/drawing/2014/main" id="{424BBEC8-3388-4CF5-26CF-4660DA9C8C45}"/>
              </a:ext>
            </a:extLst>
          </p:cNvPr>
          <p:cNvGrpSpPr>
            <a:grpSpLocks noChangeAspect="1"/>
          </p:cNvGrpSpPr>
          <p:nvPr/>
        </p:nvGrpSpPr>
        <p:grpSpPr bwMode="auto">
          <a:xfrm rot="5937654" flipH="1">
            <a:off x="8894393" y="4703300"/>
            <a:ext cx="904172" cy="943180"/>
            <a:chOff x="1328" y="0"/>
            <a:chExt cx="3106" cy="3240"/>
          </a:xfrm>
          <a:solidFill>
            <a:srgbClr val="C00000"/>
          </a:solidFill>
        </p:grpSpPr>
        <p:sp>
          <p:nvSpPr>
            <p:cNvPr id="13" name="Freeform 716">
              <a:extLst>
                <a:ext uri="{FF2B5EF4-FFF2-40B4-BE49-F238E27FC236}">
                  <a16:creationId xmlns:a16="http://schemas.microsoft.com/office/drawing/2014/main" id="{7F505C7C-BF10-38B5-259C-CD969F327351}"/>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 name="Freeform 717">
              <a:extLst>
                <a:ext uri="{FF2B5EF4-FFF2-40B4-BE49-F238E27FC236}">
                  <a16:creationId xmlns:a16="http://schemas.microsoft.com/office/drawing/2014/main" id="{D362A694-D3E8-BE3C-7607-DB9C291F7C62}"/>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 name="Freeform 718">
              <a:extLst>
                <a:ext uri="{FF2B5EF4-FFF2-40B4-BE49-F238E27FC236}">
                  <a16:creationId xmlns:a16="http://schemas.microsoft.com/office/drawing/2014/main" id="{E97FFE4A-EFEE-544A-88E8-E965570ED2D5}"/>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 name="Freeform 719">
              <a:extLst>
                <a:ext uri="{FF2B5EF4-FFF2-40B4-BE49-F238E27FC236}">
                  <a16:creationId xmlns:a16="http://schemas.microsoft.com/office/drawing/2014/main" id="{9C380D56-B85F-1E45-04D1-2AA1BF96B340}"/>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 name="Freeform 720">
              <a:extLst>
                <a:ext uri="{FF2B5EF4-FFF2-40B4-BE49-F238E27FC236}">
                  <a16:creationId xmlns:a16="http://schemas.microsoft.com/office/drawing/2014/main" id="{D2CC00F4-6322-0847-0F75-8434B5E807B2}"/>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 name="Freeform 721">
              <a:extLst>
                <a:ext uri="{FF2B5EF4-FFF2-40B4-BE49-F238E27FC236}">
                  <a16:creationId xmlns:a16="http://schemas.microsoft.com/office/drawing/2014/main" id="{F25D9A24-2493-A3B2-2BEE-FE72A64B3B47}"/>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0" name="Freeform 722">
              <a:extLst>
                <a:ext uri="{FF2B5EF4-FFF2-40B4-BE49-F238E27FC236}">
                  <a16:creationId xmlns:a16="http://schemas.microsoft.com/office/drawing/2014/main" id="{6245A399-8527-2FB7-3349-08A5B6D53A35}"/>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1" name="Freeform 723">
              <a:extLst>
                <a:ext uri="{FF2B5EF4-FFF2-40B4-BE49-F238E27FC236}">
                  <a16:creationId xmlns:a16="http://schemas.microsoft.com/office/drawing/2014/main" id="{3FA55655-28C4-6E3A-34E2-3A6E724CE17B}"/>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4" name="Freeform 724">
              <a:extLst>
                <a:ext uri="{FF2B5EF4-FFF2-40B4-BE49-F238E27FC236}">
                  <a16:creationId xmlns:a16="http://schemas.microsoft.com/office/drawing/2014/main" id="{6AB3CA1B-914E-3C31-9100-7E1BA4909729}"/>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25">
              <a:extLst>
                <a:ext uri="{FF2B5EF4-FFF2-40B4-BE49-F238E27FC236}">
                  <a16:creationId xmlns:a16="http://schemas.microsoft.com/office/drawing/2014/main" id="{00DDBDF8-CC4A-3666-8A07-BB7F4B6A3AB8}"/>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9" name="Freeform 726">
              <a:extLst>
                <a:ext uri="{FF2B5EF4-FFF2-40B4-BE49-F238E27FC236}">
                  <a16:creationId xmlns:a16="http://schemas.microsoft.com/office/drawing/2014/main" id="{5C975028-5D43-AA0D-0A31-85D3170F5E55}"/>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0" name="Freeform 727">
              <a:extLst>
                <a:ext uri="{FF2B5EF4-FFF2-40B4-BE49-F238E27FC236}">
                  <a16:creationId xmlns:a16="http://schemas.microsoft.com/office/drawing/2014/main" id="{49780857-BC49-9902-1701-B49F52D78F5A}"/>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8">
              <a:extLst>
                <a:ext uri="{FF2B5EF4-FFF2-40B4-BE49-F238E27FC236}">
                  <a16:creationId xmlns:a16="http://schemas.microsoft.com/office/drawing/2014/main" id="{B983DE25-C704-FA01-4EA9-A234DA981BF4}"/>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9">
              <a:extLst>
                <a:ext uri="{FF2B5EF4-FFF2-40B4-BE49-F238E27FC236}">
                  <a16:creationId xmlns:a16="http://schemas.microsoft.com/office/drawing/2014/main" id="{FBC596BA-9AB6-3C63-C708-E4EADD68A9C8}"/>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30">
              <a:extLst>
                <a:ext uri="{FF2B5EF4-FFF2-40B4-BE49-F238E27FC236}">
                  <a16:creationId xmlns:a16="http://schemas.microsoft.com/office/drawing/2014/main" id="{F377A022-5833-C754-6167-B64422453DE3}"/>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31">
              <a:extLst>
                <a:ext uri="{FF2B5EF4-FFF2-40B4-BE49-F238E27FC236}">
                  <a16:creationId xmlns:a16="http://schemas.microsoft.com/office/drawing/2014/main" id="{60A2AE7E-A4A2-16B1-FCE4-F07485FE05E2}"/>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32">
              <a:extLst>
                <a:ext uri="{FF2B5EF4-FFF2-40B4-BE49-F238E27FC236}">
                  <a16:creationId xmlns:a16="http://schemas.microsoft.com/office/drawing/2014/main" id="{D94663C3-6EC1-1FEE-914B-D723961EC5B7}"/>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33">
              <a:extLst>
                <a:ext uri="{FF2B5EF4-FFF2-40B4-BE49-F238E27FC236}">
                  <a16:creationId xmlns:a16="http://schemas.microsoft.com/office/drawing/2014/main" id="{2F2D1FB8-F4A5-6879-1424-521E78164A6B}"/>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34">
              <a:extLst>
                <a:ext uri="{FF2B5EF4-FFF2-40B4-BE49-F238E27FC236}">
                  <a16:creationId xmlns:a16="http://schemas.microsoft.com/office/drawing/2014/main" id="{59A508BE-C273-A862-080A-5993F0F525D5}"/>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35">
              <a:extLst>
                <a:ext uri="{FF2B5EF4-FFF2-40B4-BE49-F238E27FC236}">
                  <a16:creationId xmlns:a16="http://schemas.microsoft.com/office/drawing/2014/main" id="{047A05C7-8AE2-201E-3A90-770DC2078889}"/>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36">
              <a:extLst>
                <a:ext uri="{FF2B5EF4-FFF2-40B4-BE49-F238E27FC236}">
                  <a16:creationId xmlns:a16="http://schemas.microsoft.com/office/drawing/2014/main" id="{8FBD8257-F5A9-C442-8D4D-3A5E35AC0B56}"/>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37">
              <a:extLst>
                <a:ext uri="{FF2B5EF4-FFF2-40B4-BE49-F238E27FC236}">
                  <a16:creationId xmlns:a16="http://schemas.microsoft.com/office/drawing/2014/main" id="{5F6325FE-CDBE-6474-2859-55AF5D64463F}"/>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8">
              <a:extLst>
                <a:ext uri="{FF2B5EF4-FFF2-40B4-BE49-F238E27FC236}">
                  <a16:creationId xmlns:a16="http://schemas.microsoft.com/office/drawing/2014/main" id="{8F5CDCFD-D38A-B7AC-805B-A5ADA8085960}"/>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9">
              <a:extLst>
                <a:ext uri="{FF2B5EF4-FFF2-40B4-BE49-F238E27FC236}">
                  <a16:creationId xmlns:a16="http://schemas.microsoft.com/office/drawing/2014/main" id="{20D06894-B4FF-D26E-14D2-BAED8B4FBEA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40">
              <a:extLst>
                <a:ext uri="{FF2B5EF4-FFF2-40B4-BE49-F238E27FC236}">
                  <a16:creationId xmlns:a16="http://schemas.microsoft.com/office/drawing/2014/main" id="{139E296F-2FB0-B642-E3A4-532BE368EA7E}"/>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41">
              <a:extLst>
                <a:ext uri="{FF2B5EF4-FFF2-40B4-BE49-F238E27FC236}">
                  <a16:creationId xmlns:a16="http://schemas.microsoft.com/office/drawing/2014/main" id="{B957F414-83BE-A6BC-6328-0216F28085A5}"/>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42">
              <a:extLst>
                <a:ext uri="{FF2B5EF4-FFF2-40B4-BE49-F238E27FC236}">
                  <a16:creationId xmlns:a16="http://schemas.microsoft.com/office/drawing/2014/main" id="{EDB291F7-6831-7AB9-12FA-0CE18EEDD22F}"/>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8" name="Freeform 743">
              <a:extLst>
                <a:ext uri="{FF2B5EF4-FFF2-40B4-BE49-F238E27FC236}">
                  <a16:creationId xmlns:a16="http://schemas.microsoft.com/office/drawing/2014/main" id="{D8BC1AF4-D151-0648-18FD-B744EFDC234C}"/>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44">
              <a:extLst>
                <a:ext uri="{FF2B5EF4-FFF2-40B4-BE49-F238E27FC236}">
                  <a16:creationId xmlns:a16="http://schemas.microsoft.com/office/drawing/2014/main" id="{C01C5624-2522-83C4-12C4-B93BB3EBC55E}"/>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45">
              <a:extLst>
                <a:ext uri="{FF2B5EF4-FFF2-40B4-BE49-F238E27FC236}">
                  <a16:creationId xmlns:a16="http://schemas.microsoft.com/office/drawing/2014/main" id="{22CC7346-32A4-8259-46D1-BA73A261B30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46">
              <a:extLst>
                <a:ext uri="{FF2B5EF4-FFF2-40B4-BE49-F238E27FC236}">
                  <a16:creationId xmlns:a16="http://schemas.microsoft.com/office/drawing/2014/main" id="{68350E63-93AB-8A4F-1803-1B241EBA98D4}"/>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47">
              <a:extLst>
                <a:ext uri="{FF2B5EF4-FFF2-40B4-BE49-F238E27FC236}">
                  <a16:creationId xmlns:a16="http://schemas.microsoft.com/office/drawing/2014/main" id="{09C3674D-D9BE-0309-5BDD-854D541B858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48">
              <a:extLst>
                <a:ext uri="{FF2B5EF4-FFF2-40B4-BE49-F238E27FC236}">
                  <a16:creationId xmlns:a16="http://schemas.microsoft.com/office/drawing/2014/main" id="{BC66470E-0D45-21B6-EA8E-CE1425A8953F}"/>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9">
              <a:extLst>
                <a:ext uri="{FF2B5EF4-FFF2-40B4-BE49-F238E27FC236}">
                  <a16:creationId xmlns:a16="http://schemas.microsoft.com/office/drawing/2014/main" id="{D24BD61D-8009-4714-CC50-F71965751D93}"/>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50">
              <a:extLst>
                <a:ext uri="{FF2B5EF4-FFF2-40B4-BE49-F238E27FC236}">
                  <a16:creationId xmlns:a16="http://schemas.microsoft.com/office/drawing/2014/main" id="{142C504A-B444-913E-4C5F-7F18A867D273}"/>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51">
              <a:extLst>
                <a:ext uri="{FF2B5EF4-FFF2-40B4-BE49-F238E27FC236}">
                  <a16:creationId xmlns:a16="http://schemas.microsoft.com/office/drawing/2014/main" id="{914A9803-FF09-183A-0994-AE7E061DFF6B}"/>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52">
              <a:extLst>
                <a:ext uri="{FF2B5EF4-FFF2-40B4-BE49-F238E27FC236}">
                  <a16:creationId xmlns:a16="http://schemas.microsoft.com/office/drawing/2014/main" id="{1AF65340-0D00-B24E-7DC2-583FDB2B84C9}"/>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53">
              <a:extLst>
                <a:ext uri="{FF2B5EF4-FFF2-40B4-BE49-F238E27FC236}">
                  <a16:creationId xmlns:a16="http://schemas.microsoft.com/office/drawing/2014/main" id="{4DFAEEF7-9627-A304-09A1-B99BC23E27DA}"/>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54">
              <a:extLst>
                <a:ext uri="{FF2B5EF4-FFF2-40B4-BE49-F238E27FC236}">
                  <a16:creationId xmlns:a16="http://schemas.microsoft.com/office/drawing/2014/main" id="{0A1CF6A1-3C21-7200-C491-A4B04C8C1F6E}"/>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55">
              <a:extLst>
                <a:ext uri="{FF2B5EF4-FFF2-40B4-BE49-F238E27FC236}">
                  <a16:creationId xmlns:a16="http://schemas.microsoft.com/office/drawing/2014/main" id="{4AD2F339-D681-1FB7-8AB9-9FE44AE76086}"/>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56">
              <a:extLst>
                <a:ext uri="{FF2B5EF4-FFF2-40B4-BE49-F238E27FC236}">
                  <a16:creationId xmlns:a16="http://schemas.microsoft.com/office/drawing/2014/main" id="{48898D60-F673-C529-9D68-D0926E384224}"/>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57">
              <a:extLst>
                <a:ext uri="{FF2B5EF4-FFF2-40B4-BE49-F238E27FC236}">
                  <a16:creationId xmlns:a16="http://schemas.microsoft.com/office/drawing/2014/main" id="{FECC2409-5D7D-1778-3A8C-07EEAE1DB641}"/>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58">
              <a:extLst>
                <a:ext uri="{FF2B5EF4-FFF2-40B4-BE49-F238E27FC236}">
                  <a16:creationId xmlns:a16="http://schemas.microsoft.com/office/drawing/2014/main" id="{9F88B8CA-AF66-F1BA-1DE4-55C84AA3C44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759">
              <a:extLst>
                <a:ext uri="{FF2B5EF4-FFF2-40B4-BE49-F238E27FC236}">
                  <a16:creationId xmlns:a16="http://schemas.microsoft.com/office/drawing/2014/main" id="{347A18AC-40BB-F0E4-FB02-1F9DB6548BF9}"/>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9" name="Freeform 760">
              <a:extLst>
                <a:ext uri="{FF2B5EF4-FFF2-40B4-BE49-F238E27FC236}">
                  <a16:creationId xmlns:a16="http://schemas.microsoft.com/office/drawing/2014/main" id="{00B83EB8-5C93-0398-193C-87E199A8ACB0}"/>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0" name="Freeform 761">
              <a:extLst>
                <a:ext uri="{FF2B5EF4-FFF2-40B4-BE49-F238E27FC236}">
                  <a16:creationId xmlns:a16="http://schemas.microsoft.com/office/drawing/2014/main" id="{0F7BD490-53E5-C56A-A0CD-40D64A87B887}"/>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1" name="Freeform 762">
              <a:extLst>
                <a:ext uri="{FF2B5EF4-FFF2-40B4-BE49-F238E27FC236}">
                  <a16:creationId xmlns:a16="http://schemas.microsoft.com/office/drawing/2014/main" id="{E96C9394-93E8-C796-3E43-A9124C489CA1}"/>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2" name="Freeform 763">
              <a:extLst>
                <a:ext uri="{FF2B5EF4-FFF2-40B4-BE49-F238E27FC236}">
                  <a16:creationId xmlns:a16="http://schemas.microsoft.com/office/drawing/2014/main" id="{7A244363-8048-617E-D515-A8E0E8CFBD9F}"/>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3" name="Freeform 764">
              <a:extLst>
                <a:ext uri="{FF2B5EF4-FFF2-40B4-BE49-F238E27FC236}">
                  <a16:creationId xmlns:a16="http://schemas.microsoft.com/office/drawing/2014/main" id="{484DEF8D-BB30-F2F6-84C0-3ECE521D93A7}"/>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4" name="Freeform 765">
              <a:extLst>
                <a:ext uri="{FF2B5EF4-FFF2-40B4-BE49-F238E27FC236}">
                  <a16:creationId xmlns:a16="http://schemas.microsoft.com/office/drawing/2014/main" id="{5E85EE16-A92A-D292-98A8-1B61E06F720A}"/>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5" name="Freeform 766">
              <a:extLst>
                <a:ext uri="{FF2B5EF4-FFF2-40B4-BE49-F238E27FC236}">
                  <a16:creationId xmlns:a16="http://schemas.microsoft.com/office/drawing/2014/main" id="{763E168A-1FCD-FE64-CA6A-50FE1AFAB984}"/>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6" name="Freeform 767">
              <a:extLst>
                <a:ext uri="{FF2B5EF4-FFF2-40B4-BE49-F238E27FC236}">
                  <a16:creationId xmlns:a16="http://schemas.microsoft.com/office/drawing/2014/main" id="{40E2FC1B-9CD2-C255-4AB1-D5804EA869D6}"/>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7" name="Freeform 768">
              <a:extLst>
                <a:ext uri="{FF2B5EF4-FFF2-40B4-BE49-F238E27FC236}">
                  <a16:creationId xmlns:a16="http://schemas.microsoft.com/office/drawing/2014/main" id="{221E06E7-074D-63BF-5AC9-A39B5847EFD9}"/>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8" name="Freeform 769">
              <a:extLst>
                <a:ext uri="{FF2B5EF4-FFF2-40B4-BE49-F238E27FC236}">
                  <a16:creationId xmlns:a16="http://schemas.microsoft.com/office/drawing/2014/main" id="{3206EA86-FABA-B3DD-F9CE-0053FF6CA73F}"/>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39" name="Freeform 770">
              <a:extLst>
                <a:ext uri="{FF2B5EF4-FFF2-40B4-BE49-F238E27FC236}">
                  <a16:creationId xmlns:a16="http://schemas.microsoft.com/office/drawing/2014/main" id="{F17BAE72-17BE-B390-C514-51D82659B0CE}"/>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0" name="Freeform 771">
              <a:extLst>
                <a:ext uri="{FF2B5EF4-FFF2-40B4-BE49-F238E27FC236}">
                  <a16:creationId xmlns:a16="http://schemas.microsoft.com/office/drawing/2014/main" id="{916CC52F-32ED-DF8B-1ADF-471DCC74C086}"/>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2" name="Freeform 772">
              <a:extLst>
                <a:ext uri="{FF2B5EF4-FFF2-40B4-BE49-F238E27FC236}">
                  <a16:creationId xmlns:a16="http://schemas.microsoft.com/office/drawing/2014/main" id="{8988353D-AF73-6BE1-4820-443948D1A405}"/>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3" name="Freeform 773">
              <a:extLst>
                <a:ext uri="{FF2B5EF4-FFF2-40B4-BE49-F238E27FC236}">
                  <a16:creationId xmlns:a16="http://schemas.microsoft.com/office/drawing/2014/main" id="{7B547893-AB5E-5DAF-0BA8-2E6BBEC40C9F}"/>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4" name="Freeform 774">
              <a:extLst>
                <a:ext uri="{FF2B5EF4-FFF2-40B4-BE49-F238E27FC236}">
                  <a16:creationId xmlns:a16="http://schemas.microsoft.com/office/drawing/2014/main" id="{667AE721-D831-C60D-82DE-2A714C38A880}"/>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5" name="Freeform 775">
              <a:extLst>
                <a:ext uri="{FF2B5EF4-FFF2-40B4-BE49-F238E27FC236}">
                  <a16:creationId xmlns:a16="http://schemas.microsoft.com/office/drawing/2014/main" id="{06A9837C-7FE2-3C01-26B8-EBC865197BF3}"/>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6" name="Freeform 776">
              <a:extLst>
                <a:ext uri="{FF2B5EF4-FFF2-40B4-BE49-F238E27FC236}">
                  <a16:creationId xmlns:a16="http://schemas.microsoft.com/office/drawing/2014/main" id="{7622A13C-7734-688D-7A99-C236D50EA727}"/>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7" name="Freeform 777">
              <a:extLst>
                <a:ext uri="{FF2B5EF4-FFF2-40B4-BE49-F238E27FC236}">
                  <a16:creationId xmlns:a16="http://schemas.microsoft.com/office/drawing/2014/main" id="{53727C15-F351-736E-A448-27BB0D8394BE}"/>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8" name="Freeform 778">
              <a:extLst>
                <a:ext uri="{FF2B5EF4-FFF2-40B4-BE49-F238E27FC236}">
                  <a16:creationId xmlns:a16="http://schemas.microsoft.com/office/drawing/2014/main" id="{2D15C552-A609-0630-D005-2E1128864038}"/>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49" name="Freeform 779">
              <a:extLst>
                <a:ext uri="{FF2B5EF4-FFF2-40B4-BE49-F238E27FC236}">
                  <a16:creationId xmlns:a16="http://schemas.microsoft.com/office/drawing/2014/main" id="{DA2004ED-5D1C-A06D-DB1F-F79D4756A72F}"/>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0" name="Freeform 780">
              <a:extLst>
                <a:ext uri="{FF2B5EF4-FFF2-40B4-BE49-F238E27FC236}">
                  <a16:creationId xmlns:a16="http://schemas.microsoft.com/office/drawing/2014/main" id="{6DFF0B7E-8535-E74E-A8B9-E335E7E013A7}"/>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1" name="Freeform 781">
              <a:extLst>
                <a:ext uri="{FF2B5EF4-FFF2-40B4-BE49-F238E27FC236}">
                  <a16:creationId xmlns:a16="http://schemas.microsoft.com/office/drawing/2014/main" id="{39EA6943-46D2-4546-F004-347007390E83}"/>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2" name="Freeform 782">
              <a:extLst>
                <a:ext uri="{FF2B5EF4-FFF2-40B4-BE49-F238E27FC236}">
                  <a16:creationId xmlns:a16="http://schemas.microsoft.com/office/drawing/2014/main" id="{EE5A193E-4970-4826-4DB6-899419F18E9D}"/>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3" name="Freeform 783">
              <a:extLst>
                <a:ext uri="{FF2B5EF4-FFF2-40B4-BE49-F238E27FC236}">
                  <a16:creationId xmlns:a16="http://schemas.microsoft.com/office/drawing/2014/main" id="{66501DB6-EE3E-E016-B4BE-348B147814C3}"/>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4" name="Freeform 784">
              <a:extLst>
                <a:ext uri="{FF2B5EF4-FFF2-40B4-BE49-F238E27FC236}">
                  <a16:creationId xmlns:a16="http://schemas.microsoft.com/office/drawing/2014/main" id="{91299B7C-4271-3A2F-6088-8BEAC7B7CA6B}"/>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5" name="Freeform 785">
              <a:extLst>
                <a:ext uri="{FF2B5EF4-FFF2-40B4-BE49-F238E27FC236}">
                  <a16:creationId xmlns:a16="http://schemas.microsoft.com/office/drawing/2014/main" id="{B9A25370-8E86-7585-8EAB-4C9BEAC2B7B4}"/>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6" name="Freeform 786">
              <a:extLst>
                <a:ext uri="{FF2B5EF4-FFF2-40B4-BE49-F238E27FC236}">
                  <a16:creationId xmlns:a16="http://schemas.microsoft.com/office/drawing/2014/main" id="{4EB7733C-28BE-7CFC-2DD8-7BB2907B12F6}"/>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7" name="Freeform 787">
              <a:extLst>
                <a:ext uri="{FF2B5EF4-FFF2-40B4-BE49-F238E27FC236}">
                  <a16:creationId xmlns:a16="http://schemas.microsoft.com/office/drawing/2014/main" id="{310CF05D-C231-90C9-A9B9-AD070D84F872}"/>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8" name="Freeform 788">
              <a:extLst>
                <a:ext uri="{FF2B5EF4-FFF2-40B4-BE49-F238E27FC236}">
                  <a16:creationId xmlns:a16="http://schemas.microsoft.com/office/drawing/2014/main" id="{4DB8BCC3-9FB8-1932-6B6E-A753CD0C79A2}"/>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59" name="Freeform 789">
              <a:extLst>
                <a:ext uri="{FF2B5EF4-FFF2-40B4-BE49-F238E27FC236}">
                  <a16:creationId xmlns:a16="http://schemas.microsoft.com/office/drawing/2014/main" id="{AC7183EF-6014-59AD-2082-3B7FC7297304}"/>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0" name="Freeform 790">
              <a:extLst>
                <a:ext uri="{FF2B5EF4-FFF2-40B4-BE49-F238E27FC236}">
                  <a16:creationId xmlns:a16="http://schemas.microsoft.com/office/drawing/2014/main" id="{A929F0BA-0FF1-7D5F-A215-DDDBB00F11CB}"/>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1" name="Freeform 791">
              <a:extLst>
                <a:ext uri="{FF2B5EF4-FFF2-40B4-BE49-F238E27FC236}">
                  <a16:creationId xmlns:a16="http://schemas.microsoft.com/office/drawing/2014/main" id="{1A73E830-9CD1-A515-DFA1-602D10924D23}"/>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2" name="Freeform 792">
              <a:extLst>
                <a:ext uri="{FF2B5EF4-FFF2-40B4-BE49-F238E27FC236}">
                  <a16:creationId xmlns:a16="http://schemas.microsoft.com/office/drawing/2014/main" id="{AECE8077-9B5F-0A61-3127-AA6597E83C4B}"/>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3" name="Freeform 793">
              <a:extLst>
                <a:ext uri="{FF2B5EF4-FFF2-40B4-BE49-F238E27FC236}">
                  <a16:creationId xmlns:a16="http://schemas.microsoft.com/office/drawing/2014/main" id="{D0D15CCA-E4AA-F289-E468-DA888D818FDA}"/>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4" name="Freeform 794">
              <a:extLst>
                <a:ext uri="{FF2B5EF4-FFF2-40B4-BE49-F238E27FC236}">
                  <a16:creationId xmlns:a16="http://schemas.microsoft.com/office/drawing/2014/main" id="{F48EA20C-0C3E-3C5C-72D0-19B31B6380BE}"/>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5" name="Freeform 795">
              <a:extLst>
                <a:ext uri="{FF2B5EF4-FFF2-40B4-BE49-F238E27FC236}">
                  <a16:creationId xmlns:a16="http://schemas.microsoft.com/office/drawing/2014/main" id="{9D96A3BE-A692-E54F-C347-0BF282FE1A9F}"/>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6" name="Freeform 796">
              <a:extLst>
                <a:ext uri="{FF2B5EF4-FFF2-40B4-BE49-F238E27FC236}">
                  <a16:creationId xmlns:a16="http://schemas.microsoft.com/office/drawing/2014/main" id="{B029085B-74D6-580C-292E-42F83D4B1B2E}"/>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7" name="Freeform 797">
              <a:extLst>
                <a:ext uri="{FF2B5EF4-FFF2-40B4-BE49-F238E27FC236}">
                  <a16:creationId xmlns:a16="http://schemas.microsoft.com/office/drawing/2014/main" id="{D22FB3B2-B9C0-3ECA-F1B5-DD13BBFC94AE}"/>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8" name="Freeform 798">
              <a:extLst>
                <a:ext uri="{FF2B5EF4-FFF2-40B4-BE49-F238E27FC236}">
                  <a16:creationId xmlns:a16="http://schemas.microsoft.com/office/drawing/2014/main" id="{2A42892D-9524-3F17-9D46-664A07A2707C}"/>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69" name="Freeform 799">
              <a:extLst>
                <a:ext uri="{FF2B5EF4-FFF2-40B4-BE49-F238E27FC236}">
                  <a16:creationId xmlns:a16="http://schemas.microsoft.com/office/drawing/2014/main" id="{D0ECAF9F-7037-E65D-B06D-97FF1D4B191E}"/>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0" name="Freeform 800">
              <a:extLst>
                <a:ext uri="{FF2B5EF4-FFF2-40B4-BE49-F238E27FC236}">
                  <a16:creationId xmlns:a16="http://schemas.microsoft.com/office/drawing/2014/main" id="{FCA9F098-3E18-7E3A-8DB3-9D64170CDF1D}"/>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1" name="Freeform 801">
              <a:extLst>
                <a:ext uri="{FF2B5EF4-FFF2-40B4-BE49-F238E27FC236}">
                  <a16:creationId xmlns:a16="http://schemas.microsoft.com/office/drawing/2014/main" id="{B423F031-2DE5-3CFF-BFB2-576ABA1EF539}"/>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2" name="Freeform 802">
              <a:extLst>
                <a:ext uri="{FF2B5EF4-FFF2-40B4-BE49-F238E27FC236}">
                  <a16:creationId xmlns:a16="http://schemas.microsoft.com/office/drawing/2014/main" id="{6D12B9FB-1303-799A-701F-AFED5FE8B525}"/>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3" name="Freeform 803">
              <a:extLst>
                <a:ext uri="{FF2B5EF4-FFF2-40B4-BE49-F238E27FC236}">
                  <a16:creationId xmlns:a16="http://schemas.microsoft.com/office/drawing/2014/main" id="{F0880B1A-969F-5374-6C80-84AEFE26570D}"/>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4" name="Freeform 804">
              <a:extLst>
                <a:ext uri="{FF2B5EF4-FFF2-40B4-BE49-F238E27FC236}">
                  <a16:creationId xmlns:a16="http://schemas.microsoft.com/office/drawing/2014/main" id="{D621DDBF-C544-17B2-EDCF-2A61A7198868}"/>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5" name="Freeform 805">
              <a:extLst>
                <a:ext uri="{FF2B5EF4-FFF2-40B4-BE49-F238E27FC236}">
                  <a16:creationId xmlns:a16="http://schemas.microsoft.com/office/drawing/2014/main" id="{62D547A9-8FC4-C118-1481-71D27FB05EFB}"/>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6" name="Freeform 806">
              <a:extLst>
                <a:ext uri="{FF2B5EF4-FFF2-40B4-BE49-F238E27FC236}">
                  <a16:creationId xmlns:a16="http://schemas.microsoft.com/office/drawing/2014/main" id="{D9EB31F3-9C0E-1BBB-CA7D-77085AA69D76}"/>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7" name="Freeform 807">
              <a:extLst>
                <a:ext uri="{FF2B5EF4-FFF2-40B4-BE49-F238E27FC236}">
                  <a16:creationId xmlns:a16="http://schemas.microsoft.com/office/drawing/2014/main" id="{7C5E763B-2EC3-AB0E-7232-156CFFE1EF69}"/>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8" name="Freeform 808">
              <a:extLst>
                <a:ext uri="{FF2B5EF4-FFF2-40B4-BE49-F238E27FC236}">
                  <a16:creationId xmlns:a16="http://schemas.microsoft.com/office/drawing/2014/main" id="{1BB2B981-A024-2390-E361-F23D00322BF2}"/>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79" name="Freeform 809">
              <a:extLst>
                <a:ext uri="{FF2B5EF4-FFF2-40B4-BE49-F238E27FC236}">
                  <a16:creationId xmlns:a16="http://schemas.microsoft.com/office/drawing/2014/main" id="{8785AF5A-91CC-1148-0394-77D1E1D3E20A}"/>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0" name="Freeform 810">
              <a:extLst>
                <a:ext uri="{FF2B5EF4-FFF2-40B4-BE49-F238E27FC236}">
                  <a16:creationId xmlns:a16="http://schemas.microsoft.com/office/drawing/2014/main" id="{A32B412E-BDDA-B14E-01B3-D5E898890AB2}"/>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1" name="Freeform 811">
              <a:extLst>
                <a:ext uri="{FF2B5EF4-FFF2-40B4-BE49-F238E27FC236}">
                  <a16:creationId xmlns:a16="http://schemas.microsoft.com/office/drawing/2014/main" id="{D8B3C021-5D1F-64F8-7C21-67D1A3E08197}"/>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2" name="Freeform 812">
              <a:extLst>
                <a:ext uri="{FF2B5EF4-FFF2-40B4-BE49-F238E27FC236}">
                  <a16:creationId xmlns:a16="http://schemas.microsoft.com/office/drawing/2014/main" id="{816A9682-675C-D576-BF16-73B6B5658697}"/>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3" name="Freeform 813">
              <a:extLst>
                <a:ext uri="{FF2B5EF4-FFF2-40B4-BE49-F238E27FC236}">
                  <a16:creationId xmlns:a16="http://schemas.microsoft.com/office/drawing/2014/main" id="{EE65F866-44CE-F154-7BB0-EC2FAE740954}"/>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84" name="Freeform 814">
              <a:extLst>
                <a:ext uri="{FF2B5EF4-FFF2-40B4-BE49-F238E27FC236}">
                  <a16:creationId xmlns:a16="http://schemas.microsoft.com/office/drawing/2014/main" id="{E0AF0E1D-929D-2C1F-1E29-33D974D96D0A}"/>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pic>
        <p:nvPicPr>
          <p:cNvPr id="185" name="Picture 184">
            <a:extLst>
              <a:ext uri="{FF2B5EF4-FFF2-40B4-BE49-F238E27FC236}">
                <a16:creationId xmlns:a16="http://schemas.microsoft.com/office/drawing/2014/main" id="{140A722B-825E-B552-B20D-B42CF0FF81B6}"/>
              </a:ext>
            </a:extLst>
          </p:cNvPr>
          <p:cNvPicPr>
            <a:picLocks noChangeAspect="1"/>
          </p:cNvPicPr>
          <p:nvPr/>
        </p:nvPicPr>
        <p:blipFill>
          <a:blip r:embed="rId8"/>
          <a:stretch>
            <a:fillRect/>
          </a:stretch>
        </p:blipFill>
        <p:spPr>
          <a:xfrm>
            <a:off x="13059555" y="2085647"/>
            <a:ext cx="4467849" cy="2429214"/>
          </a:xfrm>
          <a:prstGeom prst="rect">
            <a:avLst/>
          </a:prstGeom>
        </p:spPr>
      </p:pic>
      <p:sp>
        <p:nvSpPr>
          <p:cNvPr id="186" name="!!Header whiteout">
            <a:extLst>
              <a:ext uri="{FF2B5EF4-FFF2-40B4-BE49-F238E27FC236}">
                <a16:creationId xmlns:a16="http://schemas.microsoft.com/office/drawing/2014/main" id="{13E7ED14-A922-C5AB-D278-328DFB2688BE}"/>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Header Text 1">
            <a:extLst>
              <a:ext uri="{FF2B5EF4-FFF2-40B4-BE49-F238E27FC236}">
                <a16:creationId xmlns:a16="http://schemas.microsoft.com/office/drawing/2014/main" id="{F4C73CDD-DDCF-7601-3AF6-157805EDBCF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6154235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pic>
        <p:nvPicPr>
          <p:cNvPr id="12" name="Picture 11">
            <a:extLst>
              <a:ext uri="{FF2B5EF4-FFF2-40B4-BE49-F238E27FC236}">
                <a16:creationId xmlns:a16="http://schemas.microsoft.com/office/drawing/2014/main" id="{A4E9A204-E620-12C9-D8E1-274F6505A239}"/>
              </a:ext>
            </a:extLst>
          </p:cNvPr>
          <p:cNvPicPr>
            <a:picLocks noChangeAspect="1"/>
          </p:cNvPicPr>
          <p:nvPr/>
        </p:nvPicPr>
        <p:blipFill>
          <a:blip r:embed="rId3"/>
          <a:stretch>
            <a:fillRect/>
          </a:stretch>
        </p:blipFill>
        <p:spPr>
          <a:xfrm rot="1317566">
            <a:off x="161925" y="1517243"/>
            <a:ext cx="3884443" cy="2778115"/>
          </a:xfrm>
          <a:prstGeom prst="rect">
            <a:avLst/>
          </a:prstGeom>
        </p:spPr>
      </p:pic>
      <p:pic>
        <p:nvPicPr>
          <p:cNvPr id="10" name="Picture 9">
            <a:extLst>
              <a:ext uri="{FF2B5EF4-FFF2-40B4-BE49-F238E27FC236}">
                <a16:creationId xmlns:a16="http://schemas.microsoft.com/office/drawing/2014/main" id="{7EB60CAA-2E44-2748-92FE-2ADE8093B5A8}"/>
              </a:ext>
            </a:extLst>
          </p:cNvPr>
          <p:cNvPicPr>
            <a:picLocks noChangeAspect="1"/>
          </p:cNvPicPr>
          <p:nvPr/>
        </p:nvPicPr>
        <p:blipFill>
          <a:blip r:embed="rId4"/>
          <a:stretch>
            <a:fillRect/>
          </a:stretch>
        </p:blipFill>
        <p:spPr>
          <a:xfrm>
            <a:off x="-10933" y="4248149"/>
            <a:ext cx="7106501" cy="2651501"/>
          </a:xfrm>
          <a:prstGeom prst="rect">
            <a:avLst/>
          </a:prstGeom>
        </p:spPr>
      </p:pic>
      <p:pic>
        <p:nvPicPr>
          <p:cNvPr id="18" name="Picture 17">
            <a:extLst>
              <a:ext uri="{FF2B5EF4-FFF2-40B4-BE49-F238E27FC236}">
                <a16:creationId xmlns:a16="http://schemas.microsoft.com/office/drawing/2014/main" id="{8A10BA07-7FC3-E426-4668-CB96A6EFE270}"/>
              </a:ext>
            </a:extLst>
          </p:cNvPr>
          <p:cNvPicPr>
            <a:picLocks noChangeAspect="1"/>
          </p:cNvPicPr>
          <p:nvPr/>
        </p:nvPicPr>
        <p:blipFill>
          <a:blip r:embed="rId5"/>
          <a:stretch>
            <a:fillRect/>
          </a:stretch>
        </p:blipFill>
        <p:spPr>
          <a:xfrm>
            <a:off x="7724151" y="2085647"/>
            <a:ext cx="4467849" cy="2429214"/>
          </a:xfrm>
          <a:prstGeom prst="rect">
            <a:avLst/>
          </a:prstGeom>
        </p:spPr>
      </p:pic>
      <p:cxnSp>
        <p:nvCxnSpPr>
          <p:cNvPr id="2" name="Straight Arrow Connector 1">
            <a:extLst>
              <a:ext uri="{FF2B5EF4-FFF2-40B4-BE49-F238E27FC236}">
                <a16:creationId xmlns:a16="http://schemas.microsoft.com/office/drawing/2014/main" id="{93F4674B-50FB-7E0E-4D49-02626E5586F0}"/>
              </a:ext>
            </a:extLst>
          </p:cNvPr>
          <p:cNvCxnSpPr>
            <a:cxnSpLocks/>
          </p:cNvCxnSpPr>
          <p:nvPr/>
        </p:nvCxnSpPr>
        <p:spPr>
          <a:xfrm flipV="1">
            <a:off x="3369276" y="4084948"/>
            <a:ext cx="4354875" cy="191219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Rounded Corners 10">
            <a:extLst>
              <a:ext uri="{FF2B5EF4-FFF2-40B4-BE49-F238E27FC236}">
                <a16:creationId xmlns:a16="http://schemas.microsoft.com/office/drawing/2014/main" id="{3C8B742C-42A8-D03E-9C4D-6AB962D76FAB}"/>
              </a:ext>
            </a:extLst>
          </p:cNvPr>
          <p:cNvSpPr/>
          <p:nvPr/>
        </p:nvSpPr>
        <p:spPr>
          <a:xfrm>
            <a:off x="367661" y="6002916"/>
            <a:ext cx="3298178"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9A61A70A-11F1-CC2C-296D-F164CA9ADAEE}"/>
              </a:ext>
            </a:extLst>
          </p:cNvPr>
          <p:cNvSpPr/>
          <p:nvPr/>
        </p:nvSpPr>
        <p:spPr>
          <a:xfrm>
            <a:off x="367660" y="6533896"/>
            <a:ext cx="368535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738F99A-F049-55A3-3D60-56F77C9C016D}"/>
              </a:ext>
            </a:extLst>
          </p:cNvPr>
          <p:cNvSpPr/>
          <p:nvPr/>
        </p:nvSpPr>
        <p:spPr>
          <a:xfrm rot="20236751">
            <a:off x="4565365" y="3379576"/>
            <a:ext cx="2902178" cy="1266330"/>
          </a:xfrm>
          <a:prstGeom prst="rect">
            <a:avLst/>
          </a:prstGeom>
          <a:solidFill>
            <a:schemeClr val="bg1">
              <a:alpha val="40000"/>
            </a:schemeClr>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MQTT">
            <a:extLst>
              <a:ext uri="{FF2B5EF4-FFF2-40B4-BE49-F238E27FC236}">
                <a16:creationId xmlns:a16="http://schemas.microsoft.com/office/drawing/2014/main" id="{9397EAF0-213C-CBB8-F76F-86C1FA278713}"/>
              </a:ext>
            </a:extLst>
          </p:cNvPr>
          <p:cNvPicPr>
            <a:picLocks noChangeAspect="1" noChangeArrowheads="1"/>
          </p:cNvPicPr>
          <p:nvPr/>
        </p:nvPicPr>
        <p:blipFill>
          <a:blip r:embed="rId6"/>
          <a:srcRect/>
          <a:stretch/>
        </p:blipFill>
        <p:spPr bwMode="auto">
          <a:xfrm rot="20236751">
            <a:off x="4663939" y="3870197"/>
            <a:ext cx="2987039" cy="755904"/>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6F06E525-4BDB-7445-34B8-00C9238D74F7}"/>
              </a:ext>
            </a:extLst>
          </p:cNvPr>
          <p:cNvPicPr>
            <a:picLocks noChangeAspect="1"/>
          </p:cNvPicPr>
          <p:nvPr/>
        </p:nvPicPr>
        <p:blipFill>
          <a:blip r:embed="rId7"/>
          <a:stretch>
            <a:fillRect/>
          </a:stretch>
        </p:blipFill>
        <p:spPr>
          <a:xfrm>
            <a:off x="11310030" y="3946816"/>
            <a:ext cx="714475" cy="276264"/>
          </a:xfrm>
          <a:prstGeom prst="rect">
            <a:avLst/>
          </a:prstGeom>
        </p:spPr>
      </p:pic>
      <p:sp>
        <p:nvSpPr>
          <p:cNvPr id="24" name="Rectangle 23">
            <a:extLst>
              <a:ext uri="{FF2B5EF4-FFF2-40B4-BE49-F238E27FC236}">
                <a16:creationId xmlns:a16="http://schemas.microsoft.com/office/drawing/2014/main" id="{69BCC593-BEA2-CCC1-0C6D-6CDCA1141CF0}"/>
              </a:ext>
            </a:extLst>
          </p:cNvPr>
          <p:cNvSpPr/>
          <p:nvPr/>
        </p:nvSpPr>
        <p:spPr>
          <a:xfrm rot="20236751">
            <a:off x="4784197" y="4790042"/>
            <a:ext cx="2902178" cy="533760"/>
          </a:xfrm>
          <a:prstGeom prst="rect">
            <a:avLst/>
          </a:prstGeom>
          <a:solidFill>
            <a:schemeClr val="bg1">
              <a:alpha val="80000"/>
            </a:schemeClr>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ensor text">
            <a:extLst>
              <a:ext uri="{FF2B5EF4-FFF2-40B4-BE49-F238E27FC236}">
                <a16:creationId xmlns:a16="http://schemas.microsoft.com/office/drawing/2014/main" id="{3D2C9516-52CB-EDF6-7BA6-0785A8C1B3A3}"/>
              </a:ext>
            </a:extLst>
          </p:cNvPr>
          <p:cNvSpPr txBox="1"/>
          <p:nvPr/>
        </p:nvSpPr>
        <p:spPr>
          <a:xfrm rot="20173441">
            <a:off x="4952955" y="4799043"/>
            <a:ext cx="2866463"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 state: "Detected" }</a:t>
            </a:r>
          </a:p>
        </p:txBody>
      </p:sp>
      <p:pic>
        <p:nvPicPr>
          <p:cNvPr id="25" name="Picture 24">
            <a:extLst>
              <a:ext uri="{FF2B5EF4-FFF2-40B4-BE49-F238E27FC236}">
                <a16:creationId xmlns:a16="http://schemas.microsoft.com/office/drawing/2014/main" id="{A4A81014-9CAF-8260-D0C9-78E8166E773F}"/>
              </a:ext>
            </a:extLst>
          </p:cNvPr>
          <p:cNvPicPr>
            <a:picLocks noChangeAspect="1"/>
          </p:cNvPicPr>
          <p:nvPr/>
        </p:nvPicPr>
        <p:blipFill>
          <a:blip r:embed="rId8"/>
          <a:stretch>
            <a:fillRect/>
          </a:stretch>
        </p:blipFill>
        <p:spPr>
          <a:xfrm>
            <a:off x="11880121" y="8410575"/>
            <a:ext cx="1939828" cy="2966284"/>
          </a:xfrm>
          <a:prstGeom prst="rect">
            <a:avLst/>
          </a:prstGeom>
        </p:spPr>
      </p:pic>
      <p:sp>
        <p:nvSpPr>
          <p:cNvPr id="15" name="!!Rectangle: Rounded Corners 14">
            <a:extLst>
              <a:ext uri="{FF2B5EF4-FFF2-40B4-BE49-F238E27FC236}">
                <a16:creationId xmlns:a16="http://schemas.microsoft.com/office/drawing/2014/main" id="{A859A501-4496-0B6A-62AE-80A0B8519824}"/>
              </a:ext>
            </a:extLst>
          </p:cNvPr>
          <p:cNvSpPr/>
          <p:nvPr/>
        </p:nvSpPr>
        <p:spPr>
          <a:xfrm>
            <a:off x="7808653" y="3937786"/>
            <a:ext cx="4251542"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whiteout">
            <a:extLst>
              <a:ext uri="{FF2B5EF4-FFF2-40B4-BE49-F238E27FC236}">
                <a16:creationId xmlns:a16="http://schemas.microsoft.com/office/drawing/2014/main" id="{C0099360-EFB8-59DD-1AD7-3568EF6C91EB}"/>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4235B4F9-605C-A90D-A405-A7FF8172CA6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060318399"/>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00"/>
                                        <p:tgtEl>
                                          <p:spTgt spid="2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4" grpId="0" animBg="1"/>
      <p:bldP spid="23"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817667" y="1103372"/>
            <a:ext cx="455765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DIY options</a:t>
            </a:r>
          </a:p>
        </p:txBody>
      </p:sp>
      <p:pic>
        <p:nvPicPr>
          <p:cNvPr id="12" name="Picture 11">
            <a:extLst>
              <a:ext uri="{FF2B5EF4-FFF2-40B4-BE49-F238E27FC236}">
                <a16:creationId xmlns:a16="http://schemas.microsoft.com/office/drawing/2014/main" id="{A4E9A204-E620-12C9-D8E1-274F6505A239}"/>
              </a:ext>
            </a:extLst>
          </p:cNvPr>
          <p:cNvPicPr>
            <a:picLocks noChangeAspect="1"/>
          </p:cNvPicPr>
          <p:nvPr/>
        </p:nvPicPr>
        <p:blipFill>
          <a:blip r:embed="rId3"/>
          <a:stretch>
            <a:fillRect/>
          </a:stretch>
        </p:blipFill>
        <p:spPr>
          <a:xfrm rot="1317566">
            <a:off x="161925" y="1517243"/>
            <a:ext cx="3884443" cy="2778115"/>
          </a:xfrm>
          <a:prstGeom prst="rect">
            <a:avLst/>
          </a:prstGeom>
        </p:spPr>
      </p:pic>
      <p:pic>
        <p:nvPicPr>
          <p:cNvPr id="10" name="Picture 9">
            <a:extLst>
              <a:ext uri="{FF2B5EF4-FFF2-40B4-BE49-F238E27FC236}">
                <a16:creationId xmlns:a16="http://schemas.microsoft.com/office/drawing/2014/main" id="{7EB60CAA-2E44-2748-92FE-2ADE8093B5A8}"/>
              </a:ext>
            </a:extLst>
          </p:cNvPr>
          <p:cNvPicPr>
            <a:picLocks noChangeAspect="1"/>
          </p:cNvPicPr>
          <p:nvPr/>
        </p:nvPicPr>
        <p:blipFill>
          <a:blip r:embed="rId4"/>
          <a:stretch>
            <a:fillRect/>
          </a:stretch>
        </p:blipFill>
        <p:spPr>
          <a:xfrm>
            <a:off x="-10933" y="10416233"/>
            <a:ext cx="7106501" cy="2651501"/>
          </a:xfrm>
          <a:prstGeom prst="rect">
            <a:avLst/>
          </a:prstGeom>
        </p:spPr>
      </p:pic>
      <p:pic>
        <p:nvPicPr>
          <p:cNvPr id="18" name="Picture 17">
            <a:extLst>
              <a:ext uri="{FF2B5EF4-FFF2-40B4-BE49-F238E27FC236}">
                <a16:creationId xmlns:a16="http://schemas.microsoft.com/office/drawing/2014/main" id="{8A10BA07-7FC3-E426-4668-CB96A6EFE270}"/>
              </a:ext>
            </a:extLst>
          </p:cNvPr>
          <p:cNvPicPr>
            <a:picLocks noChangeAspect="1"/>
          </p:cNvPicPr>
          <p:nvPr/>
        </p:nvPicPr>
        <p:blipFill>
          <a:blip r:embed="rId5"/>
          <a:stretch>
            <a:fillRect/>
          </a:stretch>
        </p:blipFill>
        <p:spPr>
          <a:xfrm>
            <a:off x="2898485" y="4436356"/>
            <a:ext cx="4467849" cy="2429214"/>
          </a:xfrm>
          <a:prstGeom prst="rect">
            <a:avLst/>
          </a:prstGeom>
        </p:spPr>
      </p:pic>
      <p:cxnSp>
        <p:nvCxnSpPr>
          <p:cNvPr id="2" name="Straight Arrow Connector 1">
            <a:extLst>
              <a:ext uri="{FF2B5EF4-FFF2-40B4-BE49-F238E27FC236}">
                <a16:creationId xmlns:a16="http://schemas.microsoft.com/office/drawing/2014/main" id="{93F4674B-50FB-7E0E-4D49-02626E5586F0}"/>
              </a:ext>
            </a:extLst>
          </p:cNvPr>
          <p:cNvCxnSpPr>
            <a:cxnSpLocks/>
          </p:cNvCxnSpPr>
          <p:nvPr/>
        </p:nvCxnSpPr>
        <p:spPr>
          <a:xfrm flipV="1">
            <a:off x="3369276" y="10253032"/>
            <a:ext cx="4354875" cy="191219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Rounded Corners 10">
            <a:extLst>
              <a:ext uri="{FF2B5EF4-FFF2-40B4-BE49-F238E27FC236}">
                <a16:creationId xmlns:a16="http://schemas.microsoft.com/office/drawing/2014/main" id="{3C8B742C-42A8-D03E-9C4D-6AB962D76FAB}"/>
              </a:ext>
            </a:extLst>
          </p:cNvPr>
          <p:cNvSpPr/>
          <p:nvPr/>
        </p:nvSpPr>
        <p:spPr>
          <a:xfrm>
            <a:off x="367661" y="12171000"/>
            <a:ext cx="3298178"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9A61A70A-11F1-CC2C-296D-F164CA9ADAEE}"/>
              </a:ext>
            </a:extLst>
          </p:cNvPr>
          <p:cNvSpPr/>
          <p:nvPr/>
        </p:nvSpPr>
        <p:spPr>
          <a:xfrm>
            <a:off x="367660" y="12701980"/>
            <a:ext cx="3685355" cy="310363"/>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738F99A-F049-55A3-3D60-56F77C9C016D}"/>
              </a:ext>
            </a:extLst>
          </p:cNvPr>
          <p:cNvSpPr/>
          <p:nvPr/>
        </p:nvSpPr>
        <p:spPr>
          <a:xfrm rot="20236751">
            <a:off x="4565365" y="9547660"/>
            <a:ext cx="2902178" cy="1266330"/>
          </a:xfrm>
          <a:prstGeom prst="rect">
            <a:avLst/>
          </a:prstGeom>
          <a:solidFill>
            <a:schemeClr val="bg1">
              <a:alpha val="40000"/>
            </a:schemeClr>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MQTT">
            <a:extLst>
              <a:ext uri="{FF2B5EF4-FFF2-40B4-BE49-F238E27FC236}">
                <a16:creationId xmlns:a16="http://schemas.microsoft.com/office/drawing/2014/main" id="{9397EAF0-213C-CBB8-F76F-86C1FA278713}"/>
              </a:ext>
            </a:extLst>
          </p:cNvPr>
          <p:cNvPicPr>
            <a:picLocks noChangeAspect="1" noChangeArrowheads="1"/>
          </p:cNvPicPr>
          <p:nvPr/>
        </p:nvPicPr>
        <p:blipFill>
          <a:blip r:embed="rId6"/>
          <a:srcRect/>
          <a:stretch/>
        </p:blipFill>
        <p:spPr bwMode="auto">
          <a:xfrm rot="20236751">
            <a:off x="4663939" y="10038281"/>
            <a:ext cx="2987039" cy="755904"/>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6F06E525-4BDB-7445-34B8-00C9238D74F7}"/>
              </a:ext>
            </a:extLst>
          </p:cNvPr>
          <p:cNvPicPr>
            <a:picLocks noChangeAspect="1"/>
          </p:cNvPicPr>
          <p:nvPr/>
        </p:nvPicPr>
        <p:blipFill>
          <a:blip r:embed="rId7"/>
          <a:stretch>
            <a:fillRect/>
          </a:stretch>
        </p:blipFill>
        <p:spPr>
          <a:xfrm>
            <a:off x="6484364" y="6256953"/>
            <a:ext cx="714475" cy="276264"/>
          </a:xfrm>
          <a:prstGeom prst="rect">
            <a:avLst/>
          </a:prstGeom>
        </p:spPr>
      </p:pic>
      <p:sp>
        <p:nvSpPr>
          <p:cNvPr id="24" name="Rectangle 23">
            <a:extLst>
              <a:ext uri="{FF2B5EF4-FFF2-40B4-BE49-F238E27FC236}">
                <a16:creationId xmlns:a16="http://schemas.microsoft.com/office/drawing/2014/main" id="{69BCC593-BEA2-CCC1-0C6D-6CDCA1141CF0}"/>
              </a:ext>
            </a:extLst>
          </p:cNvPr>
          <p:cNvSpPr/>
          <p:nvPr/>
        </p:nvSpPr>
        <p:spPr>
          <a:xfrm rot="20236751">
            <a:off x="4784197" y="10958126"/>
            <a:ext cx="2902178" cy="533760"/>
          </a:xfrm>
          <a:prstGeom prst="rect">
            <a:avLst/>
          </a:prstGeom>
          <a:solidFill>
            <a:schemeClr val="bg1">
              <a:alpha val="80000"/>
            </a:schemeClr>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ensor text">
            <a:extLst>
              <a:ext uri="{FF2B5EF4-FFF2-40B4-BE49-F238E27FC236}">
                <a16:creationId xmlns:a16="http://schemas.microsoft.com/office/drawing/2014/main" id="{3D2C9516-52CB-EDF6-7BA6-0785A8C1B3A3}"/>
              </a:ext>
            </a:extLst>
          </p:cNvPr>
          <p:cNvSpPr txBox="1"/>
          <p:nvPr/>
        </p:nvSpPr>
        <p:spPr>
          <a:xfrm rot="20173441">
            <a:off x="4952955" y="10967127"/>
            <a:ext cx="2866463"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 state: "Detected" }</a:t>
            </a:r>
          </a:p>
        </p:txBody>
      </p:sp>
      <p:pic>
        <p:nvPicPr>
          <p:cNvPr id="3" name="Picture 2">
            <a:extLst>
              <a:ext uri="{FF2B5EF4-FFF2-40B4-BE49-F238E27FC236}">
                <a16:creationId xmlns:a16="http://schemas.microsoft.com/office/drawing/2014/main" id="{BC3B90DC-5B63-819A-6FA5-7CBF0A67A0D8}"/>
              </a:ext>
            </a:extLst>
          </p:cNvPr>
          <p:cNvPicPr>
            <a:picLocks noChangeAspect="1"/>
          </p:cNvPicPr>
          <p:nvPr/>
        </p:nvPicPr>
        <p:blipFill>
          <a:blip r:embed="rId8"/>
          <a:stretch>
            <a:fillRect/>
          </a:stretch>
        </p:blipFill>
        <p:spPr>
          <a:xfrm>
            <a:off x="7366334" y="3879056"/>
            <a:ext cx="1939828" cy="2966284"/>
          </a:xfrm>
          <a:prstGeom prst="rect">
            <a:avLst/>
          </a:prstGeom>
        </p:spPr>
      </p:pic>
      <p:sp>
        <p:nvSpPr>
          <p:cNvPr id="15" name="!!Rectangle: Rounded Corners 14">
            <a:extLst>
              <a:ext uri="{FF2B5EF4-FFF2-40B4-BE49-F238E27FC236}">
                <a16:creationId xmlns:a16="http://schemas.microsoft.com/office/drawing/2014/main" id="{A859A501-4496-0B6A-62AE-80A0B8519824}"/>
              </a:ext>
            </a:extLst>
          </p:cNvPr>
          <p:cNvSpPr/>
          <p:nvPr/>
        </p:nvSpPr>
        <p:spPr>
          <a:xfrm>
            <a:off x="8458200" y="4395784"/>
            <a:ext cx="492502" cy="2012636"/>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4 Open">
            <a:extLst>
              <a:ext uri="{FF2B5EF4-FFF2-40B4-BE49-F238E27FC236}">
                <a16:creationId xmlns:a16="http://schemas.microsoft.com/office/drawing/2014/main" id="{EB157B98-B1E4-BC9C-E54D-EE1BF60DC235}"/>
              </a:ext>
            </a:extLst>
          </p:cNvPr>
          <p:cNvPicPr>
            <a:picLocks noChangeAspect="1"/>
          </p:cNvPicPr>
          <p:nvPr/>
        </p:nvPicPr>
        <p:blipFill>
          <a:blip r:embed="rId9"/>
          <a:stretch>
            <a:fillRect/>
          </a:stretch>
        </p:blipFill>
        <p:spPr>
          <a:xfrm>
            <a:off x="6603446" y="5279604"/>
            <a:ext cx="552527" cy="228632"/>
          </a:xfrm>
          <a:prstGeom prst="rect">
            <a:avLst/>
          </a:prstGeom>
        </p:spPr>
      </p:pic>
      <p:sp>
        <p:nvSpPr>
          <p:cNvPr id="21" name="Rectangle 20">
            <a:extLst>
              <a:ext uri="{FF2B5EF4-FFF2-40B4-BE49-F238E27FC236}">
                <a16:creationId xmlns:a16="http://schemas.microsoft.com/office/drawing/2014/main" id="{DE9185B8-67EB-FD65-3CE2-97D2CB37AB09}"/>
              </a:ext>
            </a:extLst>
          </p:cNvPr>
          <p:cNvSpPr/>
          <p:nvPr/>
        </p:nvSpPr>
        <p:spPr>
          <a:xfrm>
            <a:off x="8710741" y="4973916"/>
            <a:ext cx="45719" cy="1222060"/>
          </a:xfrm>
          <a:prstGeom prst="rect">
            <a:avLst/>
          </a:prstGeom>
          <a:gradFill>
            <a:gsLst>
              <a:gs pos="0">
                <a:srgbClr val="FF0000"/>
              </a:gs>
              <a:gs pos="69000">
                <a:srgbClr val="C00000"/>
              </a:gs>
            </a:gsLst>
            <a:lin ang="5400000" scaled="1"/>
          </a:gra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Arrow">
            <a:extLst>
              <a:ext uri="{FF2B5EF4-FFF2-40B4-BE49-F238E27FC236}">
                <a16:creationId xmlns:a16="http://schemas.microsoft.com/office/drawing/2014/main" id="{C3C7ACA1-B698-06B4-000D-F27A5C5AA4F2}"/>
              </a:ext>
            </a:extLst>
          </p:cNvPr>
          <p:cNvCxnSpPr>
            <a:cxnSpLocks/>
          </p:cNvCxnSpPr>
          <p:nvPr/>
        </p:nvCxnSpPr>
        <p:spPr>
          <a:xfrm>
            <a:off x="7155973" y="5382810"/>
            <a:ext cx="1317467"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4" name="!!Panel" hidden="1">
            <a:extLst>
              <a:ext uri="{FF2B5EF4-FFF2-40B4-BE49-F238E27FC236}">
                <a16:creationId xmlns:a16="http://schemas.microsoft.com/office/drawing/2014/main" id="{39650627-0372-9DEE-83A2-8105B4E07746}"/>
              </a:ext>
            </a:extLst>
          </p:cNvPr>
          <p:cNvPicPr>
            <a:picLocks noChangeAspect="1"/>
          </p:cNvPicPr>
          <p:nvPr/>
        </p:nvPicPr>
        <p:blipFill>
          <a:blip r:embed="rId10"/>
          <a:stretch>
            <a:fillRect/>
          </a:stretch>
        </p:blipFill>
        <p:spPr>
          <a:xfrm rot="21243783">
            <a:off x="-1093715" y="5867339"/>
            <a:ext cx="402388" cy="495706"/>
          </a:xfrm>
          <a:prstGeom prst="rect">
            <a:avLst/>
          </a:prstGeom>
        </p:spPr>
      </p:pic>
      <p:pic>
        <p:nvPicPr>
          <p:cNvPr id="5" name="Picture 4">
            <a:extLst>
              <a:ext uri="{FF2B5EF4-FFF2-40B4-BE49-F238E27FC236}">
                <a16:creationId xmlns:a16="http://schemas.microsoft.com/office/drawing/2014/main" id="{6B2555F9-DD37-A899-8DC5-1034468234B1}"/>
              </a:ext>
            </a:extLst>
          </p:cNvPr>
          <p:cNvPicPr>
            <a:picLocks noChangeAspect="1"/>
          </p:cNvPicPr>
          <p:nvPr/>
        </p:nvPicPr>
        <p:blipFill>
          <a:blip r:embed="rId11"/>
          <a:stretch>
            <a:fillRect/>
          </a:stretch>
        </p:blipFill>
        <p:spPr>
          <a:xfrm>
            <a:off x="-1358735" y="4744654"/>
            <a:ext cx="1023412" cy="2060144"/>
          </a:xfrm>
          <a:prstGeom prst="rect">
            <a:avLst/>
          </a:prstGeom>
        </p:spPr>
      </p:pic>
      <p:sp>
        <p:nvSpPr>
          <p:cNvPr id="6" name="!!Header whiteout">
            <a:extLst>
              <a:ext uri="{FF2B5EF4-FFF2-40B4-BE49-F238E27FC236}">
                <a16:creationId xmlns:a16="http://schemas.microsoft.com/office/drawing/2014/main" id="{31A84706-5C78-36A3-5F1E-81ABDD7052DB}"/>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D1A9979F-C578-5301-61EF-5F91866061FE}"/>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75061565"/>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22" presetClass="entr" presetSubtype="8"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wipe(left)">
                                      <p:cBhvr>
                                        <p:cTn id="13" dur="500"/>
                                        <p:tgtEl>
                                          <p:spTgt spid="2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xit" presetSubtype="0" fill="hold" nodeType="clickEffect">
                                  <p:stCondLst>
                                    <p:cond delay="0"/>
                                  </p:stCondLst>
                                  <p:childTnLst>
                                    <p:animEffect transition="out" filter="fade">
                                      <p:cBhvr>
                                        <p:cTn id="17" dur="500"/>
                                        <p:tgtEl>
                                          <p:spTgt spid="20"/>
                                        </p:tgtEl>
                                      </p:cBhvr>
                                    </p:animEffect>
                                    <p:set>
                                      <p:cBhvr>
                                        <p:cTn id="18" dur="1" fill="hold">
                                          <p:stCondLst>
                                            <p:cond delay="499"/>
                                          </p:stCondLst>
                                        </p:cTn>
                                        <p:tgtEl>
                                          <p:spTgt spid="20"/>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20" dur="500"/>
                                        <p:tgtEl>
                                          <p:spTgt spid="21"/>
                                        </p:tgtEl>
                                      </p:cBhvr>
                                    </p:animEffect>
                                    <p:set>
                                      <p:cBhvr>
                                        <p:cTn id="21" dur="1" fill="hold">
                                          <p:stCondLst>
                                            <p:cond delay="499"/>
                                          </p:stCondLst>
                                        </p:cTn>
                                        <p:tgtEl>
                                          <p:spTgt spid="21"/>
                                        </p:tgtEl>
                                        <p:attrNameLst>
                                          <p:attrName>style.visibility</p:attrName>
                                        </p:attrNameLst>
                                      </p:cBhvr>
                                      <p:to>
                                        <p:strVal val="hidden"/>
                                      </p:to>
                                    </p:set>
                                  </p:childTnLst>
                                </p:cTn>
                              </p:par>
                              <p:par>
                                <p:cTn id="22" presetID="7" presetClass="emph" presetSubtype="1" nodeType="withEffect">
                                  <p:stCondLst>
                                    <p:cond delay="0"/>
                                  </p:stCondLst>
                                  <p:childTnLst>
                                    <p:set>
                                      <p:cBhvr>
                                        <p:cTn id="23" dur="indefinite"/>
                                        <p:tgtEl>
                                          <p:spTgt spid="25"/>
                                        </p:tgtEl>
                                        <p:attrNameLst>
                                          <p:attrName>stroke.color</p:attrName>
                                        </p:attrNameLst>
                                      </p:cBhvr>
                                      <p:to>
                                        <p:clrVal>
                                          <a:schemeClr val="accent1"/>
                                        </p:clrVal>
                                      </p:to>
                                    </p:set>
                                    <p:set>
                                      <p:cBhvr>
                                        <p:cTn id="24" dur="indefinite"/>
                                        <p:tgtEl>
                                          <p:spTgt spid="25"/>
                                        </p:tgtEl>
                                        <p:attrNameLst>
                                          <p:attrName>stroke.on</p:attrName>
                                        </p:attrNameLst>
                                      </p:cBhvr>
                                      <p:to>
                                        <p:strVal val="true"/>
                                      </p:to>
                                    </p:set>
                                  </p:childTnLst>
                                </p:cTn>
                              </p:par>
                              <p:par>
                                <p:cTn id="25" presetID="7" presetClass="emph" presetSubtype="1" nodeType="withEffect">
                                  <p:stCondLst>
                                    <p:cond delay="0"/>
                                  </p:stCondLst>
                                  <p:childTnLst>
                                    <p:set>
                                      <p:cBhvr>
                                        <p:cTn id="26" dur="indefinite"/>
                                        <p:tgtEl>
                                          <p:spTgt spid="15"/>
                                        </p:tgtEl>
                                        <p:attrNameLst>
                                          <p:attrName>stroke.color</p:attrName>
                                        </p:attrNameLst>
                                      </p:cBhvr>
                                      <p:to>
                                        <p:clrVal>
                                          <a:schemeClr val="accent1"/>
                                        </p:clrVal>
                                      </p:to>
                                    </p:set>
                                    <p:set>
                                      <p:cBhvr>
                                        <p:cTn id="27" dur="indefinite"/>
                                        <p:tgtEl>
                                          <p:spTgt spid="15"/>
                                        </p:tgtEl>
                                        <p:attrNameLst>
                                          <p:attrName>stroke.on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1"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8802" y="731897"/>
            <a:ext cx="507542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Control Panels</a:t>
            </a:r>
          </a:p>
        </p:txBody>
      </p:sp>
      <p:pic>
        <p:nvPicPr>
          <p:cNvPr id="6" name="!!Panel">
            <a:extLst>
              <a:ext uri="{FF2B5EF4-FFF2-40B4-BE49-F238E27FC236}">
                <a16:creationId xmlns:a16="http://schemas.microsoft.com/office/drawing/2014/main" id="{AB2B3668-556D-3650-8C00-0E0DECDB14FC}"/>
              </a:ext>
            </a:extLst>
          </p:cNvPr>
          <p:cNvPicPr>
            <a:picLocks noChangeAspect="1"/>
          </p:cNvPicPr>
          <p:nvPr/>
        </p:nvPicPr>
        <p:blipFill>
          <a:blip r:embed="rId3"/>
          <a:stretch>
            <a:fillRect/>
          </a:stretch>
        </p:blipFill>
        <p:spPr>
          <a:xfrm rot="21243783">
            <a:off x="600863" y="5867339"/>
            <a:ext cx="402388" cy="495706"/>
          </a:xfrm>
          <a:prstGeom prst="rect">
            <a:avLst/>
          </a:prstGeom>
        </p:spPr>
      </p:pic>
      <p:pic>
        <p:nvPicPr>
          <p:cNvPr id="190" name="Picture 189">
            <a:extLst>
              <a:ext uri="{FF2B5EF4-FFF2-40B4-BE49-F238E27FC236}">
                <a16:creationId xmlns:a16="http://schemas.microsoft.com/office/drawing/2014/main" id="{23A74CB0-5F38-6E44-5AA9-AAD77C7386EA}"/>
              </a:ext>
            </a:extLst>
          </p:cNvPr>
          <p:cNvPicPr>
            <a:picLocks noChangeAspect="1"/>
          </p:cNvPicPr>
          <p:nvPr/>
        </p:nvPicPr>
        <p:blipFill>
          <a:blip r:embed="rId4"/>
          <a:stretch>
            <a:fillRect/>
          </a:stretch>
        </p:blipFill>
        <p:spPr>
          <a:xfrm>
            <a:off x="879640" y="4744654"/>
            <a:ext cx="1023412" cy="2060144"/>
          </a:xfrm>
          <a:prstGeom prst="rect">
            <a:avLst/>
          </a:prstGeom>
        </p:spPr>
      </p:pic>
      <p:sp>
        <p:nvSpPr>
          <p:cNvPr id="2" name="!!Speech Bubble: Rectangle 19">
            <a:extLst>
              <a:ext uri="{FF2B5EF4-FFF2-40B4-BE49-F238E27FC236}">
                <a16:creationId xmlns:a16="http://schemas.microsoft.com/office/drawing/2014/main" id="{71551F32-11AC-10B7-8246-40AAEBE53DE4}"/>
              </a:ext>
            </a:extLst>
          </p:cNvPr>
          <p:cNvSpPr/>
          <p:nvPr/>
        </p:nvSpPr>
        <p:spPr>
          <a:xfrm>
            <a:off x="2160225" y="4143060"/>
            <a:ext cx="4406829" cy="1477328"/>
          </a:xfrm>
          <a:prstGeom prst="wedgeRectCallout">
            <a:avLst>
              <a:gd name="adj1" fmla="val -57454"/>
              <a:gd name="adj2" fmla="val 2992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0">
            <a:extLst>
              <a:ext uri="{FF2B5EF4-FFF2-40B4-BE49-F238E27FC236}">
                <a16:creationId xmlns:a16="http://schemas.microsoft.com/office/drawing/2014/main" id="{DCB3BAF8-C3D7-5C7F-7990-C9DFF843BB19}"/>
              </a:ext>
            </a:extLst>
          </p:cNvPr>
          <p:cNvSpPr txBox="1"/>
          <p:nvPr/>
        </p:nvSpPr>
        <p:spPr>
          <a:xfrm>
            <a:off x="2160226" y="4124325"/>
            <a:ext cx="4557123" cy="1477328"/>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Psst! Hey, you need a control panel? </a:t>
            </a:r>
            <a:br>
              <a:rPr lang="en-US" dirty="0">
                <a:latin typeface="Roboto Light" panose="02000000000000000000" pitchFamily="2" charset="0"/>
                <a:ea typeface="Roboto Light" panose="02000000000000000000" pitchFamily="2" charset="0"/>
              </a:rPr>
            </a:b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Everyone's got one, it will make you cool.</a:t>
            </a:r>
            <a:br>
              <a:rPr lang="en-US" dirty="0">
                <a:latin typeface="Roboto Light" panose="02000000000000000000" pitchFamily="2" charset="0"/>
                <a:ea typeface="Roboto Light" panose="02000000000000000000" pitchFamily="2" charset="0"/>
              </a:rPr>
            </a:b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You can stop using it whenever you want…</a:t>
            </a:r>
          </a:p>
        </p:txBody>
      </p:sp>
      <p:pic>
        <p:nvPicPr>
          <p:cNvPr id="4" name="!!Panel">
            <a:extLst>
              <a:ext uri="{FF2B5EF4-FFF2-40B4-BE49-F238E27FC236}">
                <a16:creationId xmlns:a16="http://schemas.microsoft.com/office/drawing/2014/main" id="{9F4AC91C-3B0E-338C-40F9-F30D479A9161}"/>
              </a:ext>
            </a:extLst>
          </p:cNvPr>
          <p:cNvPicPr>
            <a:picLocks noChangeAspect="1"/>
          </p:cNvPicPr>
          <p:nvPr/>
        </p:nvPicPr>
        <p:blipFill>
          <a:blip r:embed="rId5"/>
          <a:srcRect/>
          <a:stretch/>
        </p:blipFill>
        <p:spPr>
          <a:xfrm>
            <a:off x="2398401" y="8423371"/>
            <a:ext cx="7411428" cy="5221550"/>
          </a:xfrm>
          <a:prstGeom prst="rect">
            <a:avLst/>
          </a:prstGeom>
        </p:spPr>
      </p:pic>
      <p:sp>
        <p:nvSpPr>
          <p:cNvPr id="5" name="!!Header whiteout">
            <a:extLst>
              <a:ext uri="{FF2B5EF4-FFF2-40B4-BE49-F238E27FC236}">
                <a16:creationId xmlns:a16="http://schemas.microsoft.com/office/drawing/2014/main" id="{3E29270A-1951-7794-EAA9-CA72585F6547}"/>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C4B043FF-2F8F-ADA4-EA8D-A55080E1033F}"/>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972738020"/>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2"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8802" y="731897"/>
            <a:ext cx="507542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Control Panels</a:t>
            </a:r>
          </a:p>
        </p:txBody>
      </p:sp>
      <p:pic>
        <p:nvPicPr>
          <p:cNvPr id="190" name="Picture 189">
            <a:extLst>
              <a:ext uri="{FF2B5EF4-FFF2-40B4-BE49-F238E27FC236}">
                <a16:creationId xmlns:a16="http://schemas.microsoft.com/office/drawing/2014/main" id="{23A74CB0-5F38-6E44-5AA9-AAD77C7386EA}"/>
              </a:ext>
            </a:extLst>
          </p:cNvPr>
          <p:cNvPicPr>
            <a:picLocks noChangeAspect="1"/>
          </p:cNvPicPr>
          <p:nvPr/>
        </p:nvPicPr>
        <p:blipFill>
          <a:blip r:embed="rId3"/>
          <a:stretch>
            <a:fillRect/>
          </a:stretch>
        </p:blipFill>
        <p:spPr>
          <a:xfrm>
            <a:off x="-1368260" y="4744654"/>
            <a:ext cx="1023412" cy="2060144"/>
          </a:xfrm>
          <a:prstGeom prst="rect">
            <a:avLst/>
          </a:prstGeom>
        </p:spPr>
      </p:pic>
      <p:pic>
        <p:nvPicPr>
          <p:cNvPr id="4" name="!!Panel">
            <a:extLst>
              <a:ext uri="{FF2B5EF4-FFF2-40B4-BE49-F238E27FC236}">
                <a16:creationId xmlns:a16="http://schemas.microsoft.com/office/drawing/2014/main" id="{8EE46B6C-59E5-8989-D3C4-6D425DC81E6E}"/>
              </a:ext>
            </a:extLst>
          </p:cNvPr>
          <p:cNvPicPr>
            <a:picLocks noChangeAspect="1"/>
          </p:cNvPicPr>
          <p:nvPr/>
        </p:nvPicPr>
        <p:blipFill>
          <a:blip r:embed="rId4"/>
          <a:srcRect/>
          <a:stretch/>
        </p:blipFill>
        <p:spPr>
          <a:xfrm>
            <a:off x="2398401" y="1632046"/>
            <a:ext cx="7411428" cy="5221550"/>
          </a:xfrm>
          <a:prstGeom prst="rect">
            <a:avLst/>
          </a:prstGeom>
        </p:spPr>
      </p:pic>
      <p:sp>
        <p:nvSpPr>
          <p:cNvPr id="2" name="!!Header whiteout">
            <a:extLst>
              <a:ext uri="{FF2B5EF4-FFF2-40B4-BE49-F238E27FC236}">
                <a16:creationId xmlns:a16="http://schemas.microsoft.com/office/drawing/2014/main" id="{B57E5443-F0D2-C740-F227-8A5CE78D7DCE}"/>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282E3C7A-4838-28F8-B2F6-714CC26BAA7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8646553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Word"/>
      </p:transition>
    </mc:Choice>
    <mc:Fallback xmlns="">
      <p:transition spd="slow">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8802" y="731897"/>
            <a:ext cx="507542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Control Panels</a:t>
            </a:r>
          </a:p>
        </p:txBody>
      </p:sp>
      <p:pic>
        <p:nvPicPr>
          <p:cNvPr id="4" name="!!Panel">
            <a:extLst>
              <a:ext uri="{FF2B5EF4-FFF2-40B4-BE49-F238E27FC236}">
                <a16:creationId xmlns:a16="http://schemas.microsoft.com/office/drawing/2014/main" id="{8EE46B6C-59E5-8989-D3C4-6D425DC81E6E}"/>
              </a:ext>
            </a:extLst>
          </p:cNvPr>
          <p:cNvPicPr>
            <a:picLocks noChangeAspect="1"/>
          </p:cNvPicPr>
          <p:nvPr/>
        </p:nvPicPr>
        <p:blipFill>
          <a:blip r:embed="rId3"/>
          <a:srcRect/>
          <a:stretch/>
        </p:blipFill>
        <p:spPr>
          <a:xfrm>
            <a:off x="2398401" y="1632046"/>
            <a:ext cx="7411428" cy="5221550"/>
          </a:xfrm>
          <a:prstGeom prst="rect">
            <a:avLst/>
          </a:prstGeom>
        </p:spPr>
      </p:pic>
      <p:pic>
        <p:nvPicPr>
          <p:cNvPr id="3" name="Picture 2">
            <a:extLst>
              <a:ext uri="{FF2B5EF4-FFF2-40B4-BE49-F238E27FC236}">
                <a16:creationId xmlns:a16="http://schemas.microsoft.com/office/drawing/2014/main" id="{2D85BFF1-4F05-B841-0744-EC9B1B8C7CA8}"/>
              </a:ext>
            </a:extLst>
          </p:cNvPr>
          <p:cNvPicPr>
            <a:picLocks noChangeAspect="1"/>
          </p:cNvPicPr>
          <p:nvPr/>
        </p:nvPicPr>
        <p:blipFill>
          <a:blip r:embed="rId4"/>
          <a:stretch>
            <a:fillRect/>
          </a:stretch>
        </p:blipFill>
        <p:spPr>
          <a:xfrm>
            <a:off x="3659097" y="4484386"/>
            <a:ext cx="868453" cy="557839"/>
          </a:xfrm>
          <a:prstGeom prst="rect">
            <a:avLst/>
          </a:prstGeom>
        </p:spPr>
      </p:pic>
      <p:sp>
        <p:nvSpPr>
          <p:cNvPr id="5" name="!!Rectangle: Rounded Corners 14">
            <a:extLst>
              <a:ext uri="{FF2B5EF4-FFF2-40B4-BE49-F238E27FC236}">
                <a16:creationId xmlns:a16="http://schemas.microsoft.com/office/drawing/2014/main" id="{1F974BDD-B568-44AF-D6D8-B6E7E3EC47B6}"/>
              </a:ext>
            </a:extLst>
          </p:cNvPr>
          <p:cNvSpPr/>
          <p:nvPr/>
        </p:nvSpPr>
        <p:spPr>
          <a:xfrm>
            <a:off x="3529792" y="4426197"/>
            <a:ext cx="2146077" cy="674216"/>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3792B8E-D37F-1EF2-8F26-653F670865C3}"/>
              </a:ext>
            </a:extLst>
          </p:cNvPr>
          <p:cNvPicPr>
            <a:picLocks noChangeAspect="1"/>
          </p:cNvPicPr>
          <p:nvPr/>
        </p:nvPicPr>
        <p:blipFill>
          <a:blip r:embed="rId5"/>
          <a:stretch>
            <a:fillRect/>
          </a:stretch>
        </p:blipFill>
        <p:spPr>
          <a:xfrm>
            <a:off x="4732432" y="4447680"/>
            <a:ext cx="823818" cy="581519"/>
          </a:xfrm>
          <a:prstGeom prst="rect">
            <a:avLst/>
          </a:prstGeom>
        </p:spPr>
      </p:pic>
      <p:sp>
        <p:nvSpPr>
          <p:cNvPr id="6" name="!!Header whiteout">
            <a:extLst>
              <a:ext uri="{FF2B5EF4-FFF2-40B4-BE49-F238E27FC236}">
                <a16:creationId xmlns:a16="http://schemas.microsoft.com/office/drawing/2014/main" id="{8E662605-B1BF-F9A1-EA4B-243824954B8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E2EF756F-5AF9-E2D2-E56D-BD245824457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028231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8802" y="731897"/>
            <a:ext cx="507542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Control Panels</a:t>
            </a:r>
          </a:p>
        </p:txBody>
      </p:sp>
      <p:pic>
        <p:nvPicPr>
          <p:cNvPr id="4" name="!!Panel">
            <a:extLst>
              <a:ext uri="{FF2B5EF4-FFF2-40B4-BE49-F238E27FC236}">
                <a16:creationId xmlns:a16="http://schemas.microsoft.com/office/drawing/2014/main" id="{8EE46B6C-59E5-8989-D3C4-6D425DC81E6E}"/>
              </a:ext>
            </a:extLst>
          </p:cNvPr>
          <p:cNvPicPr>
            <a:picLocks noChangeAspect="1"/>
          </p:cNvPicPr>
          <p:nvPr/>
        </p:nvPicPr>
        <p:blipFill>
          <a:blip r:embed="rId3"/>
          <a:srcRect/>
          <a:stretch/>
        </p:blipFill>
        <p:spPr>
          <a:xfrm>
            <a:off x="2398401" y="1632046"/>
            <a:ext cx="7411428" cy="5221550"/>
          </a:xfrm>
          <a:prstGeom prst="rect">
            <a:avLst/>
          </a:prstGeom>
        </p:spPr>
      </p:pic>
      <p:pic>
        <p:nvPicPr>
          <p:cNvPr id="3" name="Picture 2">
            <a:extLst>
              <a:ext uri="{FF2B5EF4-FFF2-40B4-BE49-F238E27FC236}">
                <a16:creationId xmlns:a16="http://schemas.microsoft.com/office/drawing/2014/main" id="{607FF2EA-C138-220B-BE67-F588C32CB7FD}"/>
              </a:ext>
            </a:extLst>
          </p:cNvPr>
          <p:cNvPicPr>
            <a:picLocks noChangeAspect="1"/>
          </p:cNvPicPr>
          <p:nvPr/>
        </p:nvPicPr>
        <p:blipFill>
          <a:blip r:embed="rId4"/>
          <a:stretch>
            <a:fillRect/>
          </a:stretch>
        </p:blipFill>
        <p:spPr>
          <a:xfrm>
            <a:off x="4668740" y="5148196"/>
            <a:ext cx="906559" cy="618961"/>
          </a:xfrm>
          <a:prstGeom prst="rect">
            <a:avLst/>
          </a:prstGeom>
        </p:spPr>
      </p:pic>
      <p:sp>
        <p:nvSpPr>
          <p:cNvPr id="6" name="!!Rectangle: Rounded Corners 14">
            <a:extLst>
              <a:ext uri="{FF2B5EF4-FFF2-40B4-BE49-F238E27FC236}">
                <a16:creationId xmlns:a16="http://schemas.microsoft.com/office/drawing/2014/main" id="{958DD110-FC51-854F-F0E8-0C20B893D04F}"/>
              </a:ext>
            </a:extLst>
          </p:cNvPr>
          <p:cNvSpPr/>
          <p:nvPr/>
        </p:nvSpPr>
        <p:spPr>
          <a:xfrm>
            <a:off x="4619453" y="5119617"/>
            <a:ext cx="1044948" cy="674216"/>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35BF2251-224A-2F02-88D2-1A514A39C8A0}"/>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DFBB949F-FF30-019E-5F05-37788878E888}"/>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26555403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8802" y="731897"/>
            <a:ext cx="507542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Control Panels</a:t>
            </a:r>
          </a:p>
        </p:txBody>
      </p:sp>
      <p:pic>
        <p:nvPicPr>
          <p:cNvPr id="4" name="!!Panel">
            <a:extLst>
              <a:ext uri="{FF2B5EF4-FFF2-40B4-BE49-F238E27FC236}">
                <a16:creationId xmlns:a16="http://schemas.microsoft.com/office/drawing/2014/main" id="{8EE46B6C-59E5-8989-D3C4-6D425DC81E6E}"/>
              </a:ext>
            </a:extLst>
          </p:cNvPr>
          <p:cNvPicPr>
            <a:picLocks noChangeAspect="1"/>
          </p:cNvPicPr>
          <p:nvPr/>
        </p:nvPicPr>
        <p:blipFill>
          <a:blip r:embed="rId3"/>
          <a:srcRect/>
          <a:stretch/>
        </p:blipFill>
        <p:spPr>
          <a:xfrm>
            <a:off x="2398401" y="1634193"/>
            <a:ext cx="7411428" cy="5217255"/>
          </a:xfrm>
          <a:prstGeom prst="rect">
            <a:avLst/>
          </a:prstGeom>
        </p:spPr>
      </p:pic>
      <p:pic>
        <p:nvPicPr>
          <p:cNvPr id="5" name="Picture 4">
            <a:extLst>
              <a:ext uri="{FF2B5EF4-FFF2-40B4-BE49-F238E27FC236}">
                <a16:creationId xmlns:a16="http://schemas.microsoft.com/office/drawing/2014/main" id="{CC045DE5-BDF7-D90F-1D0F-0253280EA02D}"/>
              </a:ext>
            </a:extLst>
          </p:cNvPr>
          <p:cNvPicPr>
            <a:picLocks noChangeAspect="1"/>
          </p:cNvPicPr>
          <p:nvPr/>
        </p:nvPicPr>
        <p:blipFill>
          <a:blip r:embed="rId4"/>
          <a:stretch>
            <a:fillRect/>
          </a:stretch>
        </p:blipFill>
        <p:spPr>
          <a:xfrm>
            <a:off x="4724309" y="5147608"/>
            <a:ext cx="866844" cy="599142"/>
          </a:xfrm>
          <a:prstGeom prst="rect">
            <a:avLst/>
          </a:prstGeom>
        </p:spPr>
      </p:pic>
      <p:sp>
        <p:nvSpPr>
          <p:cNvPr id="6" name="!!Rectangle: Rounded Corners 14">
            <a:extLst>
              <a:ext uri="{FF2B5EF4-FFF2-40B4-BE49-F238E27FC236}">
                <a16:creationId xmlns:a16="http://schemas.microsoft.com/office/drawing/2014/main" id="{15ED673D-797E-8017-CA9B-FFCDC74E1D08}"/>
              </a:ext>
            </a:extLst>
          </p:cNvPr>
          <p:cNvSpPr/>
          <p:nvPr/>
        </p:nvSpPr>
        <p:spPr>
          <a:xfrm>
            <a:off x="4619453" y="5119617"/>
            <a:ext cx="1044948" cy="674216"/>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B64218AA-2F0C-1470-2382-37936474A38D}"/>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2FFFF72F-8AFD-695E-0309-2635D2883E5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401866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8802" y="731897"/>
            <a:ext cx="507542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Control Panels</a:t>
            </a:r>
          </a:p>
        </p:txBody>
      </p:sp>
      <p:pic>
        <p:nvPicPr>
          <p:cNvPr id="4" name="!!Panel">
            <a:extLst>
              <a:ext uri="{FF2B5EF4-FFF2-40B4-BE49-F238E27FC236}">
                <a16:creationId xmlns:a16="http://schemas.microsoft.com/office/drawing/2014/main" id="{8EE46B6C-59E5-8989-D3C4-6D425DC81E6E}"/>
              </a:ext>
            </a:extLst>
          </p:cNvPr>
          <p:cNvPicPr>
            <a:picLocks noChangeAspect="1"/>
          </p:cNvPicPr>
          <p:nvPr/>
        </p:nvPicPr>
        <p:blipFill>
          <a:blip r:embed="rId3"/>
          <a:srcRect/>
          <a:stretch/>
        </p:blipFill>
        <p:spPr>
          <a:xfrm>
            <a:off x="2398401" y="1632046"/>
            <a:ext cx="7411428" cy="5221550"/>
          </a:xfrm>
          <a:prstGeom prst="rect">
            <a:avLst/>
          </a:prstGeom>
        </p:spPr>
      </p:pic>
      <p:pic>
        <p:nvPicPr>
          <p:cNvPr id="3" name="Picture 2">
            <a:extLst>
              <a:ext uri="{FF2B5EF4-FFF2-40B4-BE49-F238E27FC236}">
                <a16:creationId xmlns:a16="http://schemas.microsoft.com/office/drawing/2014/main" id="{EBA3F545-F79C-E982-E2FF-14567A551BF9}"/>
              </a:ext>
            </a:extLst>
          </p:cNvPr>
          <p:cNvPicPr>
            <a:picLocks noChangeAspect="1"/>
          </p:cNvPicPr>
          <p:nvPr/>
        </p:nvPicPr>
        <p:blipFill>
          <a:blip r:embed="rId4"/>
          <a:stretch>
            <a:fillRect/>
          </a:stretch>
        </p:blipFill>
        <p:spPr>
          <a:xfrm>
            <a:off x="5614053" y="5101194"/>
            <a:ext cx="1063316" cy="691156"/>
          </a:xfrm>
          <a:prstGeom prst="rect">
            <a:avLst/>
          </a:prstGeom>
        </p:spPr>
      </p:pic>
      <p:sp>
        <p:nvSpPr>
          <p:cNvPr id="2" name="!!Header whiteout">
            <a:extLst>
              <a:ext uri="{FF2B5EF4-FFF2-40B4-BE49-F238E27FC236}">
                <a16:creationId xmlns:a16="http://schemas.microsoft.com/office/drawing/2014/main" id="{B41208F3-33EB-ADB7-1BC6-A29539B54361}"/>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eader Text 1">
            <a:extLst>
              <a:ext uri="{FF2B5EF4-FFF2-40B4-BE49-F238E27FC236}">
                <a16:creationId xmlns:a16="http://schemas.microsoft.com/office/drawing/2014/main" id="{7B55BB8F-C437-3777-EBD1-52717F2B1B4B}"/>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4209749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8802" y="731897"/>
            <a:ext cx="507542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Control Panels</a:t>
            </a:r>
          </a:p>
        </p:txBody>
      </p:sp>
      <p:pic>
        <p:nvPicPr>
          <p:cNvPr id="4" name="!!Panel">
            <a:extLst>
              <a:ext uri="{FF2B5EF4-FFF2-40B4-BE49-F238E27FC236}">
                <a16:creationId xmlns:a16="http://schemas.microsoft.com/office/drawing/2014/main" id="{8EE46B6C-59E5-8989-D3C4-6D425DC81E6E}"/>
              </a:ext>
            </a:extLst>
          </p:cNvPr>
          <p:cNvPicPr>
            <a:picLocks noChangeAspect="1"/>
          </p:cNvPicPr>
          <p:nvPr/>
        </p:nvPicPr>
        <p:blipFill>
          <a:blip r:embed="rId3"/>
          <a:srcRect/>
          <a:stretch/>
        </p:blipFill>
        <p:spPr>
          <a:xfrm>
            <a:off x="2398401" y="1632046"/>
            <a:ext cx="7411428" cy="5221550"/>
          </a:xfrm>
          <a:prstGeom prst="rect">
            <a:avLst/>
          </a:prstGeom>
        </p:spPr>
      </p:pic>
      <p:sp>
        <p:nvSpPr>
          <p:cNvPr id="6" name="!!Rectangle: Rounded Corners 14">
            <a:extLst>
              <a:ext uri="{FF2B5EF4-FFF2-40B4-BE49-F238E27FC236}">
                <a16:creationId xmlns:a16="http://schemas.microsoft.com/office/drawing/2014/main" id="{CF1F44FE-47EA-7D99-1127-44D56796F23C}"/>
              </a:ext>
            </a:extLst>
          </p:cNvPr>
          <p:cNvSpPr/>
          <p:nvPr/>
        </p:nvSpPr>
        <p:spPr>
          <a:xfrm>
            <a:off x="3558802" y="5107460"/>
            <a:ext cx="1044948" cy="674216"/>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05F4271-9B0A-2642-A9B8-18AF0BADB70D}"/>
              </a:ext>
            </a:extLst>
          </p:cNvPr>
          <p:cNvPicPr>
            <a:picLocks noChangeAspect="1"/>
          </p:cNvPicPr>
          <p:nvPr/>
        </p:nvPicPr>
        <p:blipFill>
          <a:blip r:embed="rId4"/>
          <a:stretch>
            <a:fillRect/>
          </a:stretch>
        </p:blipFill>
        <p:spPr>
          <a:xfrm>
            <a:off x="3670192" y="5140798"/>
            <a:ext cx="891490" cy="625281"/>
          </a:xfrm>
          <a:prstGeom prst="rect">
            <a:avLst/>
          </a:prstGeom>
        </p:spPr>
      </p:pic>
      <p:pic>
        <p:nvPicPr>
          <p:cNvPr id="10" name="Picture 9">
            <a:extLst>
              <a:ext uri="{FF2B5EF4-FFF2-40B4-BE49-F238E27FC236}">
                <a16:creationId xmlns:a16="http://schemas.microsoft.com/office/drawing/2014/main" id="{BBEB11A3-9071-3E1C-0F4D-ADB969FDB38D}"/>
              </a:ext>
            </a:extLst>
          </p:cNvPr>
          <p:cNvPicPr>
            <a:picLocks noChangeAspect="1"/>
          </p:cNvPicPr>
          <p:nvPr/>
        </p:nvPicPr>
        <p:blipFill>
          <a:blip r:embed="rId5"/>
          <a:stretch>
            <a:fillRect/>
          </a:stretch>
        </p:blipFill>
        <p:spPr>
          <a:xfrm>
            <a:off x="13527520" y="1640090"/>
            <a:ext cx="7609413" cy="5217883"/>
          </a:xfrm>
          <a:prstGeom prst="rect">
            <a:avLst/>
          </a:prstGeom>
        </p:spPr>
      </p:pic>
      <p:sp>
        <p:nvSpPr>
          <p:cNvPr id="2" name="!!Header whiteout">
            <a:extLst>
              <a:ext uri="{FF2B5EF4-FFF2-40B4-BE49-F238E27FC236}">
                <a16:creationId xmlns:a16="http://schemas.microsoft.com/office/drawing/2014/main" id="{78282730-F18D-2006-702C-D9195A4D8E8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Header Text 1">
            <a:extLst>
              <a:ext uri="{FF2B5EF4-FFF2-40B4-BE49-F238E27FC236}">
                <a16:creationId xmlns:a16="http://schemas.microsoft.com/office/drawing/2014/main" id="{A0BE38DB-0289-4A30-F15E-17DC0510878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136453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8802" y="731897"/>
            <a:ext cx="507542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Control Panels</a:t>
            </a:r>
          </a:p>
        </p:txBody>
      </p:sp>
      <p:pic>
        <p:nvPicPr>
          <p:cNvPr id="4" name="!!Panel">
            <a:extLst>
              <a:ext uri="{FF2B5EF4-FFF2-40B4-BE49-F238E27FC236}">
                <a16:creationId xmlns:a16="http://schemas.microsoft.com/office/drawing/2014/main" id="{8EE46B6C-59E5-8989-D3C4-6D425DC81E6E}"/>
              </a:ext>
            </a:extLst>
          </p:cNvPr>
          <p:cNvPicPr>
            <a:picLocks noChangeAspect="1"/>
          </p:cNvPicPr>
          <p:nvPr/>
        </p:nvPicPr>
        <p:blipFill>
          <a:blip r:embed="rId3"/>
          <a:srcRect/>
          <a:stretch/>
        </p:blipFill>
        <p:spPr>
          <a:xfrm>
            <a:off x="-42539" y="1632046"/>
            <a:ext cx="7411428" cy="5221550"/>
          </a:xfrm>
          <a:prstGeom prst="rect">
            <a:avLst/>
          </a:prstGeom>
        </p:spPr>
      </p:pic>
      <p:sp>
        <p:nvSpPr>
          <p:cNvPr id="6" name="!!Rectangle: Rounded Corners 14">
            <a:extLst>
              <a:ext uri="{FF2B5EF4-FFF2-40B4-BE49-F238E27FC236}">
                <a16:creationId xmlns:a16="http://schemas.microsoft.com/office/drawing/2014/main" id="{CF1F44FE-47EA-7D99-1127-44D56796F23C}"/>
              </a:ext>
            </a:extLst>
          </p:cNvPr>
          <p:cNvSpPr/>
          <p:nvPr/>
        </p:nvSpPr>
        <p:spPr>
          <a:xfrm>
            <a:off x="1117862" y="5107460"/>
            <a:ext cx="1044948" cy="674216"/>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05F4271-9B0A-2642-A9B8-18AF0BADB70D}"/>
              </a:ext>
            </a:extLst>
          </p:cNvPr>
          <p:cNvPicPr>
            <a:picLocks noChangeAspect="1"/>
          </p:cNvPicPr>
          <p:nvPr/>
        </p:nvPicPr>
        <p:blipFill>
          <a:blip r:embed="rId4"/>
          <a:stretch>
            <a:fillRect/>
          </a:stretch>
        </p:blipFill>
        <p:spPr>
          <a:xfrm>
            <a:off x="1229252" y="5140798"/>
            <a:ext cx="891490" cy="625281"/>
          </a:xfrm>
          <a:prstGeom prst="rect">
            <a:avLst/>
          </a:prstGeom>
        </p:spPr>
      </p:pic>
      <p:pic>
        <p:nvPicPr>
          <p:cNvPr id="3" name="Picture 2">
            <a:extLst>
              <a:ext uri="{FF2B5EF4-FFF2-40B4-BE49-F238E27FC236}">
                <a16:creationId xmlns:a16="http://schemas.microsoft.com/office/drawing/2014/main" id="{7B163B46-8791-8B82-0EA6-FCB98720499C}"/>
              </a:ext>
            </a:extLst>
          </p:cNvPr>
          <p:cNvPicPr>
            <a:picLocks noChangeAspect="1"/>
          </p:cNvPicPr>
          <p:nvPr/>
        </p:nvPicPr>
        <p:blipFill>
          <a:blip r:embed="rId5"/>
          <a:stretch>
            <a:fillRect/>
          </a:stretch>
        </p:blipFill>
        <p:spPr>
          <a:xfrm>
            <a:off x="4795000" y="1640090"/>
            <a:ext cx="7609413" cy="5217883"/>
          </a:xfrm>
          <a:prstGeom prst="rect">
            <a:avLst/>
          </a:prstGeom>
        </p:spPr>
      </p:pic>
      <p:sp>
        <p:nvSpPr>
          <p:cNvPr id="5" name="!!Rectangle: Rounded 2">
            <a:extLst>
              <a:ext uri="{FF2B5EF4-FFF2-40B4-BE49-F238E27FC236}">
                <a16:creationId xmlns:a16="http://schemas.microsoft.com/office/drawing/2014/main" id="{AA578D03-4F1A-0FBB-937A-98A733911633}"/>
              </a:ext>
            </a:extLst>
          </p:cNvPr>
          <p:cNvSpPr/>
          <p:nvPr/>
        </p:nvSpPr>
        <p:spPr>
          <a:xfrm>
            <a:off x="5400302" y="5215648"/>
            <a:ext cx="6780764" cy="964171"/>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er whiteout">
            <a:extLst>
              <a:ext uri="{FF2B5EF4-FFF2-40B4-BE49-F238E27FC236}">
                <a16:creationId xmlns:a16="http://schemas.microsoft.com/office/drawing/2014/main" id="{39E7FC3A-E147-EC9E-8C81-6985A8A8F016}"/>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ader Text 1">
            <a:extLst>
              <a:ext uri="{FF2B5EF4-FFF2-40B4-BE49-F238E27FC236}">
                <a16:creationId xmlns:a16="http://schemas.microsoft.com/office/drawing/2014/main" id="{4B9A34E7-AD48-0E71-3C4D-C93693A958F8}"/>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28777160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5055998" y="1103372"/>
            <a:ext cx="208101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Quick </a:t>
            </a:r>
            <a:r>
              <a:rPr lang="en-US" sz="2800" b="1" dirty="0">
                <a:solidFill>
                  <a:srgbClr val="2D3E50"/>
                </a:solidFill>
                <a:latin typeface="Roboto" panose="02000000000000000000" pitchFamily="2" charset="0"/>
                <a:ea typeface="Roboto" panose="02000000000000000000" pitchFamily="2" charset="0"/>
              </a:rPr>
              <a:t>recap</a:t>
            </a:r>
          </a:p>
        </p:txBody>
      </p:sp>
      <p:pic>
        <p:nvPicPr>
          <p:cNvPr id="2" name="Empty House">
            <a:extLst>
              <a:ext uri="{FF2B5EF4-FFF2-40B4-BE49-F238E27FC236}">
                <a16:creationId xmlns:a16="http://schemas.microsoft.com/office/drawing/2014/main" id="{1EC52FB3-A9F4-C55A-CF20-1253D464581C}"/>
              </a:ext>
            </a:extLst>
          </p:cNvPr>
          <p:cNvPicPr>
            <a:picLocks noChangeAspect="1"/>
          </p:cNvPicPr>
          <p:nvPr/>
        </p:nvPicPr>
        <p:blipFill>
          <a:blip r:embed="rId3"/>
          <a:srcRect/>
          <a:stretch/>
        </p:blipFill>
        <p:spPr>
          <a:xfrm>
            <a:off x="12754448" y="2419256"/>
            <a:ext cx="1520077" cy="1886359"/>
          </a:xfrm>
          <a:prstGeom prst="rect">
            <a:avLst/>
          </a:prstGeom>
        </p:spPr>
      </p:pic>
      <p:pic>
        <p:nvPicPr>
          <p:cNvPr id="3" name="Body">
            <a:extLst>
              <a:ext uri="{FF2B5EF4-FFF2-40B4-BE49-F238E27FC236}">
                <a16:creationId xmlns:a16="http://schemas.microsoft.com/office/drawing/2014/main" id="{849A4C26-2BE2-CC70-9B9B-3291DCC9F3C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73628" y="2766894"/>
            <a:ext cx="789764" cy="1482325"/>
          </a:xfrm>
          <a:prstGeom prst="rect">
            <a:avLst/>
          </a:prstGeom>
        </p:spPr>
      </p:pic>
      <p:pic>
        <p:nvPicPr>
          <p:cNvPr id="5" name="Arm right">
            <a:extLst>
              <a:ext uri="{FF2B5EF4-FFF2-40B4-BE49-F238E27FC236}">
                <a16:creationId xmlns:a16="http://schemas.microsoft.com/office/drawing/2014/main" id="{4C1EBDB4-926F-332D-4A3C-C52856A1F0C7}"/>
              </a:ext>
            </a:extLst>
          </p:cNvPr>
          <p:cNvPicPr>
            <a:picLocks noChangeAspect="1"/>
          </p:cNvPicPr>
          <p:nvPr/>
        </p:nvPicPr>
        <p:blipFill>
          <a:blip r:embed="rId5"/>
          <a:stretch>
            <a:fillRect/>
          </a:stretch>
        </p:blipFill>
        <p:spPr>
          <a:xfrm rot="6708556">
            <a:off x="12671936" y="3286922"/>
            <a:ext cx="203585" cy="326807"/>
          </a:xfrm>
          <a:prstGeom prst="rect">
            <a:avLst/>
          </a:prstGeom>
        </p:spPr>
      </p:pic>
      <p:pic>
        <p:nvPicPr>
          <p:cNvPr id="6" name="Arm left">
            <a:extLst>
              <a:ext uri="{FF2B5EF4-FFF2-40B4-BE49-F238E27FC236}">
                <a16:creationId xmlns:a16="http://schemas.microsoft.com/office/drawing/2014/main" id="{725C4FFE-308A-968C-12BD-90D7B2274331}"/>
              </a:ext>
            </a:extLst>
          </p:cNvPr>
          <p:cNvPicPr>
            <a:picLocks noChangeAspect="1"/>
          </p:cNvPicPr>
          <p:nvPr/>
        </p:nvPicPr>
        <p:blipFill>
          <a:blip r:embed="rId6"/>
          <a:stretch>
            <a:fillRect/>
          </a:stretch>
        </p:blipFill>
        <p:spPr>
          <a:xfrm rot="20308402">
            <a:off x="12435898" y="3346163"/>
            <a:ext cx="253220" cy="257910"/>
          </a:xfrm>
          <a:prstGeom prst="rect">
            <a:avLst/>
          </a:prstGeom>
        </p:spPr>
      </p:pic>
      <p:grpSp>
        <p:nvGrpSpPr>
          <p:cNvPr id="8" name="!!Group 3">
            <a:extLst>
              <a:ext uri="{FF2B5EF4-FFF2-40B4-BE49-F238E27FC236}">
                <a16:creationId xmlns:a16="http://schemas.microsoft.com/office/drawing/2014/main" id="{5E8E3E0B-A84F-6553-FFE2-BDBDFFF8D945}"/>
              </a:ext>
            </a:extLst>
          </p:cNvPr>
          <p:cNvGrpSpPr/>
          <p:nvPr/>
        </p:nvGrpSpPr>
        <p:grpSpPr>
          <a:xfrm>
            <a:off x="12523654" y="2959068"/>
            <a:ext cx="203951" cy="200057"/>
            <a:chOff x="8399750" y="2959068"/>
            <a:chExt cx="203951" cy="200057"/>
          </a:xfrm>
        </p:grpSpPr>
        <p:sp>
          <p:nvSpPr>
            <p:cNvPr id="10" name="Eye 2">
              <a:extLst>
                <a:ext uri="{FF2B5EF4-FFF2-40B4-BE49-F238E27FC236}">
                  <a16:creationId xmlns:a16="http://schemas.microsoft.com/office/drawing/2014/main" id="{FAF27C66-D223-1004-1D83-9F540ACF213C}"/>
                </a:ext>
              </a:extLst>
            </p:cNvPr>
            <p:cNvSpPr/>
            <p:nvPr/>
          </p:nvSpPr>
          <p:spPr>
            <a:xfrm>
              <a:off x="8410396" y="296383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Eye 1">
              <a:extLst>
                <a:ext uri="{FF2B5EF4-FFF2-40B4-BE49-F238E27FC236}">
                  <a16:creationId xmlns:a16="http://schemas.microsoft.com/office/drawing/2014/main" id="{8CA6D382-D899-356F-9F09-82CF46AE5AD3}"/>
                </a:ext>
              </a:extLst>
            </p:cNvPr>
            <p:cNvSpPr/>
            <p:nvPr/>
          </p:nvSpPr>
          <p:spPr>
            <a:xfrm>
              <a:off x="8547792" y="295906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 name="!!Smile">
              <a:extLst>
                <a:ext uri="{FF2B5EF4-FFF2-40B4-BE49-F238E27FC236}">
                  <a16:creationId xmlns:a16="http://schemas.microsoft.com/office/drawing/2014/main" id="{AFF9DC02-AFBA-C3B4-78D0-9D5EB9DC0AA6}"/>
                </a:ext>
              </a:extLst>
            </p:cNvPr>
            <p:cNvSpPr/>
            <p:nvPr/>
          </p:nvSpPr>
          <p:spPr>
            <a:xfrm>
              <a:off x="8399750" y="307577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3" name="!!HA Logo">
            <a:extLst>
              <a:ext uri="{FF2B5EF4-FFF2-40B4-BE49-F238E27FC236}">
                <a16:creationId xmlns:a16="http://schemas.microsoft.com/office/drawing/2014/main" id="{2A0CEBC1-959F-6894-4073-91A5A5AB08CE}"/>
              </a:ext>
            </a:extLst>
          </p:cNvPr>
          <p:cNvPicPr>
            <a:picLocks noChangeAspect="1"/>
          </p:cNvPicPr>
          <p:nvPr/>
        </p:nvPicPr>
        <p:blipFill>
          <a:blip r:embed="rId7"/>
          <a:srcRect/>
          <a:stretch/>
        </p:blipFill>
        <p:spPr>
          <a:xfrm>
            <a:off x="13093653" y="3165953"/>
            <a:ext cx="838493" cy="868873"/>
          </a:xfrm>
          <a:prstGeom prst="rect">
            <a:avLst/>
          </a:prstGeom>
        </p:spPr>
      </p:pic>
      <p:sp>
        <p:nvSpPr>
          <p:cNvPr id="15" name="ZWave3">
            <a:extLst>
              <a:ext uri="{FF2B5EF4-FFF2-40B4-BE49-F238E27FC236}">
                <a16:creationId xmlns:a16="http://schemas.microsoft.com/office/drawing/2014/main" id="{A694DEF0-D53A-21EA-10BE-70ADEF726BE6}"/>
              </a:ext>
            </a:extLst>
          </p:cNvPr>
          <p:cNvSpPr txBox="1"/>
          <p:nvPr/>
        </p:nvSpPr>
        <p:spPr>
          <a:xfrm>
            <a:off x="2802499" y="2681518"/>
            <a:ext cx="7197177"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Smart Lights </a:t>
            </a:r>
            <a:r>
              <a:rPr lang="en-US" sz="2000" dirty="0">
                <a:solidFill>
                  <a:srgbClr val="2D3E50"/>
                </a:solidFill>
                <a:latin typeface="Roboto" panose="02000000000000000000" pitchFamily="2" charset="0"/>
                <a:ea typeface="Roboto" panose="02000000000000000000" pitchFamily="2" charset="0"/>
              </a:rPr>
              <a:t>(motion sensor </a:t>
            </a:r>
            <a:r>
              <a:rPr lang="en-US" sz="2000" dirty="0">
                <a:solidFill>
                  <a:schemeClr val="bg1">
                    <a:lumMod val="65000"/>
                  </a:schemeClr>
                </a:solidFill>
                <a:latin typeface="Roboto" panose="02000000000000000000" pitchFamily="2" charset="0"/>
                <a:ea typeface="Roboto" panose="02000000000000000000" pitchFamily="2" charset="0"/>
              </a:rPr>
              <a:t>+</a:t>
            </a:r>
            <a:r>
              <a:rPr lang="en-US" sz="2000" dirty="0">
                <a:solidFill>
                  <a:srgbClr val="2D3E50"/>
                </a:solidFill>
                <a:latin typeface="Roboto" panose="02000000000000000000" pitchFamily="2" charset="0"/>
                <a:ea typeface="Roboto" panose="02000000000000000000" pitchFamily="2" charset="0"/>
              </a:rPr>
              <a:t> Roku integration </a:t>
            </a:r>
            <a:r>
              <a:rPr lang="en-US" sz="2000" dirty="0">
                <a:solidFill>
                  <a:schemeClr val="bg1">
                    <a:lumMod val="65000"/>
                  </a:schemeClr>
                </a:solidFill>
                <a:latin typeface="Roboto" panose="02000000000000000000" pitchFamily="2" charset="0"/>
                <a:ea typeface="Roboto" panose="02000000000000000000" pitchFamily="2" charset="0"/>
              </a:rPr>
              <a:t>+</a:t>
            </a:r>
            <a:r>
              <a:rPr lang="en-US" sz="2000" dirty="0">
                <a:solidFill>
                  <a:srgbClr val="2D3E50"/>
                </a:solidFill>
                <a:latin typeface="Roboto" panose="02000000000000000000" pitchFamily="2" charset="0"/>
                <a:ea typeface="Roboto" panose="02000000000000000000" pitchFamily="2" charset="0"/>
              </a:rPr>
              <a:t> kill switch) </a:t>
            </a:r>
          </a:p>
        </p:txBody>
      </p:sp>
      <p:pic>
        <p:nvPicPr>
          <p:cNvPr id="16" name="!!ZWave4 Bulb">
            <a:extLst>
              <a:ext uri="{FF2B5EF4-FFF2-40B4-BE49-F238E27FC236}">
                <a16:creationId xmlns:a16="http://schemas.microsoft.com/office/drawing/2014/main" id="{F84A589A-501E-94D4-95A7-7B6F0281A73F}"/>
              </a:ext>
            </a:extLst>
          </p:cNvPr>
          <p:cNvPicPr>
            <a:picLocks noChangeAspect="1"/>
          </p:cNvPicPr>
          <p:nvPr/>
        </p:nvPicPr>
        <p:blipFill>
          <a:blip r:embed="rId8" cstate="hqprint">
            <a:extLst>
              <a:ext uri="{28A0092B-C50C-407E-A947-70E740481C1C}">
                <a14:useLocalDpi xmlns:a14="http://schemas.microsoft.com/office/drawing/2010/main"/>
              </a:ext>
            </a:extLst>
          </a:blip>
          <a:srcRect/>
          <a:stretch/>
        </p:blipFill>
        <p:spPr>
          <a:xfrm>
            <a:off x="2303013" y="2652920"/>
            <a:ext cx="425758" cy="400110"/>
          </a:xfrm>
          <a:prstGeom prst="rect">
            <a:avLst/>
          </a:prstGeom>
        </p:spPr>
      </p:pic>
      <p:sp>
        <p:nvSpPr>
          <p:cNvPr id="18" name="ZWave3">
            <a:extLst>
              <a:ext uri="{FF2B5EF4-FFF2-40B4-BE49-F238E27FC236}">
                <a16:creationId xmlns:a16="http://schemas.microsoft.com/office/drawing/2014/main" id="{56830128-D62F-DA61-FD91-63125F57D65B}"/>
              </a:ext>
            </a:extLst>
          </p:cNvPr>
          <p:cNvSpPr txBox="1"/>
          <p:nvPr/>
        </p:nvSpPr>
        <p:spPr>
          <a:xfrm>
            <a:off x="2802500" y="3228945"/>
            <a:ext cx="7264288"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Smart Washer</a:t>
            </a:r>
            <a:r>
              <a:rPr lang="en-US" sz="2000" dirty="0">
                <a:solidFill>
                  <a:srgbClr val="2D3E50"/>
                </a:solidFill>
                <a:latin typeface="Roboto" panose="02000000000000000000" pitchFamily="2" charset="0"/>
                <a:ea typeface="Roboto" panose="02000000000000000000" pitchFamily="2" charset="0"/>
              </a:rPr>
              <a:t> (Power-sensing plug </a:t>
            </a:r>
            <a:r>
              <a:rPr lang="en-US" sz="2000" dirty="0">
                <a:solidFill>
                  <a:schemeClr val="bg1">
                    <a:lumMod val="65000"/>
                  </a:schemeClr>
                </a:solidFill>
                <a:latin typeface="Roboto" panose="02000000000000000000" pitchFamily="2" charset="0"/>
                <a:ea typeface="Roboto" panose="02000000000000000000" pitchFamily="2" charset="0"/>
              </a:rPr>
              <a:t>+</a:t>
            </a:r>
            <a:r>
              <a:rPr lang="en-US" sz="2000" dirty="0">
                <a:solidFill>
                  <a:srgbClr val="2D3E50"/>
                </a:solidFill>
                <a:latin typeface="Roboto" panose="02000000000000000000" pitchFamily="2" charset="0"/>
                <a:ea typeface="Roboto" panose="02000000000000000000" pitchFamily="2" charset="0"/>
              </a:rPr>
              <a:t> custom notifications)</a:t>
            </a:r>
          </a:p>
        </p:txBody>
      </p:sp>
      <p:pic>
        <p:nvPicPr>
          <p:cNvPr id="19" name="!!ZWave3 Bulb">
            <a:extLst>
              <a:ext uri="{FF2B5EF4-FFF2-40B4-BE49-F238E27FC236}">
                <a16:creationId xmlns:a16="http://schemas.microsoft.com/office/drawing/2014/main" id="{7A5A1D34-E04E-EE89-49DE-F00DA1314ABA}"/>
              </a:ext>
            </a:extLst>
          </p:cNvPr>
          <p:cNvPicPr>
            <a:picLocks noChangeAspect="1"/>
          </p:cNvPicPr>
          <p:nvPr/>
        </p:nvPicPr>
        <p:blipFill>
          <a:blip r:embed="rId8" cstate="hqprint">
            <a:extLst>
              <a:ext uri="{28A0092B-C50C-407E-A947-70E740481C1C}">
                <a14:useLocalDpi xmlns:a14="http://schemas.microsoft.com/office/drawing/2010/main"/>
              </a:ext>
            </a:extLst>
          </a:blip>
          <a:srcRect/>
          <a:stretch/>
        </p:blipFill>
        <p:spPr>
          <a:xfrm>
            <a:off x="2303013" y="3200347"/>
            <a:ext cx="425758" cy="400110"/>
          </a:xfrm>
          <a:prstGeom prst="rect">
            <a:avLst/>
          </a:prstGeom>
        </p:spPr>
      </p:pic>
      <p:sp>
        <p:nvSpPr>
          <p:cNvPr id="22" name="ZWave3">
            <a:extLst>
              <a:ext uri="{FF2B5EF4-FFF2-40B4-BE49-F238E27FC236}">
                <a16:creationId xmlns:a16="http://schemas.microsoft.com/office/drawing/2014/main" id="{CC18C6B9-9AE2-3110-24D6-885EBA9A4772}"/>
              </a:ext>
            </a:extLst>
          </p:cNvPr>
          <p:cNvSpPr txBox="1"/>
          <p:nvPr/>
        </p:nvSpPr>
        <p:spPr>
          <a:xfrm>
            <a:off x="2802500" y="3776372"/>
            <a:ext cx="6802894"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Smart Garage</a:t>
            </a:r>
            <a:r>
              <a:rPr lang="en-US" sz="2000" dirty="0">
                <a:solidFill>
                  <a:srgbClr val="2D3E50"/>
                </a:solidFill>
                <a:latin typeface="Roboto" panose="02000000000000000000" pitchFamily="2" charset="0"/>
                <a:ea typeface="Roboto" panose="02000000000000000000" pitchFamily="2" charset="0"/>
              </a:rPr>
              <a:t> (Raspberry Pi </a:t>
            </a:r>
            <a:r>
              <a:rPr lang="en-US" sz="2000" dirty="0">
                <a:solidFill>
                  <a:schemeClr val="bg1">
                    <a:lumMod val="65000"/>
                  </a:schemeClr>
                </a:solidFill>
                <a:latin typeface="Roboto" panose="02000000000000000000" pitchFamily="2" charset="0"/>
                <a:ea typeface="Roboto" panose="02000000000000000000" pitchFamily="2" charset="0"/>
              </a:rPr>
              <a:t>+</a:t>
            </a:r>
            <a:r>
              <a:rPr lang="en-US" sz="2000" dirty="0">
                <a:solidFill>
                  <a:srgbClr val="2D3E50"/>
                </a:solidFill>
                <a:latin typeface="Roboto" panose="02000000000000000000" pitchFamily="2" charset="0"/>
                <a:ea typeface="Roboto" panose="02000000000000000000" pitchFamily="2" charset="0"/>
              </a:rPr>
              <a:t> sensors </a:t>
            </a:r>
            <a:r>
              <a:rPr lang="en-US" sz="2000" dirty="0">
                <a:solidFill>
                  <a:schemeClr val="bg1">
                    <a:lumMod val="65000"/>
                  </a:schemeClr>
                </a:solidFill>
                <a:latin typeface="Roboto" panose="02000000000000000000" pitchFamily="2" charset="0"/>
                <a:ea typeface="Roboto" panose="02000000000000000000" pitchFamily="2" charset="0"/>
              </a:rPr>
              <a:t>+</a:t>
            </a:r>
            <a:r>
              <a:rPr lang="en-US" sz="2000" dirty="0">
                <a:solidFill>
                  <a:srgbClr val="2D3E50"/>
                </a:solidFill>
                <a:latin typeface="Roboto" panose="02000000000000000000" pitchFamily="2" charset="0"/>
                <a:ea typeface="Roboto" panose="02000000000000000000" pitchFamily="2" charset="0"/>
              </a:rPr>
              <a:t> Python </a:t>
            </a:r>
            <a:r>
              <a:rPr lang="en-US" sz="2000" dirty="0">
                <a:solidFill>
                  <a:schemeClr val="bg1">
                    <a:lumMod val="65000"/>
                  </a:schemeClr>
                </a:solidFill>
                <a:latin typeface="Roboto" panose="02000000000000000000" pitchFamily="2" charset="0"/>
                <a:ea typeface="Roboto" panose="02000000000000000000" pitchFamily="2" charset="0"/>
              </a:rPr>
              <a:t>+</a:t>
            </a:r>
            <a:r>
              <a:rPr lang="en-US" sz="2000" dirty="0">
                <a:solidFill>
                  <a:srgbClr val="2D3E50"/>
                </a:solidFill>
                <a:latin typeface="Roboto" panose="02000000000000000000" pitchFamily="2" charset="0"/>
                <a:ea typeface="Roboto" panose="02000000000000000000" pitchFamily="2" charset="0"/>
              </a:rPr>
              <a:t> MQTT) </a:t>
            </a:r>
          </a:p>
        </p:txBody>
      </p:sp>
      <p:pic>
        <p:nvPicPr>
          <p:cNvPr id="23" name="!!ZWave2 Bulb">
            <a:extLst>
              <a:ext uri="{FF2B5EF4-FFF2-40B4-BE49-F238E27FC236}">
                <a16:creationId xmlns:a16="http://schemas.microsoft.com/office/drawing/2014/main" id="{89FB5F3D-20DE-DB53-A187-1BED36A1A7DF}"/>
              </a:ext>
            </a:extLst>
          </p:cNvPr>
          <p:cNvPicPr>
            <a:picLocks noChangeAspect="1"/>
          </p:cNvPicPr>
          <p:nvPr/>
        </p:nvPicPr>
        <p:blipFill>
          <a:blip r:embed="rId8" cstate="hqprint">
            <a:extLst>
              <a:ext uri="{28A0092B-C50C-407E-A947-70E740481C1C}">
                <a14:useLocalDpi xmlns:a14="http://schemas.microsoft.com/office/drawing/2010/main"/>
              </a:ext>
            </a:extLst>
          </a:blip>
          <a:srcRect/>
          <a:stretch/>
        </p:blipFill>
        <p:spPr>
          <a:xfrm>
            <a:off x="2303013" y="3747774"/>
            <a:ext cx="425758" cy="400110"/>
          </a:xfrm>
          <a:prstGeom prst="rect">
            <a:avLst/>
          </a:prstGeom>
        </p:spPr>
      </p:pic>
      <p:sp>
        <p:nvSpPr>
          <p:cNvPr id="4" name="ZWave3">
            <a:extLst>
              <a:ext uri="{FF2B5EF4-FFF2-40B4-BE49-F238E27FC236}">
                <a16:creationId xmlns:a16="http://schemas.microsoft.com/office/drawing/2014/main" id="{A8A7A3AE-BAA9-BD60-CDC9-9C65823E2CB0}"/>
              </a:ext>
            </a:extLst>
          </p:cNvPr>
          <p:cNvSpPr txBox="1"/>
          <p:nvPr/>
        </p:nvSpPr>
        <p:spPr>
          <a:xfrm>
            <a:off x="2802498" y="4323799"/>
            <a:ext cx="8572973"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Control Panels </a:t>
            </a:r>
            <a:r>
              <a:rPr lang="en-US" sz="2000" dirty="0">
                <a:solidFill>
                  <a:srgbClr val="2D3E50"/>
                </a:solidFill>
                <a:latin typeface="Roboto" panose="02000000000000000000" pitchFamily="2" charset="0"/>
                <a:ea typeface="Roboto" panose="02000000000000000000" pitchFamily="2" charset="0"/>
              </a:rPr>
              <a:t>(Home Assistant dashboard </a:t>
            </a:r>
            <a:r>
              <a:rPr lang="en-US" sz="2000" dirty="0">
                <a:solidFill>
                  <a:schemeClr val="bg1">
                    <a:lumMod val="65000"/>
                  </a:schemeClr>
                </a:solidFill>
                <a:latin typeface="Roboto" panose="02000000000000000000" pitchFamily="2" charset="0"/>
                <a:ea typeface="Roboto" panose="02000000000000000000" pitchFamily="2" charset="0"/>
              </a:rPr>
              <a:t>+</a:t>
            </a:r>
            <a:r>
              <a:rPr lang="en-US" sz="2000" dirty="0">
                <a:solidFill>
                  <a:srgbClr val="2D3E50"/>
                </a:solidFill>
                <a:latin typeface="Roboto" panose="02000000000000000000" pitchFamily="2" charset="0"/>
                <a:ea typeface="Roboto" panose="02000000000000000000" pitchFamily="2" charset="0"/>
              </a:rPr>
              <a:t> tablet </a:t>
            </a:r>
            <a:r>
              <a:rPr lang="en-US" sz="2000" dirty="0">
                <a:solidFill>
                  <a:schemeClr val="bg1">
                    <a:lumMod val="65000"/>
                  </a:schemeClr>
                </a:solidFill>
                <a:latin typeface="Roboto" panose="02000000000000000000" pitchFamily="2" charset="0"/>
                <a:ea typeface="Roboto" panose="02000000000000000000" pitchFamily="2" charset="0"/>
              </a:rPr>
              <a:t>+</a:t>
            </a:r>
            <a:r>
              <a:rPr lang="en-US" sz="2000" dirty="0">
                <a:solidFill>
                  <a:srgbClr val="2D3E50"/>
                </a:solidFill>
                <a:latin typeface="Roboto" panose="02000000000000000000" pitchFamily="2" charset="0"/>
                <a:ea typeface="Roboto" panose="02000000000000000000" pitchFamily="2" charset="0"/>
              </a:rPr>
              <a:t> templates) </a:t>
            </a:r>
          </a:p>
        </p:txBody>
      </p:sp>
      <p:pic>
        <p:nvPicPr>
          <p:cNvPr id="9" name="!!ZWave1 Bulb">
            <a:extLst>
              <a:ext uri="{FF2B5EF4-FFF2-40B4-BE49-F238E27FC236}">
                <a16:creationId xmlns:a16="http://schemas.microsoft.com/office/drawing/2014/main" id="{61F81134-0B5D-F85F-226F-C5E872E719FF}"/>
              </a:ext>
            </a:extLst>
          </p:cNvPr>
          <p:cNvPicPr>
            <a:picLocks noChangeAspect="1"/>
          </p:cNvPicPr>
          <p:nvPr/>
        </p:nvPicPr>
        <p:blipFill>
          <a:blip r:embed="rId8" cstate="hqprint">
            <a:extLst>
              <a:ext uri="{28A0092B-C50C-407E-A947-70E740481C1C}">
                <a14:useLocalDpi xmlns:a14="http://schemas.microsoft.com/office/drawing/2010/main"/>
              </a:ext>
            </a:extLst>
          </a:blip>
          <a:srcRect/>
          <a:stretch/>
        </p:blipFill>
        <p:spPr>
          <a:xfrm>
            <a:off x="2303012" y="4295201"/>
            <a:ext cx="425758" cy="400110"/>
          </a:xfrm>
          <a:prstGeom prst="rect">
            <a:avLst/>
          </a:prstGeom>
        </p:spPr>
      </p:pic>
      <p:sp>
        <p:nvSpPr>
          <p:cNvPr id="14" name="!!Header whiteout">
            <a:extLst>
              <a:ext uri="{FF2B5EF4-FFF2-40B4-BE49-F238E27FC236}">
                <a16:creationId xmlns:a16="http://schemas.microsoft.com/office/drawing/2014/main" id="{6C1D51C8-2EBA-A6F7-CC22-D28777FBF5A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Header Text 1">
            <a:extLst>
              <a:ext uri="{FF2B5EF4-FFF2-40B4-BE49-F238E27FC236}">
                <a16:creationId xmlns:a16="http://schemas.microsoft.com/office/drawing/2014/main" id="{0DB53AC4-C172-6DA9-698F-848FD0D056B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31385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Word"/>
      </p:transition>
    </mc:Choice>
    <mc:Fallback xmlns="">
      <p:transition spd="slow">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0E867847-BB7A-3675-5379-5A51A3792C50}"/>
              </a:ext>
            </a:extLst>
          </p:cNvPr>
          <p:cNvSpPr txBox="1"/>
          <p:nvPr/>
        </p:nvSpPr>
        <p:spPr>
          <a:xfrm>
            <a:off x="3559592" y="1103372"/>
            <a:ext cx="5073826"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remote access</a:t>
            </a:r>
          </a:p>
        </p:txBody>
      </p:sp>
      <p:pic>
        <p:nvPicPr>
          <p:cNvPr id="2" name="Empty House">
            <a:extLst>
              <a:ext uri="{FF2B5EF4-FFF2-40B4-BE49-F238E27FC236}">
                <a16:creationId xmlns:a16="http://schemas.microsoft.com/office/drawing/2014/main" id="{1EC52FB3-A9F4-C55A-CF20-1253D464581C}"/>
              </a:ext>
            </a:extLst>
          </p:cNvPr>
          <p:cNvPicPr>
            <a:picLocks noChangeAspect="1"/>
          </p:cNvPicPr>
          <p:nvPr/>
        </p:nvPicPr>
        <p:blipFill>
          <a:blip r:embed="rId3"/>
          <a:srcRect/>
          <a:stretch/>
        </p:blipFill>
        <p:spPr>
          <a:xfrm>
            <a:off x="8991271" y="2419256"/>
            <a:ext cx="1520077" cy="1886359"/>
          </a:xfrm>
          <a:prstGeom prst="rect">
            <a:avLst/>
          </a:prstGeom>
        </p:spPr>
      </p:pic>
      <p:pic>
        <p:nvPicPr>
          <p:cNvPr id="3" name="Body">
            <a:extLst>
              <a:ext uri="{FF2B5EF4-FFF2-40B4-BE49-F238E27FC236}">
                <a16:creationId xmlns:a16="http://schemas.microsoft.com/office/drawing/2014/main" id="{849A4C26-2BE2-CC70-9B9B-3291DCC9F3C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149724" y="2766894"/>
            <a:ext cx="789764" cy="1482325"/>
          </a:xfrm>
          <a:prstGeom prst="rect">
            <a:avLst/>
          </a:prstGeom>
        </p:spPr>
      </p:pic>
      <p:pic>
        <p:nvPicPr>
          <p:cNvPr id="5" name="Arm right">
            <a:extLst>
              <a:ext uri="{FF2B5EF4-FFF2-40B4-BE49-F238E27FC236}">
                <a16:creationId xmlns:a16="http://schemas.microsoft.com/office/drawing/2014/main" id="{4C1EBDB4-926F-332D-4A3C-C52856A1F0C7}"/>
              </a:ext>
            </a:extLst>
          </p:cNvPr>
          <p:cNvPicPr>
            <a:picLocks noChangeAspect="1"/>
          </p:cNvPicPr>
          <p:nvPr/>
        </p:nvPicPr>
        <p:blipFill>
          <a:blip r:embed="rId5"/>
          <a:stretch>
            <a:fillRect/>
          </a:stretch>
        </p:blipFill>
        <p:spPr>
          <a:xfrm rot="6708556">
            <a:off x="8548032" y="3286922"/>
            <a:ext cx="203585" cy="326807"/>
          </a:xfrm>
          <a:prstGeom prst="rect">
            <a:avLst/>
          </a:prstGeom>
        </p:spPr>
      </p:pic>
      <p:pic>
        <p:nvPicPr>
          <p:cNvPr id="6" name="Arm left">
            <a:extLst>
              <a:ext uri="{FF2B5EF4-FFF2-40B4-BE49-F238E27FC236}">
                <a16:creationId xmlns:a16="http://schemas.microsoft.com/office/drawing/2014/main" id="{725C4FFE-308A-968C-12BD-90D7B2274331}"/>
              </a:ext>
            </a:extLst>
          </p:cNvPr>
          <p:cNvPicPr>
            <a:picLocks noChangeAspect="1"/>
          </p:cNvPicPr>
          <p:nvPr/>
        </p:nvPicPr>
        <p:blipFill>
          <a:blip r:embed="rId6"/>
          <a:stretch>
            <a:fillRect/>
          </a:stretch>
        </p:blipFill>
        <p:spPr>
          <a:xfrm rot="20308402">
            <a:off x="8311994" y="3346163"/>
            <a:ext cx="253220" cy="257910"/>
          </a:xfrm>
          <a:prstGeom prst="rect">
            <a:avLst/>
          </a:prstGeom>
        </p:spPr>
      </p:pic>
      <p:grpSp>
        <p:nvGrpSpPr>
          <p:cNvPr id="8" name="!!Group 3">
            <a:extLst>
              <a:ext uri="{FF2B5EF4-FFF2-40B4-BE49-F238E27FC236}">
                <a16:creationId xmlns:a16="http://schemas.microsoft.com/office/drawing/2014/main" id="{5E8E3E0B-A84F-6553-FFE2-BDBDFFF8D945}"/>
              </a:ext>
            </a:extLst>
          </p:cNvPr>
          <p:cNvGrpSpPr/>
          <p:nvPr/>
        </p:nvGrpSpPr>
        <p:grpSpPr>
          <a:xfrm>
            <a:off x="8399750" y="2959068"/>
            <a:ext cx="203951" cy="200057"/>
            <a:chOff x="8399750" y="2959068"/>
            <a:chExt cx="203951" cy="200057"/>
          </a:xfrm>
        </p:grpSpPr>
        <p:sp>
          <p:nvSpPr>
            <p:cNvPr id="10" name="Eye 2">
              <a:extLst>
                <a:ext uri="{FF2B5EF4-FFF2-40B4-BE49-F238E27FC236}">
                  <a16:creationId xmlns:a16="http://schemas.microsoft.com/office/drawing/2014/main" id="{FAF27C66-D223-1004-1D83-9F540ACF213C}"/>
                </a:ext>
              </a:extLst>
            </p:cNvPr>
            <p:cNvSpPr/>
            <p:nvPr/>
          </p:nvSpPr>
          <p:spPr>
            <a:xfrm>
              <a:off x="8410396" y="296383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Eye 1">
              <a:extLst>
                <a:ext uri="{FF2B5EF4-FFF2-40B4-BE49-F238E27FC236}">
                  <a16:creationId xmlns:a16="http://schemas.microsoft.com/office/drawing/2014/main" id="{8CA6D382-D899-356F-9F09-82CF46AE5AD3}"/>
                </a:ext>
              </a:extLst>
            </p:cNvPr>
            <p:cNvSpPr/>
            <p:nvPr/>
          </p:nvSpPr>
          <p:spPr>
            <a:xfrm>
              <a:off x="8547792" y="295906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 name="!!Smile">
              <a:extLst>
                <a:ext uri="{FF2B5EF4-FFF2-40B4-BE49-F238E27FC236}">
                  <a16:creationId xmlns:a16="http://schemas.microsoft.com/office/drawing/2014/main" id="{AFF9DC02-AFBA-C3B4-78D0-9D5EB9DC0AA6}"/>
                </a:ext>
              </a:extLst>
            </p:cNvPr>
            <p:cNvSpPr/>
            <p:nvPr/>
          </p:nvSpPr>
          <p:spPr>
            <a:xfrm>
              <a:off x="8399750" y="3075778"/>
              <a:ext cx="203951" cy="83347"/>
            </a:xfrm>
            <a:custGeom>
              <a:avLst/>
              <a:gdLst>
                <a:gd name="connsiteX0" fmla="*/ 0 w 366713"/>
                <a:gd name="connsiteY0" fmla="*/ 0 h 261990"/>
                <a:gd name="connsiteX1" fmla="*/ 176213 w 366713"/>
                <a:gd name="connsiteY1" fmla="*/ 261938 h 261990"/>
                <a:gd name="connsiteX2" fmla="*/ 366713 w 366713"/>
                <a:gd name="connsiteY2" fmla="*/ 23813 h 261990"/>
              </a:gdLst>
              <a:ahLst/>
              <a:cxnLst>
                <a:cxn ang="0">
                  <a:pos x="connsiteX0" y="connsiteY0"/>
                </a:cxn>
                <a:cxn ang="0">
                  <a:pos x="connsiteX1" y="connsiteY1"/>
                </a:cxn>
                <a:cxn ang="0">
                  <a:pos x="connsiteX2" y="connsiteY2"/>
                </a:cxn>
              </a:cxnLst>
              <a:rect l="l" t="t" r="r" b="b"/>
              <a:pathLst>
                <a:path w="366713" h="261990">
                  <a:moveTo>
                    <a:pt x="0" y="0"/>
                  </a:moveTo>
                  <a:cubicBezTo>
                    <a:pt x="57547" y="128984"/>
                    <a:pt x="115094" y="257969"/>
                    <a:pt x="176213" y="261938"/>
                  </a:cubicBezTo>
                  <a:cubicBezTo>
                    <a:pt x="237332" y="265907"/>
                    <a:pt x="293688" y="43657"/>
                    <a:pt x="366713" y="23813"/>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3" name="!!HA Logo">
            <a:extLst>
              <a:ext uri="{FF2B5EF4-FFF2-40B4-BE49-F238E27FC236}">
                <a16:creationId xmlns:a16="http://schemas.microsoft.com/office/drawing/2014/main" id="{2A0CEBC1-959F-6894-4073-91A5A5AB08CE}"/>
              </a:ext>
            </a:extLst>
          </p:cNvPr>
          <p:cNvPicPr>
            <a:picLocks noChangeAspect="1"/>
          </p:cNvPicPr>
          <p:nvPr/>
        </p:nvPicPr>
        <p:blipFill>
          <a:blip r:embed="rId7"/>
          <a:srcRect/>
          <a:stretch/>
        </p:blipFill>
        <p:spPr>
          <a:xfrm>
            <a:off x="9330476" y="3165953"/>
            <a:ext cx="838493" cy="868873"/>
          </a:xfrm>
          <a:prstGeom prst="rect">
            <a:avLst/>
          </a:prstGeom>
        </p:spPr>
      </p:pic>
      <p:sp>
        <p:nvSpPr>
          <p:cNvPr id="4" name="!!Header whiteout">
            <a:extLst>
              <a:ext uri="{FF2B5EF4-FFF2-40B4-BE49-F238E27FC236}">
                <a16:creationId xmlns:a16="http://schemas.microsoft.com/office/drawing/2014/main" id="{702717A2-E006-E8A6-023A-57569B430030}"/>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ader Text 1">
            <a:extLst>
              <a:ext uri="{FF2B5EF4-FFF2-40B4-BE49-F238E27FC236}">
                <a16:creationId xmlns:a16="http://schemas.microsoft.com/office/drawing/2014/main" id="{E7F41A1B-23F6-8966-2E29-B30827C2A8A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30817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Word"/>
      </p:transition>
    </mc:Choice>
    <mc:Fallback xmlns="">
      <p:transition spd="slow">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116477"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4"/>
          <a:stretch>
            <a:fillRect/>
          </a:stretch>
        </p:blipFill>
        <p:spPr>
          <a:xfrm rot="2015781">
            <a:off x="2550645" y="3197274"/>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5"/>
          <a:stretch>
            <a:fillRect/>
          </a:stretch>
        </p:blipFill>
        <p:spPr>
          <a:xfrm rot="4680295">
            <a:off x="2242887" y="3265478"/>
            <a:ext cx="253220" cy="257910"/>
          </a:xfrm>
          <a:prstGeom prst="rect">
            <a:avLst/>
          </a:prstGeom>
        </p:spPr>
      </p:pic>
      <p:grpSp>
        <p:nvGrpSpPr>
          <p:cNvPr id="5" name="!!Group 3">
            <a:extLst>
              <a:ext uri="{FF2B5EF4-FFF2-40B4-BE49-F238E27FC236}">
                <a16:creationId xmlns:a16="http://schemas.microsoft.com/office/drawing/2014/main" id="{4774C791-A748-098E-EBF2-A7041CDD7E0E}"/>
              </a:ext>
            </a:extLst>
          </p:cNvPr>
          <p:cNvGrpSpPr/>
          <p:nvPr/>
        </p:nvGrpSpPr>
        <p:grpSpPr>
          <a:xfrm>
            <a:off x="2377149" y="2959068"/>
            <a:ext cx="191556" cy="137782"/>
            <a:chOff x="2377145" y="2905278"/>
            <a:chExt cx="191556" cy="137782"/>
          </a:xfrm>
        </p:grpSpPr>
        <p:sp>
          <p:nvSpPr>
            <p:cNvPr id="24" name="Eye 2">
              <a:extLst>
                <a:ext uri="{FF2B5EF4-FFF2-40B4-BE49-F238E27FC236}">
                  <a16:creationId xmlns:a16="http://schemas.microsoft.com/office/drawing/2014/main" id="{688EF916-85E5-3703-4F27-ADE0F2F9B0E0}"/>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DBA79EFB-0908-49D3-33BE-C3C900E98785}"/>
                </a:ext>
              </a:extLst>
            </p:cNvPr>
            <p:cNvSpPr/>
            <p:nvPr/>
          </p:nvSpPr>
          <p:spPr>
            <a:xfrm>
              <a:off x="2514541" y="290527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32" name="!!Smile">
              <a:extLst>
                <a:ext uri="{FF2B5EF4-FFF2-40B4-BE49-F238E27FC236}">
                  <a16:creationId xmlns:a16="http://schemas.microsoft.com/office/drawing/2014/main" id="{4840D29C-BB12-E1BA-FDD7-FBF40AD39332}"/>
                </a:ext>
              </a:extLst>
            </p:cNvPr>
            <p:cNvCxnSpPr>
              <a:cxnSpLocks/>
            </p:cNvCxnSpPr>
            <p:nvPr/>
          </p:nvCxnSpPr>
          <p:spPr>
            <a:xfrm rot="54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3" name="Empty House">
            <a:extLst>
              <a:ext uri="{FF2B5EF4-FFF2-40B4-BE49-F238E27FC236}">
                <a16:creationId xmlns:a16="http://schemas.microsoft.com/office/drawing/2014/main" id="{3843EB3F-3095-BEC3-8305-278BAF5D5959}"/>
              </a:ext>
            </a:extLst>
          </p:cNvPr>
          <p:cNvPicPr>
            <a:picLocks noChangeAspect="1"/>
          </p:cNvPicPr>
          <p:nvPr/>
        </p:nvPicPr>
        <p:blipFill>
          <a:blip r:embed="rId6"/>
          <a:srcRect/>
          <a:stretch/>
        </p:blipFill>
        <p:spPr>
          <a:xfrm>
            <a:off x="8991271" y="2419256"/>
            <a:ext cx="1520077" cy="1886359"/>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9330476" y="3165953"/>
            <a:ext cx="838493" cy="868873"/>
          </a:xfrm>
          <a:prstGeom prst="rect">
            <a:avLst/>
          </a:prstGeom>
        </p:spPr>
      </p:pic>
      <p:sp>
        <p:nvSpPr>
          <p:cNvPr id="16" name="!!Speech Bubble: Rectangle 19">
            <a:extLst>
              <a:ext uri="{FF2B5EF4-FFF2-40B4-BE49-F238E27FC236}">
                <a16:creationId xmlns:a16="http://schemas.microsoft.com/office/drawing/2014/main" id="{62ABF73A-219E-B471-188E-94E08EC0525E}"/>
              </a:ext>
            </a:extLst>
          </p:cNvPr>
          <p:cNvSpPr/>
          <p:nvPr/>
        </p:nvSpPr>
        <p:spPr>
          <a:xfrm>
            <a:off x="3106490" y="2304301"/>
            <a:ext cx="2989510" cy="654767"/>
          </a:xfrm>
          <a:prstGeom prst="wedgeRectCallout">
            <a:avLst>
              <a:gd name="adj1" fmla="val -61301"/>
              <a:gd name="adj2" fmla="val 42068"/>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0">
            <a:extLst>
              <a:ext uri="{FF2B5EF4-FFF2-40B4-BE49-F238E27FC236}">
                <a16:creationId xmlns:a16="http://schemas.microsoft.com/office/drawing/2014/main" id="{F2319685-EFEC-00EE-83D1-D07B2DE4E401}"/>
              </a:ext>
            </a:extLst>
          </p:cNvPr>
          <p:cNvSpPr txBox="1"/>
          <p:nvPr/>
        </p:nvSpPr>
        <p:spPr>
          <a:xfrm>
            <a:off x="3106490" y="2304301"/>
            <a:ext cx="2989510"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Bye super awesome smart home. I miss you already!</a:t>
            </a:r>
          </a:p>
        </p:txBody>
      </p:sp>
      <p:sp>
        <p:nvSpPr>
          <p:cNvPr id="25" name="Thought Bubble: Cloud 24">
            <a:extLst>
              <a:ext uri="{FF2B5EF4-FFF2-40B4-BE49-F238E27FC236}">
                <a16:creationId xmlns:a16="http://schemas.microsoft.com/office/drawing/2014/main" id="{BFC77B70-2B1D-D137-D488-8D2365A935DD}"/>
              </a:ext>
            </a:extLst>
          </p:cNvPr>
          <p:cNvSpPr/>
          <p:nvPr/>
        </p:nvSpPr>
        <p:spPr>
          <a:xfrm>
            <a:off x="9677071" y="883989"/>
            <a:ext cx="2070847" cy="1441968"/>
          </a:xfrm>
          <a:prstGeom prst="cloudCallout">
            <a:avLst>
              <a:gd name="adj1" fmla="val -25816"/>
              <a:gd name="adj2" fmla="val 81067"/>
            </a:avLst>
          </a:prstGeom>
          <a:solidFill>
            <a:srgbClr val="2D3E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 thought that bossy guy would </a:t>
            </a:r>
            <a:r>
              <a:rPr lang="en-US" i="1" dirty="0"/>
              <a:t>never </a:t>
            </a:r>
            <a:r>
              <a:rPr lang="en-US" dirty="0"/>
              <a:t>leave!</a:t>
            </a:r>
          </a:p>
        </p:txBody>
      </p:sp>
      <p:sp>
        <p:nvSpPr>
          <p:cNvPr id="2" name="!!Title">
            <a:extLst>
              <a:ext uri="{FF2B5EF4-FFF2-40B4-BE49-F238E27FC236}">
                <a16:creationId xmlns:a16="http://schemas.microsoft.com/office/drawing/2014/main" id="{3DF62EBA-2F99-CA89-9D93-CB9BEFCF3FF3}"/>
              </a:ext>
            </a:extLst>
          </p:cNvPr>
          <p:cNvSpPr txBox="1"/>
          <p:nvPr/>
        </p:nvSpPr>
        <p:spPr>
          <a:xfrm>
            <a:off x="3559592" y="1103372"/>
            <a:ext cx="5073826"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remote access</a:t>
            </a:r>
          </a:p>
        </p:txBody>
      </p:sp>
      <p:sp>
        <p:nvSpPr>
          <p:cNvPr id="4" name="!!Header whiteout">
            <a:extLst>
              <a:ext uri="{FF2B5EF4-FFF2-40B4-BE49-F238E27FC236}">
                <a16:creationId xmlns:a16="http://schemas.microsoft.com/office/drawing/2014/main" id="{890E8695-6F8F-2733-4333-4C0E95AF6799}"/>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ader Text 1">
            <a:extLst>
              <a:ext uri="{FF2B5EF4-FFF2-40B4-BE49-F238E27FC236}">
                <a16:creationId xmlns:a16="http://schemas.microsoft.com/office/drawing/2014/main" id="{85F97B91-E66F-2894-752C-E5F941DAF91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07887216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3" grpId="0"/>
      <p:bldP spid="25"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Cloud">
            <a:extLst>
              <a:ext uri="{FF2B5EF4-FFF2-40B4-BE49-F238E27FC236}">
                <a16:creationId xmlns:a16="http://schemas.microsoft.com/office/drawing/2014/main" id="{FD614B97-2D63-4B81-516E-EFD4CA8BAA99}"/>
              </a:ext>
            </a:extLst>
          </p:cNvPr>
          <p:cNvPicPr>
            <a:picLocks noChangeAspect="1"/>
          </p:cNvPicPr>
          <p:nvPr/>
        </p:nvPicPr>
        <p:blipFill>
          <a:blip r:embed="rId3"/>
          <a:stretch>
            <a:fillRect/>
          </a:stretch>
        </p:blipFill>
        <p:spPr>
          <a:xfrm>
            <a:off x="5024139" y="6844002"/>
            <a:ext cx="2153223" cy="1280424"/>
          </a:xfrm>
          <a:prstGeom prst="rect">
            <a:avLst/>
          </a:prstGeom>
        </p:spPr>
      </p:pic>
      <p:sp>
        <p:nvSpPr>
          <p:cNvPr id="27" name="Black out">
            <a:extLst>
              <a:ext uri="{FF2B5EF4-FFF2-40B4-BE49-F238E27FC236}">
                <a16:creationId xmlns:a16="http://schemas.microsoft.com/office/drawing/2014/main" id="{F08AA914-DCD3-6A62-7E3B-15F9F0B5450D}"/>
              </a:ext>
            </a:extLst>
          </p:cNvPr>
          <p:cNvSpPr/>
          <p:nvPr/>
        </p:nvSpPr>
        <p:spPr>
          <a:xfrm>
            <a:off x="3787301" y="6854698"/>
            <a:ext cx="4617398" cy="1551839"/>
          </a:xfrm>
          <a:prstGeom prst="rect">
            <a:avLst/>
          </a:prstGeom>
          <a:solidFill>
            <a:schemeClr val="bg2"/>
          </a:solidFill>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d text">
            <a:extLst>
              <a:ext uri="{FF2B5EF4-FFF2-40B4-BE49-F238E27FC236}">
                <a16:creationId xmlns:a16="http://schemas.microsoft.com/office/drawing/2014/main" id="{FF32EAFD-70FC-810F-0DF8-AD4EEC5BA565}"/>
              </a:ext>
            </a:extLst>
          </p:cNvPr>
          <p:cNvSpPr txBox="1"/>
          <p:nvPr/>
        </p:nvSpPr>
        <p:spPr>
          <a:xfrm>
            <a:off x="3975630" y="7137784"/>
            <a:ext cx="4252007" cy="1015663"/>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By default, you can’t access your local network from</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the Internet</a:t>
            </a:r>
          </a:p>
        </p:txBody>
      </p:sp>
      <p:pic>
        <p:nvPicPr>
          <p:cNvPr id="4" name="Empty House">
            <a:extLst>
              <a:ext uri="{FF2B5EF4-FFF2-40B4-BE49-F238E27FC236}">
                <a16:creationId xmlns:a16="http://schemas.microsoft.com/office/drawing/2014/main" id="{6A44CB36-1084-8F8B-4324-7AAE686E7762}"/>
              </a:ext>
            </a:extLst>
          </p:cNvPr>
          <p:cNvPicPr>
            <a:picLocks noChangeAspect="1"/>
          </p:cNvPicPr>
          <p:nvPr/>
        </p:nvPicPr>
        <p:blipFill>
          <a:blip r:embed="rId4"/>
          <a:srcRect/>
          <a:stretch/>
        </p:blipFill>
        <p:spPr>
          <a:xfrm>
            <a:off x="8991271" y="2419256"/>
            <a:ext cx="1520077" cy="1886359"/>
          </a:xfrm>
          <a:prstGeom prst="rect">
            <a:avLst/>
          </a:prstGeom>
        </p:spPr>
      </p:pic>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16477"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6"/>
          <a:stretch>
            <a:fillRect/>
          </a:stretch>
        </p:blipFill>
        <p:spPr>
          <a:xfrm rot="21197879">
            <a:off x="2478925" y="3107624"/>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7"/>
          <a:stretch>
            <a:fillRect/>
          </a:stretch>
        </p:blipFill>
        <p:spPr>
          <a:xfrm rot="20618759">
            <a:off x="2269782" y="3399947"/>
            <a:ext cx="253220" cy="257910"/>
          </a:xfrm>
          <a:prstGeom prst="rect">
            <a:avLst/>
          </a:prstGeom>
        </p:spPr>
      </p:pic>
      <p:grpSp>
        <p:nvGrpSpPr>
          <p:cNvPr id="5" name="!!Group 3">
            <a:extLst>
              <a:ext uri="{FF2B5EF4-FFF2-40B4-BE49-F238E27FC236}">
                <a16:creationId xmlns:a16="http://schemas.microsoft.com/office/drawing/2014/main" id="{4774C791-A748-098E-EBF2-A7041CDD7E0E}"/>
              </a:ext>
            </a:extLst>
          </p:cNvPr>
          <p:cNvGrpSpPr/>
          <p:nvPr/>
        </p:nvGrpSpPr>
        <p:grpSpPr>
          <a:xfrm>
            <a:off x="2377149" y="2959068"/>
            <a:ext cx="191556" cy="137782"/>
            <a:chOff x="2377145" y="2905278"/>
            <a:chExt cx="191556" cy="137782"/>
          </a:xfrm>
        </p:grpSpPr>
        <p:sp>
          <p:nvSpPr>
            <p:cNvPr id="24" name="Eye 2">
              <a:extLst>
                <a:ext uri="{FF2B5EF4-FFF2-40B4-BE49-F238E27FC236}">
                  <a16:creationId xmlns:a16="http://schemas.microsoft.com/office/drawing/2014/main" id="{688EF916-85E5-3703-4F27-ADE0F2F9B0E0}"/>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DBA79EFB-0908-49D3-33BE-C3C900E98785}"/>
                </a:ext>
              </a:extLst>
            </p:cNvPr>
            <p:cNvSpPr/>
            <p:nvPr/>
          </p:nvSpPr>
          <p:spPr>
            <a:xfrm>
              <a:off x="2514541" y="290527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32" name="!!Smile">
              <a:extLst>
                <a:ext uri="{FF2B5EF4-FFF2-40B4-BE49-F238E27FC236}">
                  <a16:creationId xmlns:a16="http://schemas.microsoft.com/office/drawing/2014/main" id="{4840D29C-BB12-E1BA-FDD7-FBF40AD39332}"/>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8"/>
          <a:srcRect/>
          <a:stretch/>
        </p:blipFill>
        <p:spPr>
          <a:xfrm>
            <a:off x="9330476" y="3165953"/>
            <a:ext cx="838493" cy="868873"/>
          </a:xfrm>
          <a:prstGeom prst="rect">
            <a:avLst/>
          </a:prstGeom>
        </p:spPr>
      </p:pic>
      <p:sp>
        <p:nvSpPr>
          <p:cNvPr id="16" name="!!Speech Bubble: Rectangle 19">
            <a:extLst>
              <a:ext uri="{FF2B5EF4-FFF2-40B4-BE49-F238E27FC236}">
                <a16:creationId xmlns:a16="http://schemas.microsoft.com/office/drawing/2014/main" id="{62ABF73A-219E-B471-188E-94E08EC0525E}"/>
              </a:ext>
            </a:extLst>
          </p:cNvPr>
          <p:cNvSpPr/>
          <p:nvPr/>
        </p:nvSpPr>
        <p:spPr>
          <a:xfrm>
            <a:off x="2503661" y="1897951"/>
            <a:ext cx="2023515" cy="654767"/>
          </a:xfrm>
          <a:prstGeom prst="wedgeRectCallout">
            <a:avLst>
              <a:gd name="adj1" fmla="val -39103"/>
              <a:gd name="adj2" fmla="val 9546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0">
            <a:extLst>
              <a:ext uri="{FF2B5EF4-FFF2-40B4-BE49-F238E27FC236}">
                <a16:creationId xmlns:a16="http://schemas.microsoft.com/office/drawing/2014/main" id="{F2319685-EFEC-00EE-83D1-D07B2DE4E401}"/>
              </a:ext>
            </a:extLst>
          </p:cNvPr>
          <p:cNvSpPr txBox="1"/>
          <p:nvPr/>
        </p:nvSpPr>
        <p:spPr>
          <a:xfrm>
            <a:off x="2503661" y="1897951"/>
            <a:ext cx="210419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Did I leave the garage door open?</a:t>
            </a:r>
          </a:p>
        </p:txBody>
      </p:sp>
      <p:sp>
        <p:nvSpPr>
          <p:cNvPr id="2" name="!!Title">
            <a:extLst>
              <a:ext uri="{FF2B5EF4-FFF2-40B4-BE49-F238E27FC236}">
                <a16:creationId xmlns:a16="http://schemas.microsoft.com/office/drawing/2014/main" id="{A9629A48-43A1-E285-C8AB-0C26B7540E53}"/>
              </a:ext>
            </a:extLst>
          </p:cNvPr>
          <p:cNvSpPr txBox="1"/>
          <p:nvPr/>
        </p:nvSpPr>
        <p:spPr>
          <a:xfrm>
            <a:off x="3559592" y="1103372"/>
            <a:ext cx="5073826"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remote access</a:t>
            </a:r>
          </a:p>
        </p:txBody>
      </p:sp>
      <p:sp>
        <p:nvSpPr>
          <p:cNvPr id="3" name="Thought Bubble: Cloud 2">
            <a:extLst>
              <a:ext uri="{FF2B5EF4-FFF2-40B4-BE49-F238E27FC236}">
                <a16:creationId xmlns:a16="http://schemas.microsoft.com/office/drawing/2014/main" id="{247A9317-964B-DFF6-A2F7-9EA6939AD66A}"/>
              </a:ext>
            </a:extLst>
          </p:cNvPr>
          <p:cNvSpPr/>
          <p:nvPr/>
        </p:nvSpPr>
        <p:spPr>
          <a:xfrm>
            <a:off x="9677071" y="883989"/>
            <a:ext cx="2070847" cy="1441968"/>
          </a:xfrm>
          <a:prstGeom prst="cloudCallout">
            <a:avLst>
              <a:gd name="adj1" fmla="val -25816"/>
              <a:gd name="adj2" fmla="val 81067"/>
            </a:avLst>
          </a:prstGeom>
          <a:solidFill>
            <a:srgbClr val="2D3E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 thought that bossy guy would </a:t>
            </a:r>
            <a:r>
              <a:rPr lang="en-US" i="1" dirty="0"/>
              <a:t>never </a:t>
            </a:r>
            <a:r>
              <a:rPr lang="en-US" dirty="0"/>
              <a:t>leave!</a:t>
            </a:r>
          </a:p>
        </p:txBody>
      </p:sp>
      <p:sp>
        <p:nvSpPr>
          <p:cNvPr id="6" name="!!Header whiteout">
            <a:extLst>
              <a:ext uri="{FF2B5EF4-FFF2-40B4-BE49-F238E27FC236}">
                <a16:creationId xmlns:a16="http://schemas.microsoft.com/office/drawing/2014/main" id="{8C38D3DE-C61C-E68E-B8E8-DB5369E5B1EB}"/>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9F78F0A8-3118-6CB5-A4D3-EB53BD103402}"/>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86303783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3"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Cloud">
            <a:extLst>
              <a:ext uri="{FF2B5EF4-FFF2-40B4-BE49-F238E27FC236}">
                <a16:creationId xmlns:a16="http://schemas.microsoft.com/office/drawing/2014/main" id="{0CF1088A-3B2B-E547-2A0B-5F64525E4E72}"/>
              </a:ext>
            </a:extLst>
          </p:cNvPr>
          <p:cNvPicPr>
            <a:picLocks noChangeAspect="1"/>
          </p:cNvPicPr>
          <p:nvPr/>
        </p:nvPicPr>
        <p:blipFill>
          <a:blip r:embed="rId3"/>
          <a:stretch>
            <a:fillRect/>
          </a:stretch>
        </p:blipFill>
        <p:spPr>
          <a:xfrm>
            <a:off x="5024139" y="2693344"/>
            <a:ext cx="2153223" cy="1280424"/>
          </a:xfrm>
          <a:prstGeom prst="rect">
            <a:avLst/>
          </a:prstGeom>
        </p:spPr>
      </p:pic>
      <p:sp>
        <p:nvSpPr>
          <p:cNvPr id="3" name="TextBox 2">
            <a:extLst>
              <a:ext uri="{FF2B5EF4-FFF2-40B4-BE49-F238E27FC236}">
                <a16:creationId xmlns:a16="http://schemas.microsoft.com/office/drawing/2014/main" id="{5085FC73-6300-A19B-862E-C7384080B4E2}"/>
              </a:ext>
            </a:extLst>
          </p:cNvPr>
          <p:cNvSpPr txBox="1"/>
          <p:nvPr/>
        </p:nvSpPr>
        <p:spPr>
          <a:xfrm>
            <a:off x="5280253" y="3389028"/>
            <a:ext cx="1657350"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Dynamic DNS</a:t>
            </a:r>
          </a:p>
        </p:txBody>
      </p:sp>
      <p:sp>
        <p:nvSpPr>
          <p:cNvPr id="7" name="TextBox 6">
            <a:extLst>
              <a:ext uri="{FF2B5EF4-FFF2-40B4-BE49-F238E27FC236}">
                <a16:creationId xmlns:a16="http://schemas.microsoft.com/office/drawing/2014/main" id="{44D48902-7C91-4978-6249-BFD53338332A}"/>
              </a:ext>
            </a:extLst>
          </p:cNvPr>
          <p:cNvSpPr txBox="1"/>
          <p:nvPr/>
        </p:nvSpPr>
        <p:spPr>
          <a:xfrm>
            <a:off x="5190193" y="3389028"/>
            <a:ext cx="1929416"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Port Forwarding</a:t>
            </a:r>
          </a:p>
        </p:txBody>
      </p:sp>
      <p:sp>
        <p:nvSpPr>
          <p:cNvPr id="8" name="TextBox 7">
            <a:extLst>
              <a:ext uri="{FF2B5EF4-FFF2-40B4-BE49-F238E27FC236}">
                <a16:creationId xmlns:a16="http://schemas.microsoft.com/office/drawing/2014/main" id="{22530E07-B21C-05A4-2248-4E17AE5320C9}"/>
              </a:ext>
            </a:extLst>
          </p:cNvPr>
          <p:cNvSpPr txBox="1"/>
          <p:nvPr/>
        </p:nvSpPr>
        <p:spPr>
          <a:xfrm>
            <a:off x="5362097" y="3395354"/>
            <a:ext cx="1718183"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Let's Encrypt</a:t>
            </a:r>
          </a:p>
        </p:txBody>
      </p:sp>
      <p:sp>
        <p:nvSpPr>
          <p:cNvPr id="29" name="Black out">
            <a:extLst>
              <a:ext uri="{FF2B5EF4-FFF2-40B4-BE49-F238E27FC236}">
                <a16:creationId xmlns:a16="http://schemas.microsoft.com/office/drawing/2014/main" id="{5BE578EC-90A4-19C7-A0FB-133DE6E6F056}"/>
              </a:ext>
            </a:extLst>
          </p:cNvPr>
          <p:cNvSpPr/>
          <p:nvPr/>
        </p:nvSpPr>
        <p:spPr>
          <a:xfrm>
            <a:off x="3787301" y="4747992"/>
            <a:ext cx="4617398" cy="1551839"/>
          </a:xfrm>
          <a:prstGeom prst="rect">
            <a:avLst/>
          </a:prstGeom>
          <a:solidFill>
            <a:schemeClr val="bg2"/>
          </a:solidFill>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d text">
            <a:extLst>
              <a:ext uri="{FF2B5EF4-FFF2-40B4-BE49-F238E27FC236}">
                <a16:creationId xmlns:a16="http://schemas.microsoft.com/office/drawing/2014/main" id="{9ACD2909-2925-A597-3505-35E6D5305896}"/>
              </a:ext>
            </a:extLst>
          </p:cNvPr>
          <p:cNvSpPr txBox="1"/>
          <p:nvPr/>
        </p:nvSpPr>
        <p:spPr>
          <a:xfrm>
            <a:off x="3975630" y="5031078"/>
            <a:ext cx="4252007" cy="1015663"/>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By default, you can’t access your local network from</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the Internet</a:t>
            </a:r>
          </a:p>
        </p:txBody>
      </p:sp>
      <p:pic>
        <p:nvPicPr>
          <p:cNvPr id="6" name="Empty House">
            <a:extLst>
              <a:ext uri="{FF2B5EF4-FFF2-40B4-BE49-F238E27FC236}">
                <a16:creationId xmlns:a16="http://schemas.microsoft.com/office/drawing/2014/main" id="{A6BE0297-380D-AAE8-B1E7-A02856528ABF}"/>
              </a:ext>
            </a:extLst>
          </p:cNvPr>
          <p:cNvPicPr>
            <a:picLocks noChangeAspect="1"/>
          </p:cNvPicPr>
          <p:nvPr/>
        </p:nvPicPr>
        <p:blipFill>
          <a:blip r:embed="rId4"/>
          <a:srcRect/>
          <a:stretch/>
        </p:blipFill>
        <p:spPr>
          <a:xfrm>
            <a:off x="8991271" y="2419256"/>
            <a:ext cx="1520077" cy="1886359"/>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flipV="1">
            <a:off x="2857500" y="3429000"/>
            <a:ext cx="4958105" cy="6874"/>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16477"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6"/>
          <a:stretch>
            <a:fillRect/>
          </a:stretch>
        </p:blipFill>
        <p:spPr>
          <a:xfrm rot="21197879">
            <a:off x="2478925" y="3107624"/>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7"/>
          <a:stretch>
            <a:fillRect/>
          </a:stretch>
        </p:blipFill>
        <p:spPr>
          <a:xfrm rot="20618759">
            <a:off x="2269782" y="3399947"/>
            <a:ext cx="253220" cy="257910"/>
          </a:xfrm>
          <a:prstGeom prst="rect">
            <a:avLst/>
          </a:prstGeom>
        </p:spPr>
      </p:pic>
      <p:grpSp>
        <p:nvGrpSpPr>
          <p:cNvPr id="5" name="!!Group 3">
            <a:extLst>
              <a:ext uri="{FF2B5EF4-FFF2-40B4-BE49-F238E27FC236}">
                <a16:creationId xmlns:a16="http://schemas.microsoft.com/office/drawing/2014/main" id="{4774C791-A748-098E-EBF2-A7041CDD7E0E}"/>
              </a:ext>
            </a:extLst>
          </p:cNvPr>
          <p:cNvGrpSpPr/>
          <p:nvPr/>
        </p:nvGrpSpPr>
        <p:grpSpPr>
          <a:xfrm>
            <a:off x="2377149" y="2959068"/>
            <a:ext cx="191556" cy="137782"/>
            <a:chOff x="2377145" y="2905278"/>
            <a:chExt cx="191556" cy="137782"/>
          </a:xfrm>
        </p:grpSpPr>
        <p:sp>
          <p:nvSpPr>
            <p:cNvPr id="24" name="Eye 2">
              <a:extLst>
                <a:ext uri="{FF2B5EF4-FFF2-40B4-BE49-F238E27FC236}">
                  <a16:creationId xmlns:a16="http://schemas.microsoft.com/office/drawing/2014/main" id="{688EF916-85E5-3703-4F27-ADE0F2F9B0E0}"/>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DBA79EFB-0908-49D3-33BE-C3C900E98785}"/>
                </a:ext>
              </a:extLst>
            </p:cNvPr>
            <p:cNvSpPr/>
            <p:nvPr/>
          </p:nvSpPr>
          <p:spPr>
            <a:xfrm>
              <a:off x="2514541" y="290527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32" name="!!Smile">
              <a:extLst>
                <a:ext uri="{FF2B5EF4-FFF2-40B4-BE49-F238E27FC236}">
                  <a16:creationId xmlns:a16="http://schemas.microsoft.com/office/drawing/2014/main" id="{4840D29C-BB12-E1BA-FDD7-FBF40AD39332}"/>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8"/>
          <a:srcRect/>
          <a:stretch/>
        </p:blipFill>
        <p:spPr>
          <a:xfrm>
            <a:off x="9330476" y="3165953"/>
            <a:ext cx="838493" cy="868873"/>
          </a:xfrm>
          <a:prstGeom prst="rect">
            <a:avLst/>
          </a:prstGeom>
        </p:spPr>
      </p:pic>
      <p:sp>
        <p:nvSpPr>
          <p:cNvPr id="16" name="!!Speech Bubble: Rectangle 19">
            <a:extLst>
              <a:ext uri="{FF2B5EF4-FFF2-40B4-BE49-F238E27FC236}">
                <a16:creationId xmlns:a16="http://schemas.microsoft.com/office/drawing/2014/main" id="{62ABF73A-219E-B471-188E-94E08EC0525E}"/>
              </a:ext>
            </a:extLst>
          </p:cNvPr>
          <p:cNvSpPr/>
          <p:nvPr/>
        </p:nvSpPr>
        <p:spPr>
          <a:xfrm>
            <a:off x="2503661" y="1897951"/>
            <a:ext cx="2023515" cy="654767"/>
          </a:xfrm>
          <a:prstGeom prst="wedgeRectCallout">
            <a:avLst>
              <a:gd name="adj1" fmla="val -39103"/>
              <a:gd name="adj2" fmla="val 9546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0">
            <a:extLst>
              <a:ext uri="{FF2B5EF4-FFF2-40B4-BE49-F238E27FC236}">
                <a16:creationId xmlns:a16="http://schemas.microsoft.com/office/drawing/2014/main" id="{F2319685-EFEC-00EE-83D1-D07B2DE4E401}"/>
              </a:ext>
            </a:extLst>
          </p:cNvPr>
          <p:cNvSpPr txBox="1"/>
          <p:nvPr/>
        </p:nvSpPr>
        <p:spPr>
          <a:xfrm>
            <a:off x="2503661" y="1897951"/>
            <a:ext cx="210419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Did I leave the garage door open?</a:t>
            </a:r>
          </a:p>
        </p:txBody>
      </p:sp>
      <p:sp>
        <p:nvSpPr>
          <p:cNvPr id="2" name="!!Title">
            <a:extLst>
              <a:ext uri="{FF2B5EF4-FFF2-40B4-BE49-F238E27FC236}">
                <a16:creationId xmlns:a16="http://schemas.microsoft.com/office/drawing/2014/main" id="{FB80E330-B9DD-0C3C-3095-228D4E3231A1}"/>
              </a:ext>
            </a:extLst>
          </p:cNvPr>
          <p:cNvSpPr txBox="1"/>
          <p:nvPr/>
        </p:nvSpPr>
        <p:spPr>
          <a:xfrm>
            <a:off x="3559592" y="1103372"/>
            <a:ext cx="5073826"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remote access</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9"/>
          <a:stretch>
            <a:fillRect/>
          </a:stretch>
        </p:blipFill>
        <p:spPr>
          <a:xfrm>
            <a:off x="7841696" y="2929453"/>
            <a:ext cx="813222" cy="990412"/>
          </a:xfrm>
          <a:prstGeom prst="rect">
            <a:avLst/>
          </a:prstGeom>
        </p:spPr>
      </p:pic>
      <p:sp>
        <p:nvSpPr>
          <p:cNvPr id="9" name="!!Header whiteout">
            <a:extLst>
              <a:ext uri="{FF2B5EF4-FFF2-40B4-BE49-F238E27FC236}">
                <a16:creationId xmlns:a16="http://schemas.microsoft.com/office/drawing/2014/main" id="{5B330C3B-0404-9F21-8A64-3B6DB527D99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ader Text 1">
            <a:extLst>
              <a:ext uri="{FF2B5EF4-FFF2-40B4-BE49-F238E27FC236}">
                <a16:creationId xmlns:a16="http://schemas.microsoft.com/office/drawing/2014/main" id="{B32A0B5A-74A4-DDB6-34B1-E8A74DF4ADB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4319635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5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357688-B765-1F71-D133-3A2D3FE1C111}"/>
              </a:ext>
            </a:extLst>
          </p:cNvPr>
          <p:cNvSpPr txBox="1"/>
          <p:nvPr/>
        </p:nvSpPr>
        <p:spPr>
          <a:xfrm>
            <a:off x="3349527" y="3848787"/>
            <a:ext cx="1657350" cy="369332"/>
          </a:xfrm>
          <a:prstGeom prst="rect">
            <a:avLst/>
          </a:prstGeom>
          <a:noFill/>
          <a:ln>
            <a:solidFill>
              <a:srgbClr val="0070C0"/>
            </a:solidFill>
          </a:ln>
        </p:spPr>
        <p:txBody>
          <a:bodyPr wrap="square" rtlCol="0">
            <a:spAutoFit/>
          </a:bodyPr>
          <a:lstStyle/>
          <a:p>
            <a:r>
              <a:rPr lang="en-US" dirty="0">
                <a:solidFill>
                  <a:srgbClr val="0070C0"/>
                </a:solidFill>
                <a:latin typeface="Aptos Black" panose="020F0502020204030204" pitchFamily="34" charset="0"/>
              </a:rPr>
              <a:t>Dynamic DNS</a:t>
            </a:r>
          </a:p>
        </p:txBody>
      </p:sp>
      <p:sp>
        <p:nvSpPr>
          <p:cNvPr id="7" name="TextBox 6">
            <a:extLst>
              <a:ext uri="{FF2B5EF4-FFF2-40B4-BE49-F238E27FC236}">
                <a16:creationId xmlns:a16="http://schemas.microsoft.com/office/drawing/2014/main" id="{1894B38F-752E-D6F1-39F4-D4014B3B018B}"/>
              </a:ext>
            </a:extLst>
          </p:cNvPr>
          <p:cNvSpPr txBox="1"/>
          <p:nvPr/>
        </p:nvSpPr>
        <p:spPr>
          <a:xfrm>
            <a:off x="5147659" y="4145472"/>
            <a:ext cx="1929416" cy="369332"/>
          </a:xfrm>
          <a:prstGeom prst="rect">
            <a:avLst/>
          </a:prstGeom>
          <a:noFill/>
          <a:ln>
            <a:solidFill>
              <a:srgbClr val="0070C0"/>
            </a:solidFill>
          </a:ln>
        </p:spPr>
        <p:txBody>
          <a:bodyPr wrap="square" rtlCol="0">
            <a:spAutoFit/>
          </a:bodyPr>
          <a:lstStyle/>
          <a:p>
            <a:r>
              <a:rPr lang="en-US" dirty="0">
                <a:solidFill>
                  <a:srgbClr val="0070C0"/>
                </a:solidFill>
                <a:latin typeface="Aptos Black" panose="020F0502020204030204" pitchFamily="34" charset="0"/>
              </a:rPr>
              <a:t>Port Forwarding</a:t>
            </a:r>
          </a:p>
        </p:txBody>
      </p:sp>
      <p:sp>
        <p:nvSpPr>
          <p:cNvPr id="8" name="TextBox 7">
            <a:extLst>
              <a:ext uri="{FF2B5EF4-FFF2-40B4-BE49-F238E27FC236}">
                <a16:creationId xmlns:a16="http://schemas.microsoft.com/office/drawing/2014/main" id="{264E1830-255B-2669-BBC6-8639578BE6DB}"/>
              </a:ext>
            </a:extLst>
          </p:cNvPr>
          <p:cNvSpPr txBox="1"/>
          <p:nvPr/>
        </p:nvSpPr>
        <p:spPr>
          <a:xfrm>
            <a:off x="7188136" y="3879467"/>
            <a:ext cx="1799961" cy="369332"/>
          </a:xfrm>
          <a:prstGeom prst="rect">
            <a:avLst/>
          </a:prstGeom>
          <a:noFill/>
          <a:ln>
            <a:solidFill>
              <a:srgbClr val="0070C0"/>
            </a:solidFill>
          </a:ln>
        </p:spPr>
        <p:txBody>
          <a:bodyPr wrap="square" rtlCol="0">
            <a:spAutoFit/>
          </a:bodyPr>
          <a:lstStyle/>
          <a:p>
            <a:r>
              <a:rPr lang="en-US" dirty="0">
                <a:solidFill>
                  <a:srgbClr val="0070C0"/>
                </a:solidFill>
                <a:latin typeface="Aptos Black" panose="020F0502020204030204" pitchFamily="34" charset="0"/>
              </a:rPr>
              <a:t>SSL Certificate</a:t>
            </a:r>
          </a:p>
        </p:txBody>
      </p:sp>
      <p:pic>
        <p:nvPicPr>
          <p:cNvPr id="25" name="!!Cloud">
            <a:extLst>
              <a:ext uri="{FF2B5EF4-FFF2-40B4-BE49-F238E27FC236}">
                <a16:creationId xmlns:a16="http://schemas.microsoft.com/office/drawing/2014/main" id="{0CF1088A-3B2B-E547-2A0B-5F64525E4E72}"/>
              </a:ext>
            </a:extLst>
          </p:cNvPr>
          <p:cNvPicPr>
            <a:picLocks noChangeAspect="1"/>
          </p:cNvPicPr>
          <p:nvPr/>
        </p:nvPicPr>
        <p:blipFill>
          <a:blip r:embed="rId3"/>
          <a:stretch>
            <a:fillRect/>
          </a:stretch>
        </p:blipFill>
        <p:spPr>
          <a:xfrm>
            <a:off x="5024139" y="2693344"/>
            <a:ext cx="2153223" cy="1280424"/>
          </a:xfrm>
          <a:prstGeom prst="rect">
            <a:avLst/>
          </a:prstGeom>
        </p:spPr>
      </p:pic>
      <p:sp>
        <p:nvSpPr>
          <p:cNvPr id="29" name="Black out">
            <a:extLst>
              <a:ext uri="{FF2B5EF4-FFF2-40B4-BE49-F238E27FC236}">
                <a16:creationId xmlns:a16="http://schemas.microsoft.com/office/drawing/2014/main" id="{5BE578EC-90A4-19C7-A0FB-133DE6E6F056}"/>
              </a:ext>
            </a:extLst>
          </p:cNvPr>
          <p:cNvSpPr/>
          <p:nvPr/>
        </p:nvSpPr>
        <p:spPr>
          <a:xfrm>
            <a:off x="3787301" y="4747992"/>
            <a:ext cx="4617398" cy="1551839"/>
          </a:xfrm>
          <a:prstGeom prst="rect">
            <a:avLst/>
          </a:prstGeom>
          <a:solidFill>
            <a:schemeClr val="bg2"/>
          </a:solidFill>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d text">
            <a:extLst>
              <a:ext uri="{FF2B5EF4-FFF2-40B4-BE49-F238E27FC236}">
                <a16:creationId xmlns:a16="http://schemas.microsoft.com/office/drawing/2014/main" id="{9ACD2909-2925-A597-3505-35E6D5305896}"/>
              </a:ext>
            </a:extLst>
          </p:cNvPr>
          <p:cNvSpPr txBox="1"/>
          <p:nvPr/>
        </p:nvSpPr>
        <p:spPr>
          <a:xfrm>
            <a:off x="3975630" y="5154903"/>
            <a:ext cx="4252007"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You can fix that with a little effort…</a:t>
            </a:r>
          </a:p>
        </p:txBody>
      </p:sp>
      <p:pic>
        <p:nvPicPr>
          <p:cNvPr id="6" name="Empty House">
            <a:extLst>
              <a:ext uri="{FF2B5EF4-FFF2-40B4-BE49-F238E27FC236}">
                <a16:creationId xmlns:a16="http://schemas.microsoft.com/office/drawing/2014/main" id="{A6BE0297-380D-AAE8-B1E7-A02856528ABF}"/>
              </a:ext>
            </a:extLst>
          </p:cNvPr>
          <p:cNvPicPr>
            <a:picLocks noChangeAspect="1"/>
          </p:cNvPicPr>
          <p:nvPr/>
        </p:nvPicPr>
        <p:blipFill>
          <a:blip r:embed="rId4"/>
          <a:srcRect/>
          <a:stretch/>
        </p:blipFill>
        <p:spPr>
          <a:xfrm>
            <a:off x="8991271" y="2419256"/>
            <a:ext cx="1520077" cy="1886359"/>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flipV="1">
            <a:off x="2857500" y="3429000"/>
            <a:ext cx="4958105" cy="6874"/>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16477"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6"/>
          <a:stretch>
            <a:fillRect/>
          </a:stretch>
        </p:blipFill>
        <p:spPr>
          <a:xfrm rot="21197879">
            <a:off x="2478925" y="3107624"/>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7"/>
          <a:stretch>
            <a:fillRect/>
          </a:stretch>
        </p:blipFill>
        <p:spPr>
          <a:xfrm rot="20618759">
            <a:off x="2269782" y="3399947"/>
            <a:ext cx="253220" cy="257910"/>
          </a:xfrm>
          <a:prstGeom prst="rect">
            <a:avLst/>
          </a:prstGeom>
        </p:spPr>
      </p:pic>
      <p:grpSp>
        <p:nvGrpSpPr>
          <p:cNvPr id="5" name="!!Group 3">
            <a:extLst>
              <a:ext uri="{FF2B5EF4-FFF2-40B4-BE49-F238E27FC236}">
                <a16:creationId xmlns:a16="http://schemas.microsoft.com/office/drawing/2014/main" id="{4774C791-A748-098E-EBF2-A7041CDD7E0E}"/>
              </a:ext>
            </a:extLst>
          </p:cNvPr>
          <p:cNvGrpSpPr/>
          <p:nvPr/>
        </p:nvGrpSpPr>
        <p:grpSpPr>
          <a:xfrm>
            <a:off x="2377149" y="2959068"/>
            <a:ext cx="191556" cy="137782"/>
            <a:chOff x="2377145" y="2905278"/>
            <a:chExt cx="191556" cy="137782"/>
          </a:xfrm>
        </p:grpSpPr>
        <p:sp>
          <p:nvSpPr>
            <p:cNvPr id="24" name="Eye 2">
              <a:extLst>
                <a:ext uri="{FF2B5EF4-FFF2-40B4-BE49-F238E27FC236}">
                  <a16:creationId xmlns:a16="http://schemas.microsoft.com/office/drawing/2014/main" id="{688EF916-85E5-3703-4F27-ADE0F2F9B0E0}"/>
                </a:ext>
              </a:extLst>
            </p:cNvPr>
            <p:cNvSpPr/>
            <p:nvPr/>
          </p:nvSpPr>
          <p:spPr>
            <a:xfrm>
              <a:off x="2377145" y="291004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6" name="Eye 1">
              <a:extLst>
                <a:ext uri="{FF2B5EF4-FFF2-40B4-BE49-F238E27FC236}">
                  <a16:creationId xmlns:a16="http://schemas.microsoft.com/office/drawing/2014/main" id="{DBA79EFB-0908-49D3-33BE-C3C900E98785}"/>
                </a:ext>
              </a:extLst>
            </p:cNvPr>
            <p:cNvSpPr/>
            <p:nvPr/>
          </p:nvSpPr>
          <p:spPr>
            <a:xfrm>
              <a:off x="2514541" y="290527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32" name="!!Smile">
              <a:extLst>
                <a:ext uri="{FF2B5EF4-FFF2-40B4-BE49-F238E27FC236}">
                  <a16:creationId xmlns:a16="http://schemas.microsoft.com/office/drawing/2014/main" id="{4840D29C-BB12-E1BA-FDD7-FBF40AD39332}"/>
                </a:ext>
              </a:extLst>
            </p:cNvPr>
            <p:cNvCxnSpPr>
              <a:cxnSpLocks/>
            </p:cNvCxnSpPr>
            <p:nvPr/>
          </p:nvCxnSpPr>
          <p:spPr>
            <a:xfrm rot="21300000" flipV="1">
              <a:off x="2377145" y="3007558"/>
              <a:ext cx="191556" cy="35502"/>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8"/>
          <a:srcRect/>
          <a:stretch/>
        </p:blipFill>
        <p:spPr>
          <a:xfrm>
            <a:off x="9330476" y="3165953"/>
            <a:ext cx="838493" cy="868873"/>
          </a:xfrm>
          <a:prstGeom prst="rect">
            <a:avLst/>
          </a:prstGeom>
        </p:spPr>
      </p:pic>
      <p:sp>
        <p:nvSpPr>
          <p:cNvPr id="16" name="!!Speech Bubble: Rectangle 19">
            <a:extLst>
              <a:ext uri="{FF2B5EF4-FFF2-40B4-BE49-F238E27FC236}">
                <a16:creationId xmlns:a16="http://schemas.microsoft.com/office/drawing/2014/main" id="{62ABF73A-219E-B471-188E-94E08EC0525E}"/>
              </a:ext>
            </a:extLst>
          </p:cNvPr>
          <p:cNvSpPr/>
          <p:nvPr/>
        </p:nvSpPr>
        <p:spPr>
          <a:xfrm>
            <a:off x="2503661" y="1897951"/>
            <a:ext cx="2023515" cy="654767"/>
          </a:xfrm>
          <a:prstGeom prst="wedgeRectCallout">
            <a:avLst>
              <a:gd name="adj1" fmla="val -39103"/>
              <a:gd name="adj2" fmla="val 9546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0">
            <a:extLst>
              <a:ext uri="{FF2B5EF4-FFF2-40B4-BE49-F238E27FC236}">
                <a16:creationId xmlns:a16="http://schemas.microsoft.com/office/drawing/2014/main" id="{F2319685-EFEC-00EE-83D1-D07B2DE4E401}"/>
              </a:ext>
            </a:extLst>
          </p:cNvPr>
          <p:cNvSpPr txBox="1"/>
          <p:nvPr/>
        </p:nvSpPr>
        <p:spPr>
          <a:xfrm>
            <a:off x="2503661" y="1897951"/>
            <a:ext cx="210419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Did I leave the garage door open?</a:t>
            </a:r>
          </a:p>
        </p:txBody>
      </p:sp>
      <p:sp>
        <p:nvSpPr>
          <p:cNvPr id="2" name="!!Title">
            <a:extLst>
              <a:ext uri="{FF2B5EF4-FFF2-40B4-BE49-F238E27FC236}">
                <a16:creationId xmlns:a16="http://schemas.microsoft.com/office/drawing/2014/main" id="{FB80E330-B9DD-0C3C-3095-228D4E3231A1}"/>
              </a:ext>
            </a:extLst>
          </p:cNvPr>
          <p:cNvSpPr txBox="1"/>
          <p:nvPr/>
        </p:nvSpPr>
        <p:spPr>
          <a:xfrm>
            <a:off x="3559592" y="1103372"/>
            <a:ext cx="5073826"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remote access</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9"/>
          <a:stretch>
            <a:fillRect/>
          </a:stretch>
        </p:blipFill>
        <p:spPr>
          <a:xfrm>
            <a:off x="7841696" y="2929453"/>
            <a:ext cx="813222" cy="990412"/>
          </a:xfrm>
          <a:prstGeom prst="rect">
            <a:avLst/>
          </a:prstGeom>
        </p:spPr>
      </p:pic>
      <p:sp>
        <p:nvSpPr>
          <p:cNvPr id="9" name="!!Header whiteout">
            <a:extLst>
              <a:ext uri="{FF2B5EF4-FFF2-40B4-BE49-F238E27FC236}">
                <a16:creationId xmlns:a16="http://schemas.microsoft.com/office/drawing/2014/main" id="{F60B3CC2-45EE-2D1B-84AE-B235A6FD3212}"/>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ader Text 1">
            <a:extLst>
              <a:ext uri="{FF2B5EF4-FFF2-40B4-BE49-F238E27FC236}">
                <a16:creationId xmlns:a16="http://schemas.microsoft.com/office/drawing/2014/main" id="{B3EFF7BB-EE22-D308-1520-DF8C31E03016}"/>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454154"/>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EC51AC-F664-579B-26CC-A41AAC98C708}"/>
              </a:ext>
            </a:extLst>
          </p:cNvPr>
          <p:cNvSpPr txBox="1"/>
          <p:nvPr/>
        </p:nvSpPr>
        <p:spPr>
          <a:xfrm>
            <a:off x="5280253" y="3389028"/>
            <a:ext cx="1657350"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Dynamic DNS</a:t>
            </a:r>
          </a:p>
        </p:txBody>
      </p:sp>
      <p:sp>
        <p:nvSpPr>
          <p:cNvPr id="10" name="TextBox 9">
            <a:extLst>
              <a:ext uri="{FF2B5EF4-FFF2-40B4-BE49-F238E27FC236}">
                <a16:creationId xmlns:a16="http://schemas.microsoft.com/office/drawing/2014/main" id="{02F67C4D-4AF5-2F1D-DB8F-524A0730A97B}"/>
              </a:ext>
            </a:extLst>
          </p:cNvPr>
          <p:cNvSpPr txBox="1"/>
          <p:nvPr/>
        </p:nvSpPr>
        <p:spPr>
          <a:xfrm>
            <a:off x="5190193" y="3389028"/>
            <a:ext cx="1929416"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Port Forwarding</a:t>
            </a:r>
          </a:p>
        </p:txBody>
      </p:sp>
      <p:sp>
        <p:nvSpPr>
          <p:cNvPr id="11" name="TextBox 10">
            <a:extLst>
              <a:ext uri="{FF2B5EF4-FFF2-40B4-BE49-F238E27FC236}">
                <a16:creationId xmlns:a16="http://schemas.microsoft.com/office/drawing/2014/main" id="{B4BAA698-FD5B-889F-67AF-1795E296503C}"/>
              </a:ext>
            </a:extLst>
          </p:cNvPr>
          <p:cNvSpPr txBox="1"/>
          <p:nvPr/>
        </p:nvSpPr>
        <p:spPr>
          <a:xfrm>
            <a:off x="5362097" y="3395354"/>
            <a:ext cx="1718183"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Let's Encrypt</a:t>
            </a:r>
          </a:p>
        </p:txBody>
      </p:sp>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8991271" y="2418247"/>
            <a:ext cx="1520077" cy="1888377"/>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a:off x="2857500" y="3429000"/>
            <a:ext cx="6472976" cy="0"/>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116477"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2503639" y="33712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2269782" y="33999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9330476" y="3165953"/>
            <a:ext cx="838493" cy="868873"/>
          </a:xfrm>
          <a:prstGeom prst="rect">
            <a:avLst/>
          </a:prstGeom>
        </p:spPr>
      </p:pic>
      <p:sp>
        <p:nvSpPr>
          <p:cNvPr id="16" name="!!Speech Bubble: Rectangle 19">
            <a:extLst>
              <a:ext uri="{FF2B5EF4-FFF2-40B4-BE49-F238E27FC236}">
                <a16:creationId xmlns:a16="http://schemas.microsoft.com/office/drawing/2014/main" id="{62ABF73A-219E-B471-188E-94E08EC0525E}"/>
              </a:ext>
            </a:extLst>
          </p:cNvPr>
          <p:cNvSpPr/>
          <p:nvPr/>
        </p:nvSpPr>
        <p:spPr>
          <a:xfrm>
            <a:off x="2503661" y="1897951"/>
            <a:ext cx="2023515" cy="654767"/>
          </a:xfrm>
          <a:prstGeom prst="wedgeRectCallout">
            <a:avLst>
              <a:gd name="adj1" fmla="val -39103"/>
              <a:gd name="adj2" fmla="val 9546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0">
            <a:extLst>
              <a:ext uri="{FF2B5EF4-FFF2-40B4-BE49-F238E27FC236}">
                <a16:creationId xmlns:a16="http://schemas.microsoft.com/office/drawing/2014/main" id="{F2319685-EFEC-00EE-83D1-D07B2DE4E401}"/>
              </a:ext>
            </a:extLst>
          </p:cNvPr>
          <p:cNvSpPr txBox="1"/>
          <p:nvPr/>
        </p:nvSpPr>
        <p:spPr>
          <a:xfrm>
            <a:off x="2503661" y="1897951"/>
            <a:ext cx="210419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Shut up and take my money! </a:t>
            </a:r>
          </a:p>
        </p:txBody>
      </p:sp>
      <p:sp>
        <p:nvSpPr>
          <p:cNvPr id="2" name="!!Title">
            <a:extLst>
              <a:ext uri="{FF2B5EF4-FFF2-40B4-BE49-F238E27FC236}">
                <a16:creationId xmlns:a16="http://schemas.microsoft.com/office/drawing/2014/main" id="{FB80E330-B9DD-0C3C-3095-228D4E3231A1}"/>
              </a:ext>
            </a:extLst>
          </p:cNvPr>
          <p:cNvSpPr txBox="1"/>
          <p:nvPr/>
        </p:nvSpPr>
        <p:spPr>
          <a:xfrm>
            <a:off x="3559592" y="1103372"/>
            <a:ext cx="5073826"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remote access</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8"/>
          <a:stretch>
            <a:fillRect/>
          </a:stretch>
        </p:blipFill>
        <p:spPr>
          <a:xfrm>
            <a:off x="7841696" y="2929453"/>
            <a:ext cx="813222" cy="990412"/>
          </a:xfrm>
          <a:prstGeom prst="rect">
            <a:avLst/>
          </a:prstGeom>
        </p:spPr>
      </p:pic>
      <p:grpSp>
        <p:nvGrpSpPr>
          <p:cNvPr id="3" name="!!Group 3">
            <a:extLst>
              <a:ext uri="{FF2B5EF4-FFF2-40B4-BE49-F238E27FC236}">
                <a16:creationId xmlns:a16="http://schemas.microsoft.com/office/drawing/2014/main" id="{D6CD7F5B-D4F8-FF70-A2A4-AA4E519A23C7}"/>
              </a:ext>
            </a:extLst>
          </p:cNvPr>
          <p:cNvGrpSpPr/>
          <p:nvPr/>
        </p:nvGrpSpPr>
        <p:grpSpPr>
          <a:xfrm>
            <a:off x="2352600" y="29670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2" name="Black out">
            <a:extLst>
              <a:ext uri="{FF2B5EF4-FFF2-40B4-BE49-F238E27FC236}">
                <a16:creationId xmlns:a16="http://schemas.microsoft.com/office/drawing/2014/main" id="{AAB10C4F-B632-BAFE-ACEC-9EFC057DADBE}"/>
              </a:ext>
            </a:extLst>
          </p:cNvPr>
          <p:cNvSpPr/>
          <p:nvPr/>
        </p:nvSpPr>
        <p:spPr>
          <a:xfrm>
            <a:off x="3787301" y="4747992"/>
            <a:ext cx="4617398" cy="1551839"/>
          </a:xfrm>
          <a:prstGeom prst="rect">
            <a:avLst/>
          </a:prstGeom>
          <a:solidFill>
            <a:schemeClr val="bg2"/>
          </a:solidFill>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d text">
            <a:extLst>
              <a:ext uri="{FF2B5EF4-FFF2-40B4-BE49-F238E27FC236}">
                <a16:creationId xmlns:a16="http://schemas.microsoft.com/office/drawing/2014/main" id="{DE67912A-7190-0560-D949-2CE905A8A26B}"/>
              </a:ext>
            </a:extLst>
          </p:cNvPr>
          <p:cNvSpPr txBox="1"/>
          <p:nvPr/>
        </p:nvSpPr>
        <p:spPr>
          <a:xfrm>
            <a:off x="3975630" y="5278728"/>
            <a:ext cx="4252007"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 or just pay for it</a:t>
            </a:r>
          </a:p>
        </p:txBody>
      </p:sp>
      <p:sp>
        <p:nvSpPr>
          <p:cNvPr id="14" name="!!Red text 2">
            <a:extLst>
              <a:ext uri="{FF2B5EF4-FFF2-40B4-BE49-F238E27FC236}">
                <a16:creationId xmlns:a16="http://schemas.microsoft.com/office/drawing/2014/main" id="{ADFF7360-1997-0ADD-E936-11F230CB249F}"/>
              </a:ext>
            </a:extLst>
          </p:cNvPr>
          <p:cNvSpPr txBox="1"/>
          <p:nvPr/>
        </p:nvSpPr>
        <p:spPr>
          <a:xfrm>
            <a:off x="6937603" y="1690061"/>
            <a:ext cx="3596269"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"Home Assistant Cloud"</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plugin</a:t>
            </a:r>
          </a:p>
        </p:txBody>
      </p:sp>
      <p:grpSp>
        <p:nvGrpSpPr>
          <p:cNvPr id="15" name="Arrow 2">
            <a:extLst>
              <a:ext uri="{FF2B5EF4-FFF2-40B4-BE49-F238E27FC236}">
                <a16:creationId xmlns:a16="http://schemas.microsoft.com/office/drawing/2014/main" id="{C2B50A4F-DFCA-A39A-93A3-4F14129C2ABE}"/>
              </a:ext>
            </a:extLst>
          </p:cNvPr>
          <p:cNvGrpSpPr>
            <a:grpSpLocks noChangeAspect="1"/>
          </p:cNvGrpSpPr>
          <p:nvPr/>
        </p:nvGrpSpPr>
        <p:grpSpPr bwMode="auto">
          <a:xfrm rot="5898507" flipH="1">
            <a:off x="6121541" y="1763842"/>
            <a:ext cx="904172" cy="943180"/>
            <a:chOff x="1328" y="0"/>
            <a:chExt cx="3106" cy="3240"/>
          </a:xfrm>
          <a:solidFill>
            <a:srgbClr val="C00000"/>
          </a:solidFill>
        </p:grpSpPr>
        <p:sp>
          <p:nvSpPr>
            <p:cNvPr id="24" name="Freeform 716">
              <a:extLst>
                <a:ext uri="{FF2B5EF4-FFF2-40B4-BE49-F238E27FC236}">
                  <a16:creationId xmlns:a16="http://schemas.microsoft.com/office/drawing/2014/main" id="{E76A6E25-2904-3823-2C34-298103C95A9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17">
              <a:extLst>
                <a:ext uri="{FF2B5EF4-FFF2-40B4-BE49-F238E27FC236}">
                  <a16:creationId xmlns:a16="http://schemas.microsoft.com/office/drawing/2014/main" id="{C2E8F40D-8ED6-7F93-59A0-76542DAE634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18">
              <a:extLst>
                <a:ext uri="{FF2B5EF4-FFF2-40B4-BE49-F238E27FC236}">
                  <a16:creationId xmlns:a16="http://schemas.microsoft.com/office/drawing/2014/main" id="{E2F9A61E-297E-CC4E-1CFE-1B353715242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19">
              <a:extLst>
                <a:ext uri="{FF2B5EF4-FFF2-40B4-BE49-F238E27FC236}">
                  <a16:creationId xmlns:a16="http://schemas.microsoft.com/office/drawing/2014/main" id="{C2AFD57A-CD37-E58D-9694-9EB721C886B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0">
              <a:extLst>
                <a:ext uri="{FF2B5EF4-FFF2-40B4-BE49-F238E27FC236}">
                  <a16:creationId xmlns:a16="http://schemas.microsoft.com/office/drawing/2014/main" id="{C9BD2CF6-5A49-3ACD-C8C2-52FEFB69645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1">
              <a:extLst>
                <a:ext uri="{FF2B5EF4-FFF2-40B4-BE49-F238E27FC236}">
                  <a16:creationId xmlns:a16="http://schemas.microsoft.com/office/drawing/2014/main" id="{67587E29-F3F9-09CC-E57C-447A3836E4D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2">
              <a:extLst>
                <a:ext uri="{FF2B5EF4-FFF2-40B4-BE49-F238E27FC236}">
                  <a16:creationId xmlns:a16="http://schemas.microsoft.com/office/drawing/2014/main" id="{7A605749-773E-C4B2-249B-B0C15122EBE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23">
              <a:extLst>
                <a:ext uri="{FF2B5EF4-FFF2-40B4-BE49-F238E27FC236}">
                  <a16:creationId xmlns:a16="http://schemas.microsoft.com/office/drawing/2014/main" id="{E17B632E-A8E0-E8B3-E316-10A9EAB88F7B}"/>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24">
              <a:extLst>
                <a:ext uri="{FF2B5EF4-FFF2-40B4-BE49-F238E27FC236}">
                  <a16:creationId xmlns:a16="http://schemas.microsoft.com/office/drawing/2014/main" id="{FADCB637-6F54-897F-5E06-4BF0A49F987A}"/>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25">
              <a:extLst>
                <a:ext uri="{FF2B5EF4-FFF2-40B4-BE49-F238E27FC236}">
                  <a16:creationId xmlns:a16="http://schemas.microsoft.com/office/drawing/2014/main" id="{1F39B600-BBEE-A3CF-1A5E-C707A7F7E6EC}"/>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26">
              <a:extLst>
                <a:ext uri="{FF2B5EF4-FFF2-40B4-BE49-F238E27FC236}">
                  <a16:creationId xmlns:a16="http://schemas.microsoft.com/office/drawing/2014/main" id="{408AA643-2A4F-E32D-B748-5C00F7AC04F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27">
              <a:extLst>
                <a:ext uri="{FF2B5EF4-FFF2-40B4-BE49-F238E27FC236}">
                  <a16:creationId xmlns:a16="http://schemas.microsoft.com/office/drawing/2014/main" id="{A249EBBC-72EE-485C-A0C1-D7A7B3F5DFC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28">
              <a:extLst>
                <a:ext uri="{FF2B5EF4-FFF2-40B4-BE49-F238E27FC236}">
                  <a16:creationId xmlns:a16="http://schemas.microsoft.com/office/drawing/2014/main" id="{E3C5C1ED-C009-C16E-9C0D-2A12B5D3A88D}"/>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29">
              <a:extLst>
                <a:ext uri="{FF2B5EF4-FFF2-40B4-BE49-F238E27FC236}">
                  <a16:creationId xmlns:a16="http://schemas.microsoft.com/office/drawing/2014/main" id="{5340B7A4-CE67-290B-1251-7B41F40F888E}"/>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0">
              <a:extLst>
                <a:ext uri="{FF2B5EF4-FFF2-40B4-BE49-F238E27FC236}">
                  <a16:creationId xmlns:a16="http://schemas.microsoft.com/office/drawing/2014/main" id="{201C86C1-D121-F165-DC49-3090FE7B1655}"/>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1">
              <a:extLst>
                <a:ext uri="{FF2B5EF4-FFF2-40B4-BE49-F238E27FC236}">
                  <a16:creationId xmlns:a16="http://schemas.microsoft.com/office/drawing/2014/main" id="{1BEF62F8-3F52-308B-5D59-21A79752097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2">
              <a:extLst>
                <a:ext uri="{FF2B5EF4-FFF2-40B4-BE49-F238E27FC236}">
                  <a16:creationId xmlns:a16="http://schemas.microsoft.com/office/drawing/2014/main" id="{01A65807-669B-4EFA-F7FF-568B54068351}"/>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33">
              <a:extLst>
                <a:ext uri="{FF2B5EF4-FFF2-40B4-BE49-F238E27FC236}">
                  <a16:creationId xmlns:a16="http://schemas.microsoft.com/office/drawing/2014/main" id="{2805F1B0-4C46-51F8-0693-1EC7ED1FBDD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4">
              <a:extLst>
                <a:ext uri="{FF2B5EF4-FFF2-40B4-BE49-F238E27FC236}">
                  <a16:creationId xmlns:a16="http://schemas.microsoft.com/office/drawing/2014/main" id="{627DAF2B-BA9C-6080-1255-8D26700A11C2}"/>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5">
              <a:extLst>
                <a:ext uri="{FF2B5EF4-FFF2-40B4-BE49-F238E27FC236}">
                  <a16:creationId xmlns:a16="http://schemas.microsoft.com/office/drawing/2014/main" id="{87264C9B-A3C5-0B67-8442-4D4E1109296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6">
              <a:extLst>
                <a:ext uri="{FF2B5EF4-FFF2-40B4-BE49-F238E27FC236}">
                  <a16:creationId xmlns:a16="http://schemas.microsoft.com/office/drawing/2014/main" id="{4FAFA932-AC85-77AC-2322-0A8074E4C9C4}"/>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37">
              <a:extLst>
                <a:ext uri="{FF2B5EF4-FFF2-40B4-BE49-F238E27FC236}">
                  <a16:creationId xmlns:a16="http://schemas.microsoft.com/office/drawing/2014/main" id="{EAD99AF9-1303-4B4E-7964-521545EC8A4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38">
              <a:extLst>
                <a:ext uri="{FF2B5EF4-FFF2-40B4-BE49-F238E27FC236}">
                  <a16:creationId xmlns:a16="http://schemas.microsoft.com/office/drawing/2014/main" id="{D6FA497F-5F36-485F-1166-4937AD2FDB51}"/>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39">
              <a:extLst>
                <a:ext uri="{FF2B5EF4-FFF2-40B4-BE49-F238E27FC236}">
                  <a16:creationId xmlns:a16="http://schemas.microsoft.com/office/drawing/2014/main" id="{9A6EF76F-3896-0032-5B6B-D501E9067C5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0">
              <a:extLst>
                <a:ext uri="{FF2B5EF4-FFF2-40B4-BE49-F238E27FC236}">
                  <a16:creationId xmlns:a16="http://schemas.microsoft.com/office/drawing/2014/main" id="{AB1324DF-0770-E566-3675-221CE2F7380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1">
              <a:extLst>
                <a:ext uri="{FF2B5EF4-FFF2-40B4-BE49-F238E27FC236}">
                  <a16:creationId xmlns:a16="http://schemas.microsoft.com/office/drawing/2014/main" id="{2A7AD54D-E225-F4C0-B170-B0E353722F8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42">
              <a:extLst>
                <a:ext uri="{FF2B5EF4-FFF2-40B4-BE49-F238E27FC236}">
                  <a16:creationId xmlns:a16="http://schemas.microsoft.com/office/drawing/2014/main" id="{0899E1FE-CBA6-32B8-D7CC-8E93C66FC22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3">
              <a:extLst>
                <a:ext uri="{FF2B5EF4-FFF2-40B4-BE49-F238E27FC236}">
                  <a16:creationId xmlns:a16="http://schemas.microsoft.com/office/drawing/2014/main" id="{16593800-3B64-C013-47A8-3172ED77A404}"/>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4">
              <a:extLst>
                <a:ext uri="{FF2B5EF4-FFF2-40B4-BE49-F238E27FC236}">
                  <a16:creationId xmlns:a16="http://schemas.microsoft.com/office/drawing/2014/main" id="{D4B49B56-46A3-8CBF-768C-574AC289545B}"/>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5">
              <a:extLst>
                <a:ext uri="{FF2B5EF4-FFF2-40B4-BE49-F238E27FC236}">
                  <a16:creationId xmlns:a16="http://schemas.microsoft.com/office/drawing/2014/main" id="{3039BF4E-C7AE-779D-4ECF-1B3EFB38D23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6">
              <a:extLst>
                <a:ext uri="{FF2B5EF4-FFF2-40B4-BE49-F238E27FC236}">
                  <a16:creationId xmlns:a16="http://schemas.microsoft.com/office/drawing/2014/main" id="{FAF7D40C-64BE-FAF4-8586-30063FD99A52}"/>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47">
              <a:extLst>
                <a:ext uri="{FF2B5EF4-FFF2-40B4-BE49-F238E27FC236}">
                  <a16:creationId xmlns:a16="http://schemas.microsoft.com/office/drawing/2014/main" id="{67040AF2-05EC-61F0-5F20-98AD9A78AF7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48">
              <a:extLst>
                <a:ext uri="{FF2B5EF4-FFF2-40B4-BE49-F238E27FC236}">
                  <a16:creationId xmlns:a16="http://schemas.microsoft.com/office/drawing/2014/main" id="{BFAFD69C-FA30-B24B-9432-E6061B0EF9B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49">
              <a:extLst>
                <a:ext uri="{FF2B5EF4-FFF2-40B4-BE49-F238E27FC236}">
                  <a16:creationId xmlns:a16="http://schemas.microsoft.com/office/drawing/2014/main" id="{01EF5181-3517-09F5-48DC-ACCFB4B75A2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0">
              <a:extLst>
                <a:ext uri="{FF2B5EF4-FFF2-40B4-BE49-F238E27FC236}">
                  <a16:creationId xmlns:a16="http://schemas.microsoft.com/office/drawing/2014/main" id="{93FB7337-681C-40D5-7EB5-CBCD8E2CB914}"/>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51">
              <a:extLst>
                <a:ext uri="{FF2B5EF4-FFF2-40B4-BE49-F238E27FC236}">
                  <a16:creationId xmlns:a16="http://schemas.microsoft.com/office/drawing/2014/main" id="{2593E835-B99A-E0E9-1884-4395417F6260}"/>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52">
              <a:extLst>
                <a:ext uri="{FF2B5EF4-FFF2-40B4-BE49-F238E27FC236}">
                  <a16:creationId xmlns:a16="http://schemas.microsoft.com/office/drawing/2014/main" id="{83A0F937-CAD4-D0BB-8473-AFCA044F53B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53">
              <a:extLst>
                <a:ext uri="{FF2B5EF4-FFF2-40B4-BE49-F238E27FC236}">
                  <a16:creationId xmlns:a16="http://schemas.microsoft.com/office/drawing/2014/main" id="{3064638E-A969-0448-43B4-CE43228DA64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54">
              <a:extLst>
                <a:ext uri="{FF2B5EF4-FFF2-40B4-BE49-F238E27FC236}">
                  <a16:creationId xmlns:a16="http://schemas.microsoft.com/office/drawing/2014/main" id="{25F5876B-E941-E6E6-502F-E99801BF9D21}"/>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55">
              <a:extLst>
                <a:ext uri="{FF2B5EF4-FFF2-40B4-BE49-F238E27FC236}">
                  <a16:creationId xmlns:a16="http://schemas.microsoft.com/office/drawing/2014/main" id="{2ED9F00B-9590-26C8-EF5D-8F76C33E907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56">
              <a:extLst>
                <a:ext uri="{FF2B5EF4-FFF2-40B4-BE49-F238E27FC236}">
                  <a16:creationId xmlns:a16="http://schemas.microsoft.com/office/drawing/2014/main" id="{8C9D958C-874D-3352-FF96-076DE031084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57">
              <a:extLst>
                <a:ext uri="{FF2B5EF4-FFF2-40B4-BE49-F238E27FC236}">
                  <a16:creationId xmlns:a16="http://schemas.microsoft.com/office/drawing/2014/main" id="{1716BEAE-5B72-4FBB-31BD-DB1D328DC5F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58">
              <a:extLst>
                <a:ext uri="{FF2B5EF4-FFF2-40B4-BE49-F238E27FC236}">
                  <a16:creationId xmlns:a16="http://schemas.microsoft.com/office/drawing/2014/main" id="{CB76D2C8-90B9-651C-F831-2B7922C811D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59">
              <a:extLst>
                <a:ext uri="{FF2B5EF4-FFF2-40B4-BE49-F238E27FC236}">
                  <a16:creationId xmlns:a16="http://schemas.microsoft.com/office/drawing/2014/main" id="{A493D936-3BEA-24EB-AE68-A2506D35EDDD}"/>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0">
              <a:extLst>
                <a:ext uri="{FF2B5EF4-FFF2-40B4-BE49-F238E27FC236}">
                  <a16:creationId xmlns:a16="http://schemas.microsoft.com/office/drawing/2014/main" id="{26D7759A-80CD-5ECE-F40A-18599B55BD9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61">
              <a:extLst>
                <a:ext uri="{FF2B5EF4-FFF2-40B4-BE49-F238E27FC236}">
                  <a16:creationId xmlns:a16="http://schemas.microsoft.com/office/drawing/2014/main" id="{9CAA35AE-333E-BF60-54BF-7D3FD6A35109}"/>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62">
              <a:extLst>
                <a:ext uri="{FF2B5EF4-FFF2-40B4-BE49-F238E27FC236}">
                  <a16:creationId xmlns:a16="http://schemas.microsoft.com/office/drawing/2014/main" id="{C8AAD3E4-43D1-1587-9ACB-6D745CA3BBC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63">
              <a:extLst>
                <a:ext uri="{FF2B5EF4-FFF2-40B4-BE49-F238E27FC236}">
                  <a16:creationId xmlns:a16="http://schemas.microsoft.com/office/drawing/2014/main" id="{C0533B31-0E1E-31E1-573A-9CE08DFA09A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64">
              <a:extLst>
                <a:ext uri="{FF2B5EF4-FFF2-40B4-BE49-F238E27FC236}">
                  <a16:creationId xmlns:a16="http://schemas.microsoft.com/office/drawing/2014/main" id="{E7CFF210-88D9-CABE-23C7-DB6F373CAD0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65">
              <a:extLst>
                <a:ext uri="{FF2B5EF4-FFF2-40B4-BE49-F238E27FC236}">
                  <a16:creationId xmlns:a16="http://schemas.microsoft.com/office/drawing/2014/main" id="{D6095ED6-143F-A387-2868-1A5ABA003603}"/>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66">
              <a:extLst>
                <a:ext uri="{FF2B5EF4-FFF2-40B4-BE49-F238E27FC236}">
                  <a16:creationId xmlns:a16="http://schemas.microsoft.com/office/drawing/2014/main" id="{2D033264-9724-7D3E-1A1C-C3466B36184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67">
              <a:extLst>
                <a:ext uri="{FF2B5EF4-FFF2-40B4-BE49-F238E27FC236}">
                  <a16:creationId xmlns:a16="http://schemas.microsoft.com/office/drawing/2014/main" id="{A21C11CD-AD11-2DA4-47BE-F69164E07363}"/>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68">
              <a:extLst>
                <a:ext uri="{FF2B5EF4-FFF2-40B4-BE49-F238E27FC236}">
                  <a16:creationId xmlns:a16="http://schemas.microsoft.com/office/drawing/2014/main" id="{54424A41-8759-0DF1-4C30-1102D014481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69">
              <a:extLst>
                <a:ext uri="{FF2B5EF4-FFF2-40B4-BE49-F238E27FC236}">
                  <a16:creationId xmlns:a16="http://schemas.microsoft.com/office/drawing/2014/main" id="{67BD04D6-2833-2BC8-88CC-1D8F390AA7CE}"/>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0">
              <a:extLst>
                <a:ext uri="{FF2B5EF4-FFF2-40B4-BE49-F238E27FC236}">
                  <a16:creationId xmlns:a16="http://schemas.microsoft.com/office/drawing/2014/main" id="{AA42B825-C5E1-6E97-216E-8ADAB0F1CF7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71">
              <a:extLst>
                <a:ext uri="{FF2B5EF4-FFF2-40B4-BE49-F238E27FC236}">
                  <a16:creationId xmlns:a16="http://schemas.microsoft.com/office/drawing/2014/main" id="{9C2C409F-D671-567A-6157-99A733C1020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72">
              <a:extLst>
                <a:ext uri="{FF2B5EF4-FFF2-40B4-BE49-F238E27FC236}">
                  <a16:creationId xmlns:a16="http://schemas.microsoft.com/office/drawing/2014/main" id="{B07AFDA9-950A-05D2-FE82-BC08CA1107C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73">
              <a:extLst>
                <a:ext uri="{FF2B5EF4-FFF2-40B4-BE49-F238E27FC236}">
                  <a16:creationId xmlns:a16="http://schemas.microsoft.com/office/drawing/2014/main" id="{1D0ACB34-B658-1803-94BD-6DC322CF210E}"/>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74">
              <a:extLst>
                <a:ext uri="{FF2B5EF4-FFF2-40B4-BE49-F238E27FC236}">
                  <a16:creationId xmlns:a16="http://schemas.microsoft.com/office/drawing/2014/main" id="{80083773-A201-9606-F6CA-7E3D4A04CEE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75">
              <a:extLst>
                <a:ext uri="{FF2B5EF4-FFF2-40B4-BE49-F238E27FC236}">
                  <a16:creationId xmlns:a16="http://schemas.microsoft.com/office/drawing/2014/main" id="{3984A191-ED45-0284-26D1-ABC76EEA14B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76">
              <a:extLst>
                <a:ext uri="{FF2B5EF4-FFF2-40B4-BE49-F238E27FC236}">
                  <a16:creationId xmlns:a16="http://schemas.microsoft.com/office/drawing/2014/main" id="{4234BBD5-B4BD-E58E-7DE5-C30D0F5319ED}"/>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77">
              <a:extLst>
                <a:ext uri="{FF2B5EF4-FFF2-40B4-BE49-F238E27FC236}">
                  <a16:creationId xmlns:a16="http://schemas.microsoft.com/office/drawing/2014/main" id="{9B2C9FA2-372F-2B20-F3CC-D4E0995DB50F}"/>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78">
              <a:extLst>
                <a:ext uri="{FF2B5EF4-FFF2-40B4-BE49-F238E27FC236}">
                  <a16:creationId xmlns:a16="http://schemas.microsoft.com/office/drawing/2014/main" id="{FD8A59D1-2F09-199B-2AE0-EC7DD060B37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79">
              <a:extLst>
                <a:ext uri="{FF2B5EF4-FFF2-40B4-BE49-F238E27FC236}">
                  <a16:creationId xmlns:a16="http://schemas.microsoft.com/office/drawing/2014/main" id="{499BCA20-4E09-6E5C-C295-2F2BB04A06A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0">
              <a:extLst>
                <a:ext uri="{FF2B5EF4-FFF2-40B4-BE49-F238E27FC236}">
                  <a16:creationId xmlns:a16="http://schemas.microsoft.com/office/drawing/2014/main" id="{3344B94F-722C-D7D2-0CD5-A6D41FE7B7B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81">
              <a:extLst>
                <a:ext uri="{FF2B5EF4-FFF2-40B4-BE49-F238E27FC236}">
                  <a16:creationId xmlns:a16="http://schemas.microsoft.com/office/drawing/2014/main" id="{71DEB6DF-43F7-195F-4A36-E36767D736E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82">
              <a:extLst>
                <a:ext uri="{FF2B5EF4-FFF2-40B4-BE49-F238E27FC236}">
                  <a16:creationId xmlns:a16="http://schemas.microsoft.com/office/drawing/2014/main" id="{B37CC2D5-965F-8556-4244-55B5CBDD33B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83">
              <a:extLst>
                <a:ext uri="{FF2B5EF4-FFF2-40B4-BE49-F238E27FC236}">
                  <a16:creationId xmlns:a16="http://schemas.microsoft.com/office/drawing/2014/main" id="{4CEF14B8-40DC-DC1A-CC00-E51C37EE2664}"/>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84">
              <a:extLst>
                <a:ext uri="{FF2B5EF4-FFF2-40B4-BE49-F238E27FC236}">
                  <a16:creationId xmlns:a16="http://schemas.microsoft.com/office/drawing/2014/main" id="{31283289-1618-826E-B913-800058FBDE3F}"/>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85">
              <a:extLst>
                <a:ext uri="{FF2B5EF4-FFF2-40B4-BE49-F238E27FC236}">
                  <a16:creationId xmlns:a16="http://schemas.microsoft.com/office/drawing/2014/main" id="{16F9858B-404C-319F-8D3B-A805D6B5B57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86">
              <a:extLst>
                <a:ext uri="{FF2B5EF4-FFF2-40B4-BE49-F238E27FC236}">
                  <a16:creationId xmlns:a16="http://schemas.microsoft.com/office/drawing/2014/main" id="{51852C78-79EB-B2F4-E97E-040A22CF03FC}"/>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87">
              <a:extLst>
                <a:ext uri="{FF2B5EF4-FFF2-40B4-BE49-F238E27FC236}">
                  <a16:creationId xmlns:a16="http://schemas.microsoft.com/office/drawing/2014/main" id="{0B1A98FC-AADC-72DF-EB9A-095DEC7E5F8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88">
              <a:extLst>
                <a:ext uri="{FF2B5EF4-FFF2-40B4-BE49-F238E27FC236}">
                  <a16:creationId xmlns:a16="http://schemas.microsoft.com/office/drawing/2014/main" id="{B7D6BC55-A61C-D5B9-766C-BC61752A6D5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89">
              <a:extLst>
                <a:ext uri="{FF2B5EF4-FFF2-40B4-BE49-F238E27FC236}">
                  <a16:creationId xmlns:a16="http://schemas.microsoft.com/office/drawing/2014/main" id="{AA9A243E-BE39-4BCA-1131-B199E231FDAB}"/>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0">
              <a:extLst>
                <a:ext uri="{FF2B5EF4-FFF2-40B4-BE49-F238E27FC236}">
                  <a16:creationId xmlns:a16="http://schemas.microsoft.com/office/drawing/2014/main" id="{8F196349-9941-BD19-B592-C24D881B8A29}"/>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791">
              <a:extLst>
                <a:ext uri="{FF2B5EF4-FFF2-40B4-BE49-F238E27FC236}">
                  <a16:creationId xmlns:a16="http://schemas.microsoft.com/office/drawing/2014/main" id="{BF10023F-152C-4343-097B-EDDFEA557C11}"/>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792">
              <a:extLst>
                <a:ext uri="{FF2B5EF4-FFF2-40B4-BE49-F238E27FC236}">
                  <a16:creationId xmlns:a16="http://schemas.microsoft.com/office/drawing/2014/main" id="{0E248E4F-8793-9CB1-E82D-DB89D69F087F}"/>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793">
              <a:extLst>
                <a:ext uri="{FF2B5EF4-FFF2-40B4-BE49-F238E27FC236}">
                  <a16:creationId xmlns:a16="http://schemas.microsoft.com/office/drawing/2014/main" id="{B6214A96-240D-7EF8-07D2-92D332E8F06A}"/>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794">
              <a:extLst>
                <a:ext uri="{FF2B5EF4-FFF2-40B4-BE49-F238E27FC236}">
                  <a16:creationId xmlns:a16="http://schemas.microsoft.com/office/drawing/2014/main" id="{02ED43B7-2E9A-1B8B-E306-2BC3B85CA5DD}"/>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795">
              <a:extLst>
                <a:ext uri="{FF2B5EF4-FFF2-40B4-BE49-F238E27FC236}">
                  <a16:creationId xmlns:a16="http://schemas.microsoft.com/office/drawing/2014/main" id="{38A03FED-629A-942A-1F6F-4995A5E94D55}"/>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796">
              <a:extLst>
                <a:ext uri="{FF2B5EF4-FFF2-40B4-BE49-F238E27FC236}">
                  <a16:creationId xmlns:a16="http://schemas.microsoft.com/office/drawing/2014/main" id="{DBADF1DD-C93C-AE39-5C06-03AC01B8A3CC}"/>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797">
              <a:extLst>
                <a:ext uri="{FF2B5EF4-FFF2-40B4-BE49-F238E27FC236}">
                  <a16:creationId xmlns:a16="http://schemas.microsoft.com/office/drawing/2014/main" id="{96381B5F-5D7F-67FC-EE09-C040DEB6FC86}"/>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798">
              <a:extLst>
                <a:ext uri="{FF2B5EF4-FFF2-40B4-BE49-F238E27FC236}">
                  <a16:creationId xmlns:a16="http://schemas.microsoft.com/office/drawing/2014/main" id="{1A176EB7-9DE1-BFD6-0509-A41554A61AD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799">
              <a:extLst>
                <a:ext uri="{FF2B5EF4-FFF2-40B4-BE49-F238E27FC236}">
                  <a16:creationId xmlns:a16="http://schemas.microsoft.com/office/drawing/2014/main" id="{FD85DE84-8E67-E9AB-9999-0F11567F8C9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0">
              <a:extLst>
                <a:ext uri="{FF2B5EF4-FFF2-40B4-BE49-F238E27FC236}">
                  <a16:creationId xmlns:a16="http://schemas.microsoft.com/office/drawing/2014/main" id="{41C7CF0B-C91E-3B9F-70FF-62B00DCC16D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01">
              <a:extLst>
                <a:ext uri="{FF2B5EF4-FFF2-40B4-BE49-F238E27FC236}">
                  <a16:creationId xmlns:a16="http://schemas.microsoft.com/office/drawing/2014/main" id="{1EE347A3-9AAD-0642-BD51-205D1C128E10}"/>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02">
              <a:extLst>
                <a:ext uri="{FF2B5EF4-FFF2-40B4-BE49-F238E27FC236}">
                  <a16:creationId xmlns:a16="http://schemas.microsoft.com/office/drawing/2014/main" id="{CA33AFC7-433D-5040-0E0D-AE3B8936F1BC}"/>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03">
              <a:extLst>
                <a:ext uri="{FF2B5EF4-FFF2-40B4-BE49-F238E27FC236}">
                  <a16:creationId xmlns:a16="http://schemas.microsoft.com/office/drawing/2014/main" id="{59258960-C036-4B81-43EB-77FE5C679F47}"/>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04">
              <a:extLst>
                <a:ext uri="{FF2B5EF4-FFF2-40B4-BE49-F238E27FC236}">
                  <a16:creationId xmlns:a16="http://schemas.microsoft.com/office/drawing/2014/main" id="{CCC145BC-B4E3-8594-F547-877A0412EA6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05">
              <a:extLst>
                <a:ext uri="{FF2B5EF4-FFF2-40B4-BE49-F238E27FC236}">
                  <a16:creationId xmlns:a16="http://schemas.microsoft.com/office/drawing/2014/main" id="{2675F63D-2094-35C2-67B5-725011F3FE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0" name="Freeform 806">
              <a:extLst>
                <a:ext uri="{FF2B5EF4-FFF2-40B4-BE49-F238E27FC236}">
                  <a16:creationId xmlns:a16="http://schemas.microsoft.com/office/drawing/2014/main" id="{EC1DA3AA-8EB2-D231-BA33-C0241FD4F30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1" name="Freeform 807">
              <a:extLst>
                <a:ext uri="{FF2B5EF4-FFF2-40B4-BE49-F238E27FC236}">
                  <a16:creationId xmlns:a16="http://schemas.microsoft.com/office/drawing/2014/main" id="{6F9D1232-AA0E-6011-8702-7E2C717B30A4}"/>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808">
              <a:extLst>
                <a:ext uri="{FF2B5EF4-FFF2-40B4-BE49-F238E27FC236}">
                  <a16:creationId xmlns:a16="http://schemas.microsoft.com/office/drawing/2014/main" id="{9A0DEA01-43A8-A78A-AF0D-8D1EF51DAF9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809">
              <a:extLst>
                <a:ext uri="{FF2B5EF4-FFF2-40B4-BE49-F238E27FC236}">
                  <a16:creationId xmlns:a16="http://schemas.microsoft.com/office/drawing/2014/main" id="{2AFCE29F-F7A2-85AF-7071-D04386211B7A}"/>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810">
              <a:extLst>
                <a:ext uri="{FF2B5EF4-FFF2-40B4-BE49-F238E27FC236}">
                  <a16:creationId xmlns:a16="http://schemas.microsoft.com/office/drawing/2014/main" id="{9AC9A5A6-9B75-1CC9-17E3-879FECF64A9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811">
              <a:extLst>
                <a:ext uri="{FF2B5EF4-FFF2-40B4-BE49-F238E27FC236}">
                  <a16:creationId xmlns:a16="http://schemas.microsoft.com/office/drawing/2014/main" id="{C9C4E509-D11B-C34C-203D-EE28B46C5A0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812">
              <a:extLst>
                <a:ext uri="{FF2B5EF4-FFF2-40B4-BE49-F238E27FC236}">
                  <a16:creationId xmlns:a16="http://schemas.microsoft.com/office/drawing/2014/main" id="{F3794D6B-1789-0AC6-AFAF-1F53D8FCE2A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813">
              <a:extLst>
                <a:ext uri="{FF2B5EF4-FFF2-40B4-BE49-F238E27FC236}">
                  <a16:creationId xmlns:a16="http://schemas.microsoft.com/office/drawing/2014/main" id="{4B42ADC1-7E20-9DD0-4851-E5055E9F9F5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814">
              <a:extLst>
                <a:ext uri="{FF2B5EF4-FFF2-40B4-BE49-F238E27FC236}">
                  <a16:creationId xmlns:a16="http://schemas.microsoft.com/office/drawing/2014/main" id="{5D94CAA1-30C1-9624-5C8A-DC3925AD68C9}"/>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30" name="!!Speech Bubble: Rectangle 19">
            <a:extLst>
              <a:ext uri="{FF2B5EF4-FFF2-40B4-BE49-F238E27FC236}">
                <a16:creationId xmlns:a16="http://schemas.microsoft.com/office/drawing/2014/main" id="{230B5CCC-1616-1EC1-B29E-0C4C69BFDFC6}"/>
              </a:ext>
            </a:extLst>
          </p:cNvPr>
          <p:cNvSpPr/>
          <p:nvPr/>
        </p:nvSpPr>
        <p:spPr>
          <a:xfrm>
            <a:off x="9017417" y="4867516"/>
            <a:ext cx="2726908" cy="654767"/>
          </a:xfrm>
          <a:prstGeom prst="wedgeRectCallout">
            <a:avLst>
              <a:gd name="adj1" fmla="val -21871"/>
              <a:gd name="adj2" fmla="val 10516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extBox 20">
            <a:extLst>
              <a:ext uri="{FF2B5EF4-FFF2-40B4-BE49-F238E27FC236}">
                <a16:creationId xmlns:a16="http://schemas.microsoft.com/office/drawing/2014/main" id="{C12888FD-721A-2472-4726-DDB162ED72C8}"/>
              </a:ext>
            </a:extLst>
          </p:cNvPr>
          <p:cNvSpPr txBox="1"/>
          <p:nvPr/>
        </p:nvSpPr>
        <p:spPr>
          <a:xfrm>
            <a:off x="9017417" y="4867516"/>
            <a:ext cx="2726908"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Ah-ha! I </a:t>
            </a:r>
            <a:r>
              <a:rPr lang="en-US" i="1" dirty="0">
                <a:latin typeface="Roboto Light" panose="02000000000000000000" pitchFamily="2" charset="0"/>
                <a:ea typeface="Roboto Light" panose="02000000000000000000" pitchFamily="2" charset="0"/>
              </a:rPr>
              <a:t>knew</a:t>
            </a:r>
            <a:r>
              <a:rPr lang="en-US" dirty="0">
                <a:latin typeface="Roboto Light" panose="02000000000000000000" pitchFamily="2" charset="0"/>
                <a:ea typeface="Roboto Light" panose="02000000000000000000" pitchFamily="2" charset="0"/>
              </a:rPr>
              <a:t> you'd need the cloud for </a:t>
            </a:r>
            <a:r>
              <a:rPr lang="en-US" i="1" dirty="0">
                <a:latin typeface="Roboto Light" panose="02000000000000000000" pitchFamily="2" charset="0"/>
                <a:ea typeface="Roboto Light" panose="02000000000000000000" pitchFamily="2" charset="0"/>
              </a:rPr>
              <a:t>something</a:t>
            </a:r>
            <a:r>
              <a:rPr lang="en-US" dirty="0">
                <a:latin typeface="Roboto Light" panose="02000000000000000000" pitchFamily="2" charset="0"/>
                <a:ea typeface="Roboto Light" panose="02000000000000000000" pitchFamily="2" charset="0"/>
              </a:rPr>
              <a:t>! </a:t>
            </a:r>
          </a:p>
        </p:txBody>
      </p:sp>
      <p:pic>
        <p:nvPicPr>
          <p:cNvPr id="132" name="Person 2">
            <a:extLst>
              <a:ext uri="{FF2B5EF4-FFF2-40B4-BE49-F238E27FC236}">
                <a16:creationId xmlns:a16="http://schemas.microsoft.com/office/drawing/2014/main" id="{C0E8FC34-AA37-3198-B941-D7E28B605259}"/>
              </a:ext>
            </a:extLst>
          </p:cNvPr>
          <p:cNvPicPr>
            <a:picLocks noChangeAspect="1"/>
          </p:cNvPicPr>
          <p:nvPr/>
        </p:nvPicPr>
        <p:blipFill>
          <a:blip r:embed="rId9"/>
          <a:stretch>
            <a:fillRect/>
          </a:stretch>
        </p:blipFill>
        <p:spPr>
          <a:xfrm>
            <a:off x="9376829" y="5951654"/>
            <a:ext cx="751489" cy="1513368"/>
          </a:xfrm>
          <a:prstGeom prst="rect">
            <a:avLst/>
          </a:prstGeom>
        </p:spPr>
      </p:pic>
      <p:pic>
        <p:nvPicPr>
          <p:cNvPr id="7" name="!!Cloud">
            <a:extLst>
              <a:ext uri="{FF2B5EF4-FFF2-40B4-BE49-F238E27FC236}">
                <a16:creationId xmlns:a16="http://schemas.microsoft.com/office/drawing/2014/main" id="{FB2EA99B-8522-9B2B-9935-8D9349B921D7}"/>
              </a:ext>
            </a:extLst>
          </p:cNvPr>
          <p:cNvPicPr>
            <a:picLocks noChangeAspect="1"/>
          </p:cNvPicPr>
          <p:nvPr/>
        </p:nvPicPr>
        <p:blipFill>
          <a:blip r:embed="rId10"/>
          <a:srcRect/>
          <a:stretch/>
        </p:blipFill>
        <p:spPr>
          <a:xfrm>
            <a:off x="5024585" y="2693344"/>
            <a:ext cx="2152331" cy="1280424"/>
          </a:xfrm>
          <a:prstGeom prst="rect">
            <a:avLst/>
          </a:prstGeom>
        </p:spPr>
      </p:pic>
      <p:sp>
        <p:nvSpPr>
          <p:cNvPr id="29" name="!!Header whiteout">
            <a:extLst>
              <a:ext uri="{FF2B5EF4-FFF2-40B4-BE49-F238E27FC236}">
                <a16:creationId xmlns:a16="http://schemas.microsoft.com/office/drawing/2014/main" id="{E38A72EE-AE26-3FEF-7FA5-5C89B341ED31}"/>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Header Text 1">
            <a:extLst>
              <a:ext uri="{FF2B5EF4-FFF2-40B4-BE49-F238E27FC236}">
                <a16:creationId xmlns:a16="http://schemas.microsoft.com/office/drawing/2014/main" id="{C7D0FA6C-2C0C-7D89-8188-7C11398BD182}"/>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382960351"/>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 calcmode="lin" valueType="num">
                                      <p:cBhvr additive="base">
                                        <p:cTn id="15" dur="500" fill="hold"/>
                                        <p:tgtEl>
                                          <p:spTgt spid="132"/>
                                        </p:tgtEl>
                                        <p:attrNameLst>
                                          <p:attrName>ppt_x</p:attrName>
                                        </p:attrNameLst>
                                      </p:cBhvr>
                                      <p:tavLst>
                                        <p:tav tm="0">
                                          <p:val>
                                            <p:strVal val="#ppt_x"/>
                                          </p:val>
                                        </p:tav>
                                        <p:tav tm="100000">
                                          <p:val>
                                            <p:strVal val="#ppt_x"/>
                                          </p:val>
                                        </p:tav>
                                      </p:tavLst>
                                    </p:anim>
                                    <p:anim calcmode="lin" valueType="num">
                                      <p:cBhvr additive="base">
                                        <p:cTn id="16" dur="500" fill="hold"/>
                                        <p:tgtEl>
                                          <p:spTgt spid="132"/>
                                        </p:tgtEl>
                                        <p:attrNameLst>
                                          <p:attrName>ppt_y</p:attrName>
                                        </p:attrNameLst>
                                      </p:cBhvr>
                                      <p:tavLst>
                                        <p:tav tm="0">
                                          <p:val>
                                            <p:strVal val="1+#ppt_h/2"/>
                                          </p:val>
                                        </p:tav>
                                        <p:tav tm="100000">
                                          <p:val>
                                            <p:strVal val="#ppt_y"/>
                                          </p:val>
                                        </p:tav>
                                      </p:tavLst>
                                    </p:anim>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131"/>
                                        </p:tgtEl>
                                        <p:attrNameLst>
                                          <p:attrName>style.visibility</p:attrName>
                                        </p:attrNameLst>
                                      </p:cBhvr>
                                      <p:to>
                                        <p:strVal val="visible"/>
                                      </p:to>
                                    </p:set>
                                    <p:animEffect transition="in" filter="fade">
                                      <p:cBhvr>
                                        <p:cTn id="20" dur="500"/>
                                        <p:tgtEl>
                                          <p:spTgt spid="1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3" grpId="0"/>
      <p:bldP spid="14" grpId="0"/>
      <p:bldP spid="130" grpId="0" animBg="1"/>
      <p:bldP spid="131"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EC51AC-F664-579B-26CC-A41AAC98C708}"/>
              </a:ext>
            </a:extLst>
          </p:cNvPr>
          <p:cNvSpPr txBox="1"/>
          <p:nvPr/>
        </p:nvSpPr>
        <p:spPr>
          <a:xfrm>
            <a:off x="5280253" y="3389028"/>
            <a:ext cx="1657350"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Dynamic DNS</a:t>
            </a:r>
          </a:p>
        </p:txBody>
      </p:sp>
      <p:sp>
        <p:nvSpPr>
          <p:cNvPr id="10" name="TextBox 9">
            <a:extLst>
              <a:ext uri="{FF2B5EF4-FFF2-40B4-BE49-F238E27FC236}">
                <a16:creationId xmlns:a16="http://schemas.microsoft.com/office/drawing/2014/main" id="{02F67C4D-4AF5-2F1D-DB8F-524A0730A97B}"/>
              </a:ext>
            </a:extLst>
          </p:cNvPr>
          <p:cNvSpPr txBox="1"/>
          <p:nvPr/>
        </p:nvSpPr>
        <p:spPr>
          <a:xfrm>
            <a:off x="5190193" y="3389028"/>
            <a:ext cx="1929416"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Port Forwarding</a:t>
            </a:r>
          </a:p>
        </p:txBody>
      </p:sp>
      <p:sp>
        <p:nvSpPr>
          <p:cNvPr id="11" name="TextBox 10">
            <a:extLst>
              <a:ext uri="{FF2B5EF4-FFF2-40B4-BE49-F238E27FC236}">
                <a16:creationId xmlns:a16="http://schemas.microsoft.com/office/drawing/2014/main" id="{B4BAA698-FD5B-889F-67AF-1795E296503C}"/>
              </a:ext>
            </a:extLst>
          </p:cNvPr>
          <p:cNvSpPr txBox="1"/>
          <p:nvPr/>
        </p:nvSpPr>
        <p:spPr>
          <a:xfrm>
            <a:off x="5362097" y="3395354"/>
            <a:ext cx="1718183"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Let's Encrypt</a:t>
            </a:r>
          </a:p>
        </p:txBody>
      </p:sp>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8991271" y="2418247"/>
            <a:ext cx="1520077" cy="1888377"/>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a:off x="2857500" y="3429000"/>
            <a:ext cx="6472976" cy="0"/>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116477"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2503639" y="33712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2269782" y="33999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9330476" y="3165953"/>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3700659" y="1103372"/>
            <a:ext cx="4791697"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voice control</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8"/>
          <a:stretch>
            <a:fillRect/>
          </a:stretch>
        </p:blipFill>
        <p:spPr>
          <a:xfrm>
            <a:off x="7841696" y="2929453"/>
            <a:ext cx="813222" cy="990412"/>
          </a:xfrm>
          <a:prstGeom prst="rect">
            <a:avLst/>
          </a:prstGeom>
        </p:spPr>
      </p:pic>
      <p:grpSp>
        <p:nvGrpSpPr>
          <p:cNvPr id="3" name="!!Group 3">
            <a:extLst>
              <a:ext uri="{FF2B5EF4-FFF2-40B4-BE49-F238E27FC236}">
                <a16:creationId xmlns:a16="http://schemas.microsoft.com/office/drawing/2014/main" id="{D6CD7F5B-D4F8-FF70-A2A4-AA4E519A23C7}"/>
              </a:ext>
            </a:extLst>
          </p:cNvPr>
          <p:cNvGrpSpPr/>
          <p:nvPr/>
        </p:nvGrpSpPr>
        <p:grpSpPr>
          <a:xfrm>
            <a:off x="2352600" y="29670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d text 2">
            <a:extLst>
              <a:ext uri="{FF2B5EF4-FFF2-40B4-BE49-F238E27FC236}">
                <a16:creationId xmlns:a16="http://schemas.microsoft.com/office/drawing/2014/main" id="{ADFF7360-1997-0ADD-E936-11F230CB249F}"/>
              </a:ext>
            </a:extLst>
          </p:cNvPr>
          <p:cNvSpPr txBox="1"/>
          <p:nvPr/>
        </p:nvSpPr>
        <p:spPr>
          <a:xfrm>
            <a:off x="6937603" y="1690061"/>
            <a:ext cx="3596269"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"Home Assistant Cloud"</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plugin</a:t>
            </a:r>
          </a:p>
        </p:txBody>
      </p:sp>
      <p:grpSp>
        <p:nvGrpSpPr>
          <p:cNvPr id="15" name="Arrow 2">
            <a:extLst>
              <a:ext uri="{FF2B5EF4-FFF2-40B4-BE49-F238E27FC236}">
                <a16:creationId xmlns:a16="http://schemas.microsoft.com/office/drawing/2014/main" id="{C2B50A4F-DFCA-A39A-93A3-4F14129C2ABE}"/>
              </a:ext>
            </a:extLst>
          </p:cNvPr>
          <p:cNvGrpSpPr>
            <a:grpSpLocks noChangeAspect="1"/>
          </p:cNvGrpSpPr>
          <p:nvPr/>
        </p:nvGrpSpPr>
        <p:grpSpPr bwMode="auto">
          <a:xfrm rot="5898507" flipH="1">
            <a:off x="6121541" y="1763842"/>
            <a:ext cx="904172" cy="943180"/>
            <a:chOff x="1328" y="0"/>
            <a:chExt cx="3106" cy="3240"/>
          </a:xfrm>
          <a:solidFill>
            <a:srgbClr val="C00000"/>
          </a:solidFill>
        </p:grpSpPr>
        <p:sp>
          <p:nvSpPr>
            <p:cNvPr id="24" name="Freeform 716">
              <a:extLst>
                <a:ext uri="{FF2B5EF4-FFF2-40B4-BE49-F238E27FC236}">
                  <a16:creationId xmlns:a16="http://schemas.microsoft.com/office/drawing/2014/main" id="{E76A6E25-2904-3823-2C34-298103C95A9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17">
              <a:extLst>
                <a:ext uri="{FF2B5EF4-FFF2-40B4-BE49-F238E27FC236}">
                  <a16:creationId xmlns:a16="http://schemas.microsoft.com/office/drawing/2014/main" id="{C2E8F40D-8ED6-7F93-59A0-76542DAE634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18">
              <a:extLst>
                <a:ext uri="{FF2B5EF4-FFF2-40B4-BE49-F238E27FC236}">
                  <a16:creationId xmlns:a16="http://schemas.microsoft.com/office/drawing/2014/main" id="{E2F9A61E-297E-CC4E-1CFE-1B353715242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19">
              <a:extLst>
                <a:ext uri="{FF2B5EF4-FFF2-40B4-BE49-F238E27FC236}">
                  <a16:creationId xmlns:a16="http://schemas.microsoft.com/office/drawing/2014/main" id="{C2AFD57A-CD37-E58D-9694-9EB721C886B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0">
              <a:extLst>
                <a:ext uri="{FF2B5EF4-FFF2-40B4-BE49-F238E27FC236}">
                  <a16:creationId xmlns:a16="http://schemas.microsoft.com/office/drawing/2014/main" id="{C9BD2CF6-5A49-3ACD-C8C2-52FEFB69645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1">
              <a:extLst>
                <a:ext uri="{FF2B5EF4-FFF2-40B4-BE49-F238E27FC236}">
                  <a16:creationId xmlns:a16="http://schemas.microsoft.com/office/drawing/2014/main" id="{67587E29-F3F9-09CC-E57C-447A3836E4D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2">
              <a:extLst>
                <a:ext uri="{FF2B5EF4-FFF2-40B4-BE49-F238E27FC236}">
                  <a16:creationId xmlns:a16="http://schemas.microsoft.com/office/drawing/2014/main" id="{7A605749-773E-C4B2-249B-B0C15122EBE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23">
              <a:extLst>
                <a:ext uri="{FF2B5EF4-FFF2-40B4-BE49-F238E27FC236}">
                  <a16:creationId xmlns:a16="http://schemas.microsoft.com/office/drawing/2014/main" id="{E17B632E-A8E0-E8B3-E316-10A9EAB88F7B}"/>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24">
              <a:extLst>
                <a:ext uri="{FF2B5EF4-FFF2-40B4-BE49-F238E27FC236}">
                  <a16:creationId xmlns:a16="http://schemas.microsoft.com/office/drawing/2014/main" id="{FADCB637-6F54-897F-5E06-4BF0A49F987A}"/>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25">
              <a:extLst>
                <a:ext uri="{FF2B5EF4-FFF2-40B4-BE49-F238E27FC236}">
                  <a16:creationId xmlns:a16="http://schemas.microsoft.com/office/drawing/2014/main" id="{1F39B600-BBEE-A3CF-1A5E-C707A7F7E6EC}"/>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26">
              <a:extLst>
                <a:ext uri="{FF2B5EF4-FFF2-40B4-BE49-F238E27FC236}">
                  <a16:creationId xmlns:a16="http://schemas.microsoft.com/office/drawing/2014/main" id="{408AA643-2A4F-E32D-B748-5C00F7AC04F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27">
              <a:extLst>
                <a:ext uri="{FF2B5EF4-FFF2-40B4-BE49-F238E27FC236}">
                  <a16:creationId xmlns:a16="http://schemas.microsoft.com/office/drawing/2014/main" id="{A249EBBC-72EE-485C-A0C1-D7A7B3F5DFC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28">
              <a:extLst>
                <a:ext uri="{FF2B5EF4-FFF2-40B4-BE49-F238E27FC236}">
                  <a16:creationId xmlns:a16="http://schemas.microsoft.com/office/drawing/2014/main" id="{E3C5C1ED-C009-C16E-9C0D-2A12B5D3A88D}"/>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29">
              <a:extLst>
                <a:ext uri="{FF2B5EF4-FFF2-40B4-BE49-F238E27FC236}">
                  <a16:creationId xmlns:a16="http://schemas.microsoft.com/office/drawing/2014/main" id="{5340B7A4-CE67-290B-1251-7B41F40F888E}"/>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0">
              <a:extLst>
                <a:ext uri="{FF2B5EF4-FFF2-40B4-BE49-F238E27FC236}">
                  <a16:creationId xmlns:a16="http://schemas.microsoft.com/office/drawing/2014/main" id="{201C86C1-D121-F165-DC49-3090FE7B1655}"/>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1">
              <a:extLst>
                <a:ext uri="{FF2B5EF4-FFF2-40B4-BE49-F238E27FC236}">
                  <a16:creationId xmlns:a16="http://schemas.microsoft.com/office/drawing/2014/main" id="{1BEF62F8-3F52-308B-5D59-21A79752097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2">
              <a:extLst>
                <a:ext uri="{FF2B5EF4-FFF2-40B4-BE49-F238E27FC236}">
                  <a16:creationId xmlns:a16="http://schemas.microsoft.com/office/drawing/2014/main" id="{01A65807-669B-4EFA-F7FF-568B54068351}"/>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33">
              <a:extLst>
                <a:ext uri="{FF2B5EF4-FFF2-40B4-BE49-F238E27FC236}">
                  <a16:creationId xmlns:a16="http://schemas.microsoft.com/office/drawing/2014/main" id="{2805F1B0-4C46-51F8-0693-1EC7ED1FBDD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4">
              <a:extLst>
                <a:ext uri="{FF2B5EF4-FFF2-40B4-BE49-F238E27FC236}">
                  <a16:creationId xmlns:a16="http://schemas.microsoft.com/office/drawing/2014/main" id="{627DAF2B-BA9C-6080-1255-8D26700A11C2}"/>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5">
              <a:extLst>
                <a:ext uri="{FF2B5EF4-FFF2-40B4-BE49-F238E27FC236}">
                  <a16:creationId xmlns:a16="http://schemas.microsoft.com/office/drawing/2014/main" id="{87264C9B-A3C5-0B67-8442-4D4E1109296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6">
              <a:extLst>
                <a:ext uri="{FF2B5EF4-FFF2-40B4-BE49-F238E27FC236}">
                  <a16:creationId xmlns:a16="http://schemas.microsoft.com/office/drawing/2014/main" id="{4FAFA932-AC85-77AC-2322-0A8074E4C9C4}"/>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37">
              <a:extLst>
                <a:ext uri="{FF2B5EF4-FFF2-40B4-BE49-F238E27FC236}">
                  <a16:creationId xmlns:a16="http://schemas.microsoft.com/office/drawing/2014/main" id="{EAD99AF9-1303-4B4E-7964-521545EC8A4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38">
              <a:extLst>
                <a:ext uri="{FF2B5EF4-FFF2-40B4-BE49-F238E27FC236}">
                  <a16:creationId xmlns:a16="http://schemas.microsoft.com/office/drawing/2014/main" id="{D6FA497F-5F36-485F-1166-4937AD2FDB51}"/>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39">
              <a:extLst>
                <a:ext uri="{FF2B5EF4-FFF2-40B4-BE49-F238E27FC236}">
                  <a16:creationId xmlns:a16="http://schemas.microsoft.com/office/drawing/2014/main" id="{9A6EF76F-3896-0032-5B6B-D501E9067C5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0">
              <a:extLst>
                <a:ext uri="{FF2B5EF4-FFF2-40B4-BE49-F238E27FC236}">
                  <a16:creationId xmlns:a16="http://schemas.microsoft.com/office/drawing/2014/main" id="{AB1324DF-0770-E566-3675-221CE2F7380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1">
              <a:extLst>
                <a:ext uri="{FF2B5EF4-FFF2-40B4-BE49-F238E27FC236}">
                  <a16:creationId xmlns:a16="http://schemas.microsoft.com/office/drawing/2014/main" id="{2A7AD54D-E225-F4C0-B170-B0E353722F8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42">
              <a:extLst>
                <a:ext uri="{FF2B5EF4-FFF2-40B4-BE49-F238E27FC236}">
                  <a16:creationId xmlns:a16="http://schemas.microsoft.com/office/drawing/2014/main" id="{0899E1FE-CBA6-32B8-D7CC-8E93C66FC22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3">
              <a:extLst>
                <a:ext uri="{FF2B5EF4-FFF2-40B4-BE49-F238E27FC236}">
                  <a16:creationId xmlns:a16="http://schemas.microsoft.com/office/drawing/2014/main" id="{16593800-3B64-C013-47A8-3172ED77A404}"/>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4">
              <a:extLst>
                <a:ext uri="{FF2B5EF4-FFF2-40B4-BE49-F238E27FC236}">
                  <a16:creationId xmlns:a16="http://schemas.microsoft.com/office/drawing/2014/main" id="{D4B49B56-46A3-8CBF-768C-574AC289545B}"/>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5">
              <a:extLst>
                <a:ext uri="{FF2B5EF4-FFF2-40B4-BE49-F238E27FC236}">
                  <a16:creationId xmlns:a16="http://schemas.microsoft.com/office/drawing/2014/main" id="{3039BF4E-C7AE-779D-4ECF-1B3EFB38D23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6">
              <a:extLst>
                <a:ext uri="{FF2B5EF4-FFF2-40B4-BE49-F238E27FC236}">
                  <a16:creationId xmlns:a16="http://schemas.microsoft.com/office/drawing/2014/main" id="{FAF7D40C-64BE-FAF4-8586-30063FD99A52}"/>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47">
              <a:extLst>
                <a:ext uri="{FF2B5EF4-FFF2-40B4-BE49-F238E27FC236}">
                  <a16:creationId xmlns:a16="http://schemas.microsoft.com/office/drawing/2014/main" id="{67040AF2-05EC-61F0-5F20-98AD9A78AF7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48">
              <a:extLst>
                <a:ext uri="{FF2B5EF4-FFF2-40B4-BE49-F238E27FC236}">
                  <a16:creationId xmlns:a16="http://schemas.microsoft.com/office/drawing/2014/main" id="{BFAFD69C-FA30-B24B-9432-E6061B0EF9B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49">
              <a:extLst>
                <a:ext uri="{FF2B5EF4-FFF2-40B4-BE49-F238E27FC236}">
                  <a16:creationId xmlns:a16="http://schemas.microsoft.com/office/drawing/2014/main" id="{01EF5181-3517-09F5-48DC-ACCFB4B75A2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0">
              <a:extLst>
                <a:ext uri="{FF2B5EF4-FFF2-40B4-BE49-F238E27FC236}">
                  <a16:creationId xmlns:a16="http://schemas.microsoft.com/office/drawing/2014/main" id="{93FB7337-681C-40D5-7EB5-CBCD8E2CB914}"/>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51">
              <a:extLst>
                <a:ext uri="{FF2B5EF4-FFF2-40B4-BE49-F238E27FC236}">
                  <a16:creationId xmlns:a16="http://schemas.microsoft.com/office/drawing/2014/main" id="{2593E835-B99A-E0E9-1884-4395417F6260}"/>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52">
              <a:extLst>
                <a:ext uri="{FF2B5EF4-FFF2-40B4-BE49-F238E27FC236}">
                  <a16:creationId xmlns:a16="http://schemas.microsoft.com/office/drawing/2014/main" id="{83A0F937-CAD4-D0BB-8473-AFCA044F53B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53">
              <a:extLst>
                <a:ext uri="{FF2B5EF4-FFF2-40B4-BE49-F238E27FC236}">
                  <a16:creationId xmlns:a16="http://schemas.microsoft.com/office/drawing/2014/main" id="{3064638E-A969-0448-43B4-CE43228DA64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54">
              <a:extLst>
                <a:ext uri="{FF2B5EF4-FFF2-40B4-BE49-F238E27FC236}">
                  <a16:creationId xmlns:a16="http://schemas.microsoft.com/office/drawing/2014/main" id="{25F5876B-E941-E6E6-502F-E99801BF9D21}"/>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55">
              <a:extLst>
                <a:ext uri="{FF2B5EF4-FFF2-40B4-BE49-F238E27FC236}">
                  <a16:creationId xmlns:a16="http://schemas.microsoft.com/office/drawing/2014/main" id="{2ED9F00B-9590-26C8-EF5D-8F76C33E907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56">
              <a:extLst>
                <a:ext uri="{FF2B5EF4-FFF2-40B4-BE49-F238E27FC236}">
                  <a16:creationId xmlns:a16="http://schemas.microsoft.com/office/drawing/2014/main" id="{8C9D958C-874D-3352-FF96-076DE031084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57">
              <a:extLst>
                <a:ext uri="{FF2B5EF4-FFF2-40B4-BE49-F238E27FC236}">
                  <a16:creationId xmlns:a16="http://schemas.microsoft.com/office/drawing/2014/main" id="{1716BEAE-5B72-4FBB-31BD-DB1D328DC5F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58">
              <a:extLst>
                <a:ext uri="{FF2B5EF4-FFF2-40B4-BE49-F238E27FC236}">
                  <a16:creationId xmlns:a16="http://schemas.microsoft.com/office/drawing/2014/main" id="{CB76D2C8-90B9-651C-F831-2B7922C811D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59">
              <a:extLst>
                <a:ext uri="{FF2B5EF4-FFF2-40B4-BE49-F238E27FC236}">
                  <a16:creationId xmlns:a16="http://schemas.microsoft.com/office/drawing/2014/main" id="{A493D936-3BEA-24EB-AE68-A2506D35EDDD}"/>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0">
              <a:extLst>
                <a:ext uri="{FF2B5EF4-FFF2-40B4-BE49-F238E27FC236}">
                  <a16:creationId xmlns:a16="http://schemas.microsoft.com/office/drawing/2014/main" id="{26D7759A-80CD-5ECE-F40A-18599B55BD9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61">
              <a:extLst>
                <a:ext uri="{FF2B5EF4-FFF2-40B4-BE49-F238E27FC236}">
                  <a16:creationId xmlns:a16="http://schemas.microsoft.com/office/drawing/2014/main" id="{9CAA35AE-333E-BF60-54BF-7D3FD6A35109}"/>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62">
              <a:extLst>
                <a:ext uri="{FF2B5EF4-FFF2-40B4-BE49-F238E27FC236}">
                  <a16:creationId xmlns:a16="http://schemas.microsoft.com/office/drawing/2014/main" id="{C8AAD3E4-43D1-1587-9ACB-6D745CA3BBC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63">
              <a:extLst>
                <a:ext uri="{FF2B5EF4-FFF2-40B4-BE49-F238E27FC236}">
                  <a16:creationId xmlns:a16="http://schemas.microsoft.com/office/drawing/2014/main" id="{C0533B31-0E1E-31E1-573A-9CE08DFA09A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64">
              <a:extLst>
                <a:ext uri="{FF2B5EF4-FFF2-40B4-BE49-F238E27FC236}">
                  <a16:creationId xmlns:a16="http://schemas.microsoft.com/office/drawing/2014/main" id="{E7CFF210-88D9-CABE-23C7-DB6F373CAD0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65">
              <a:extLst>
                <a:ext uri="{FF2B5EF4-FFF2-40B4-BE49-F238E27FC236}">
                  <a16:creationId xmlns:a16="http://schemas.microsoft.com/office/drawing/2014/main" id="{D6095ED6-143F-A387-2868-1A5ABA003603}"/>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66">
              <a:extLst>
                <a:ext uri="{FF2B5EF4-FFF2-40B4-BE49-F238E27FC236}">
                  <a16:creationId xmlns:a16="http://schemas.microsoft.com/office/drawing/2014/main" id="{2D033264-9724-7D3E-1A1C-C3466B36184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67">
              <a:extLst>
                <a:ext uri="{FF2B5EF4-FFF2-40B4-BE49-F238E27FC236}">
                  <a16:creationId xmlns:a16="http://schemas.microsoft.com/office/drawing/2014/main" id="{A21C11CD-AD11-2DA4-47BE-F69164E07363}"/>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68">
              <a:extLst>
                <a:ext uri="{FF2B5EF4-FFF2-40B4-BE49-F238E27FC236}">
                  <a16:creationId xmlns:a16="http://schemas.microsoft.com/office/drawing/2014/main" id="{54424A41-8759-0DF1-4C30-1102D014481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69">
              <a:extLst>
                <a:ext uri="{FF2B5EF4-FFF2-40B4-BE49-F238E27FC236}">
                  <a16:creationId xmlns:a16="http://schemas.microsoft.com/office/drawing/2014/main" id="{67BD04D6-2833-2BC8-88CC-1D8F390AA7CE}"/>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0">
              <a:extLst>
                <a:ext uri="{FF2B5EF4-FFF2-40B4-BE49-F238E27FC236}">
                  <a16:creationId xmlns:a16="http://schemas.microsoft.com/office/drawing/2014/main" id="{AA42B825-C5E1-6E97-216E-8ADAB0F1CF7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71">
              <a:extLst>
                <a:ext uri="{FF2B5EF4-FFF2-40B4-BE49-F238E27FC236}">
                  <a16:creationId xmlns:a16="http://schemas.microsoft.com/office/drawing/2014/main" id="{9C2C409F-D671-567A-6157-99A733C1020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72">
              <a:extLst>
                <a:ext uri="{FF2B5EF4-FFF2-40B4-BE49-F238E27FC236}">
                  <a16:creationId xmlns:a16="http://schemas.microsoft.com/office/drawing/2014/main" id="{B07AFDA9-950A-05D2-FE82-BC08CA1107C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73">
              <a:extLst>
                <a:ext uri="{FF2B5EF4-FFF2-40B4-BE49-F238E27FC236}">
                  <a16:creationId xmlns:a16="http://schemas.microsoft.com/office/drawing/2014/main" id="{1D0ACB34-B658-1803-94BD-6DC322CF210E}"/>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74">
              <a:extLst>
                <a:ext uri="{FF2B5EF4-FFF2-40B4-BE49-F238E27FC236}">
                  <a16:creationId xmlns:a16="http://schemas.microsoft.com/office/drawing/2014/main" id="{80083773-A201-9606-F6CA-7E3D4A04CEE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75">
              <a:extLst>
                <a:ext uri="{FF2B5EF4-FFF2-40B4-BE49-F238E27FC236}">
                  <a16:creationId xmlns:a16="http://schemas.microsoft.com/office/drawing/2014/main" id="{3984A191-ED45-0284-26D1-ABC76EEA14B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76">
              <a:extLst>
                <a:ext uri="{FF2B5EF4-FFF2-40B4-BE49-F238E27FC236}">
                  <a16:creationId xmlns:a16="http://schemas.microsoft.com/office/drawing/2014/main" id="{4234BBD5-B4BD-E58E-7DE5-C30D0F5319ED}"/>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77">
              <a:extLst>
                <a:ext uri="{FF2B5EF4-FFF2-40B4-BE49-F238E27FC236}">
                  <a16:creationId xmlns:a16="http://schemas.microsoft.com/office/drawing/2014/main" id="{9B2C9FA2-372F-2B20-F3CC-D4E0995DB50F}"/>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78">
              <a:extLst>
                <a:ext uri="{FF2B5EF4-FFF2-40B4-BE49-F238E27FC236}">
                  <a16:creationId xmlns:a16="http://schemas.microsoft.com/office/drawing/2014/main" id="{FD8A59D1-2F09-199B-2AE0-EC7DD060B37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79">
              <a:extLst>
                <a:ext uri="{FF2B5EF4-FFF2-40B4-BE49-F238E27FC236}">
                  <a16:creationId xmlns:a16="http://schemas.microsoft.com/office/drawing/2014/main" id="{499BCA20-4E09-6E5C-C295-2F2BB04A06A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0">
              <a:extLst>
                <a:ext uri="{FF2B5EF4-FFF2-40B4-BE49-F238E27FC236}">
                  <a16:creationId xmlns:a16="http://schemas.microsoft.com/office/drawing/2014/main" id="{3344B94F-722C-D7D2-0CD5-A6D41FE7B7B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81">
              <a:extLst>
                <a:ext uri="{FF2B5EF4-FFF2-40B4-BE49-F238E27FC236}">
                  <a16:creationId xmlns:a16="http://schemas.microsoft.com/office/drawing/2014/main" id="{71DEB6DF-43F7-195F-4A36-E36767D736E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82">
              <a:extLst>
                <a:ext uri="{FF2B5EF4-FFF2-40B4-BE49-F238E27FC236}">
                  <a16:creationId xmlns:a16="http://schemas.microsoft.com/office/drawing/2014/main" id="{B37CC2D5-965F-8556-4244-55B5CBDD33B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83">
              <a:extLst>
                <a:ext uri="{FF2B5EF4-FFF2-40B4-BE49-F238E27FC236}">
                  <a16:creationId xmlns:a16="http://schemas.microsoft.com/office/drawing/2014/main" id="{4CEF14B8-40DC-DC1A-CC00-E51C37EE2664}"/>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84">
              <a:extLst>
                <a:ext uri="{FF2B5EF4-FFF2-40B4-BE49-F238E27FC236}">
                  <a16:creationId xmlns:a16="http://schemas.microsoft.com/office/drawing/2014/main" id="{31283289-1618-826E-B913-800058FBDE3F}"/>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85">
              <a:extLst>
                <a:ext uri="{FF2B5EF4-FFF2-40B4-BE49-F238E27FC236}">
                  <a16:creationId xmlns:a16="http://schemas.microsoft.com/office/drawing/2014/main" id="{16F9858B-404C-319F-8D3B-A805D6B5B57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86">
              <a:extLst>
                <a:ext uri="{FF2B5EF4-FFF2-40B4-BE49-F238E27FC236}">
                  <a16:creationId xmlns:a16="http://schemas.microsoft.com/office/drawing/2014/main" id="{51852C78-79EB-B2F4-E97E-040A22CF03FC}"/>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87">
              <a:extLst>
                <a:ext uri="{FF2B5EF4-FFF2-40B4-BE49-F238E27FC236}">
                  <a16:creationId xmlns:a16="http://schemas.microsoft.com/office/drawing/2014/main" id="{0B1A98FC-AADC-72DF-EB9A-095DEC7E5F8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88">
              <a:extLst>
                <a:ext uri="{FF2B5EF4-FFF2-40B4-BE49-F238E27FC236}">
                  <a16:creationId xmlns:a16="http://schemas.microsoft.com/office/drawing/2014/main" id="{B7D6BC55-A61C-D5B9-766C-BC61752A6D5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89">
              <a:extLst>
                <a:ext uri="{FF2B5EF4-FFF2-40B4-BE49-F238E27FC236}">
                  <a16:creationId xmlns:a16="http://schemas.microsoft.com/office/drawing/2014/main" id="{AA9A243E-BE39-4BCA-1131-B199E231FDAB}"/>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0">
              <a:extLst>
                <a:ext uri="{FF2B5EF4-FFF2-40B4-BE49-F238E27FC236}">
                  <a16:creationId xmlns:a16="http://schemas.microsoft.com/office/drawing/2014/main" id="{8F196349-9941-BD19-B592-C24D881B8A29}"/>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791">
              <a:extLst>
                <a:ext uri="{FF2B5EF4-FFF2-40B4-BE49-F238E27FC236}">
                  <a16:creationId xmlns:a16="http://schemas.microsoft.com/office/drawing/2014/main" id="{BF10023F-152C-4343-097B-EDDFEA557C11}"/>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792">
              <a:extLst>
                <a:ext uri="{FF2B5EF4-FFF2-40B4-BE49-F238E27FC236}">
                  <a16:creationId xmlns:a16="http://schemas.microsoft.com/office/drawing/2014/main" id="{0E248E4F-8793-9CB1-E82D-DB89D69F087F}"/>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793">
              <a:extLst>
                <a:ext uri="{FF2B5EF4-FFF2-40B4-BE49-F238E27FC236}">
                  <a16:creationId xmlns:a16="http://schemas.microsoft.com/office/drawing/2014/main" id="{B6214A96-240D-7EF8-07D2-92D332E8F06A}"/>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794">
              <a:extLst>
                <a:ext uri="{FF2B5EF4-FFF2-40B4-BE49-F238E27FC236}">
                  <a16:creationId xmlns:a16="http://schemas.microsoft.com/office/drawing/2014/main" id="{02ED43B7-2E9A-1B8B-E306-2BC3B85CA5DD}"/>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795">
              <a:extLst>
                <a:ext uri="{FF2B5EF4-FFF2-40B4-BE49-F238E27FC236}">
                  <a16:creationId xmlns:a16="http://schemas.microsoft.com/office/drawing/2014/main" id="{38A03FED-629A-942A-1F6F-4995A5E94D55}"/>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796">
              <a:extLst>
                <a:ext uri="{FF2B5EF4-FFF2-40B4-BE49-F238E27FC236}">
                  <a16:creationId xmlns:a16="http://schemas.microsoft.com/office/drawing/2014/main" id="{DBADF1DD-C93C-AE39-5C06-03AC01B8A3CC}"/>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797">
              <a:extLst>
                <a:ext uri="{FF2B5EF4-FFF2-40B4-BE49-F238E27FC236}">
                  <a16:creationId xmlns:a16="http://schemas.microsoft.com/office/drawing/2014/main" id="{96381B5F-5D7F-67FC-EE09-C040DEB6FC86}"/>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798">
              <a:extLst>
                <a:ext uri="{FF2B5EF4-FFF2-40B4-BE49-F238E27FC236}">
                  <a16:creationId xmlns:a16="http://schemas.microsoft.com/office/drawing/2014/main" id="{1A176EB7-9DE1-BFD6-0509-A41554A61AD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799">
              <a:extLst>
                <a:ext uri="{FF2B5EF4-FFF2-40B4-BE49-F238E27FC236}">
                  <a16:creationId xmlns:a16="http://schemas.microsoft.com/office/drawing/2014/main" id="{FD85DE84-8E67-E9AB-9999-0F11567F8C9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0">
              <a:extLst>
                <a:ext uri="{FF2B5EF4-FFF2-40B4-BE49-F238E27FC236}">
                  <a16:creationId xmlns:a16="http://schemas.microsoft.com/office/drawing/2014/main" id="{41C7CF0B-C91E-3B9F-70FF-62B00DCC16D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01">
              <a:extLst>
                <a:ext uri="{FF2B5EF4-FFF2-40B4-BE49-F238E27FC236}">
                  <a16:creationId xmlns:a16="http://schemas.microsoft.com/office/drawing/2014/main" id="{1EE347A3-9AAD-0642-BD51-205D1C128E10}"/>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02">
              <a:extLst>
                <a:ext uri="{FF2B5EF4-FFF2-40B4-BE49-F238E27FC236}">
                  <a16:creationId xmlns:a16="http://schemas.microsoft.com/office/drawing/2014/main" id="{CA33AFC7-433D-5040-0E0D-AE3B8936F1BC}"/>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03">
              <a:extLst>
                <a:ext uri="{FF2B5EF4-FFF2-40B4-BE49-F238E27FC236}">
                  <a16:creationId xmlns:a16="http://schemas.microsoft.com/office/drawing/2014/main" id="{59258960-C036-4B81-43EB-77FE5C679F47}"/>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04">
              <a:extLst>
                <a:ext uri="{FF2B5EF4-FFF2-40B4-BE49-F238E27FC236}">
                  <a16:creationId xmlns:a16="http://schemas.microsoft.com/office/drawing/2014/main" id="{CCC145BC-B4E3-8594-F547-877A0412EA6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05">
              <a:extLst>
                <a:ext uri="{FF2B5EF4-FFF2-40B4-BE49-F238E27FC236}">
                  <a16:creationId xmlns:a16="http://schemas.microsoft.com/office/drawing/2014/main" id="{2675F63D-2094-35C2-67B5-725011F3FE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0" name="Freeform 806">
              <a:extLst>
                <a:ext uri="{FF2B5EF4-FFF2-40B4-BE49-F238E27FC236}">
                  <a16:creationId xmlns:a16="http://schemas.microsoft.com/office/drawing/2014/main" id="{EC1DA3AA-8EB2-D231-BA33-C0241FD4F30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1" name="Freeform 807">
              <a:extLst>
                <a:ext uri="{FF2B5EF4-FFF2-40B4-BE49-F238E27FC236}">
                  <a16:creationId xmlns:a16="http://schemas.microsoft.com/office/drawing/2014/main" id="{6F9D1232-AA0E-6011-8702-7E2C717B30A4}"/>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808">
              <a:extLst>
                <a:ext uri="{FF2B5EF4-FFF2-40B4-BE49-F238E27FC236}">
                  <a16:creationId xmlns:a16="http://schemas.microsoft.com/office/drawing/2014/main" id="{9A0DEA01-43A8-A78A-AF0D-8D1EF51DAF9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809">
              <a:extLst>
                <a:ext uri="{FF2B5EF4-FFF2-40B4-BE49-F238E27FC236}">
                  <a16:creationId xmlns:a16="http://schemas.microsoft.com/office/drawing/2014/main" id="{2AFCE29F-F7A2-85AF-7071-D04386211B7A}"/>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810">
              <a:extLst>
                <a:ext uri="{FF2B5EF4-FFF2-40B4-BE49-F238E27FC236}">
                  <a16:creationId xmlns:a16="http://schemas.microsoft.com/office/drawing/2014/main" id="{9AC9A5A6-9B75-1CC9-17E3-879FECF64A9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811">
              <a:extLst>
                <a:ext uri="{FF2B5EF4-FFF2-40B4-BE49-F238E27FC236}">
                  <a16:creationId xmlns:a16="http://schemas.microsoft.com/office/drawing/2014/main" id="{C9C4E509-D11B-C34C-203D-EE28B46C5A0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812">
              <a:extLst>
                <a:ext uri="{FF2B5EF4-FFF2-40B4-BE49-F238E27FC236}">
                  <a16:creationId xmlns:a16="http://schemas.microsoft.com/office/drawing/2014/main" id="{F3794D6B-1789-0AC6-AFAF-1F53D8FCE2A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813">
              <a:extLst>
                <a:ext uri="{FF2B5EF4-FFF2-40B4-BE49-F238E27FC236}">
                  <a16:creationId xmlns:a16="http://schemas.microsoft.com/office/drawing/2014/main" id="{4B42ADC1-7E20-9DD0-4851-E5055E9F9F5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814">
              <a:extLst>
                <a:ext uri="{FF2B5EF4-FFF2-40B4-BE49-F238E27FC236}">
                  <a16:creationId xmlns:a16="http://schemas.microsoft.com/office/drawing/2014/main" id="{5D94CAA1-30C1-9624-5C8A-DC3925AD68C9}"/>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30" name="!!Speech Bubble: Rectangle 19">
            <a:extLst>
              <a:ext uri="{FF2B5EF4-FFF2-40B4-BE49-F238E27FC236}">
                <a16:creationId xmlns:a16="http://schemas.microsoft.com/office/drawing/2014/main" id="{230B5CCC-1616-1EC1-B29E-0C4C69BFDFC6}"/>
              </a:ext>
            </a:extLst>
          </p:cNvPr>
          <p:cNvSpPr/>
          <p:nvPr/>
        </p:nvSpPr>
        <p:spPr>
          <a:xfrm>
            <a:off x="6769517" y="5017610"/>
            <a:ext cx="3203158" cy="727528"/>
          </a:xfrm>
          <a:prstGeom prst="wedgeRectCallout">
            <a:avLst>
              <a:gd name="adj1" fmla="val -25250"/>
              <a:gd name="adj2" fmla="val 74774"/>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extBox 20">
            <a:extLst>
              <a:ext uri="{FF2B5EF4-FFF2-40B4-BE49-F238E27FC236}">
                <a16:creationId xmlns:a16="http://schemas.microsoft.com/office/drawing/2014/main" id="{C12888FD-721A-2472-4726-DDB162ED72C8}"/>
              </a:ext>
            </a:extLst>
          </p:cNvPr>
          <p:cNvSpPr txBox="1"/>
          <p:nvPr/>
        </p:nvSpPr>
        <p:spPr>
          <a:xfrm>
            <a:off x="6759329" y="5035214"/>
            <a:ext cx="3279358"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Dude, I </a:t>
            </a:r>
            <a:r>
              <a:rPr lang="en-US" b="1" dirty="0">
                <a:latin typeface="Roboto Light" panose="02000000000000000000" pitchFamily="2" charset="0"/>
                <a:ea typeface="Roboto Light" panose="02000000000000000000" pitchFamily="2" charset="0"/>
              </a:rPr>
              <a:t>need</a:t>
            </a:r>
            <a:r>
              <a:rPr lang="en-US" dirty="0">
                <a:latin typeface="Roboto Light" panose="02000000000000000000" pitchFamily="2" charset="0"/>
                <a:ea typeface="Roboto Light" panose="02000000000000000000" pitchFamily="2" charset="0"/>
              </a:rPr>
              <a:t> my Alexa integration. It's a deal breaker. </a:t>
            </a:r>
          </a:p>
        </p:txBody>
      </p:sp>
      <p:pic>
        <p:nvPicPr>
          <p:cNvPr id="132" name="Person 2">
            <a:extLst>
              <a:ext uri="{FF2B5EF4-FFF2-40B4-BE49-F238E27FC236}">
                <a16:creationId xmlns:a16="http://schemas.microsoft.com/office/drawing/2014/main" id="{C0E8FC34-AA37-3198-B941-D7E28B605259}"/>
              </a:ext>
            </a:extLst>
          </p:cNvPr>
          <p:cNvPicPr>
            <a:picLocks noChangeAspect="1"/>
          </p:cNvPicPr>
          <p:nvPr/>
        </p:nvPicPr>
        <p:blipFill>
          <a:blip r:embed="rId9"/>
          <a:stretch>
            <a:fillRect/>
          </a:stretch>
        </p:blipFill>
        <p:spPr>
          <a:xfrm>
            <a:off x="7128929" y="5951654"/>
            <a:ext cx="751489" cy="1513368"/>
          </a:xfrm>
          <a:prstGeom prst="rect">
            <a:avLst/>
          </a:prstGeom>
        </p:spPr>
      </p:pic>
      <p:sp>
        <p:nvSpPr>
          <p:cNvPr id="30" name="!!Red text 3">
            <a:extLst>
              <a:ext uri="{FF2B5EF4-FFF2-40B4-BE49-F238E27FC236}">
                <a16:creationId xmlns:a16="http://schemas.microsoft.com/office/drawing/2014/main" id="{B7A4F880-1C68-CF32-3733-14EF2223B93E}"/>
              </a:ext>
            </a:extLst>
          </p:cNvPr>
          <p:cNvSpPr txBox="1"/>
          <p:nvPr/>
        </p:nvSpPr>
        <p:spPr>
          <a:xfrm>
            <a:off x="3981367" y="3700291"/>
            <a:ext cx="4252007" cy="261610"/>
          </a:xfrm>
          <a:prstGeom prst="rect">
            <a:avLst/>
          </a:prstGeom>
          <a:noFill/>
        </p:spPr>
        <p:txBody>
          <a:bodyPr wrap="square" rtlCol="0">
            <a:spAutoFit/>
          </a:bodyPr>
          <a:lstStyle/>
          <a:p>
            <a:pPr algn="ctr"/>
            <a:r>
              <a:rPr lang="en-US" sz="1100" dirty="0">
                <a:solidFill>
                  <a:srgbClr val="C00000"/>
                </a:solidFill>
                <a:latin typeface="Segoe Print" panose="02000600000000000000" pitchFamily="2" charset="0"/>
              </a:rPr>
              <a:t>Seamless Alexa integration</a:t>
            </a:r>
          </a:p>
        </p:txBody>
      </p:sp>
      <p:pic>
        <p:nvPicPr>
          <p:cNvPr id="12" name="!!AWS">
            <a:extLst>
              <a:ext uri="{FF2B5EF4-FFF2-40B4-BE49-F238E27FC236}">
                <a16:creationId xmlns:a16="http://schemas.microsoft.com/office/drawing/2014/main" id="{8A5E7FDF-7ADE-D239-E80C-4F913632DD1E}"/>
              </a:ext>
            </a:extLst>
          </p:cNvPr>
          <p:cNvPicPr>
            <a:picLocks noChangeAspect="1"/>
          </p:cNvPicPr>
          <p:nvPr/>
        </p:nvPicPr>
        <p:blipFill>
          <a:blip r:embed="rId10"/>
          <a:stretch>
            <a:fillRect/>
          </a:stretch>
        </p:blipFill>
        <p:spPr>
          <a:xfrm>
            <a:off x="5384952" y="3079660"/>
            <a:ext cx="1100939" cy="653099"/>
          </a:xfrm>
          <a:prstGeom prst="rect">
            <a:avLst/>
          </a:prstGeom>
        </p:spPr>
      </p:pic>
      <p:pic>
        <p:nvPicPr>
          <p:cNvPr id="7" name="!!Cloud">
            <a:extLst>
              <a:ext uri="{FF2B5EF4-FFF2-40B4-BE49-F238E27FC236}">
                <a16:creationId xmlns:a16="http://schemas.microsoft.com/office/drawing/2014/main" id="{FB2EA99B-8522-9B2B-9935-8D9349B921D7}"/>
              </a:ext>
            </a:extLst>
          </p:cNvPr>
          <p:cNvPicPr>
            <a:picLocks noChangeAspect="1"/>
          </p:cNvPicPr>
          <p:nvPr/>
        </p:nvPicPr>
        <p:blipFill>
          <a:blip r:embed="rId11"/>
          <a:srcRect/>
          <a:stretch/>
        </p:blipFill>
        <p:spPr>
          <a:xfrm>
            <a:off x="5024585" y="2693344"/>
            <a:ext cx="2152331" cy="1280424"/>
          </a:xfrm>
          <a:prstGeom prst="rect">
            <a:avLst/>
          </a:prstGeom>
        </p:spPr>
      </p:pic>
      <p:sp>
        <p:nvSpPr>
          <p:cNvPr id="13" name="!!Header whiteout">
            <a:extLst>
              <a:ext uri="{FF2B5EF4-FFF2-40B4-BE49-F238E27FC236}">
                <a16:creationId xmlns:a16="http://schemas.microsoft.com/office/drawing/2014/main" id="{A52936DC-0106-1658-FB54-97DF5A75FE3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81854866-02B2-9490-F74B-92C8FE74AA8C}"/>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063199095"/>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animEffect transition="in" filter="fade">
                                      <p:cBhvr>
                                        <p:cTn id="7" dur="500"/>
                                        <p:tgtEl>
                                          <p:spTgt spid="13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par>
                          <p:cTn id="11" fill="hold">
                            <p:stCondLst>
                              <p:cond delay="500"/>
                            </p:stCondLst>
                            <p:childTnLst>
                              <p:par>
                                <p:cTn id="12" presetID="1" presetClass="entr" presetSubtype="0" fill="hold" grpId="0" nodeType="afterEffect">
                                  <p:stCondLst>
                                    <p:cond delay="0"/>
                                  </p:stCondLst>
                                  <p:childTnLst>
                                    <p:set>
                                      <p:cBhvr>
                                        <p:cTn id="13"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P spid="131" grpId="0"/>
      <p:bldP spid="30"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EC51AC-F664-579B-26CC-A41AAC98C708}"/>
              </a:ext>
            </a:extLst>
          </p:cNvPr>
          <p:cNvSpPr txBox="1"/>
          <p:nvPr/>
        </p:nvSpPr>
        <p:spPr>
          <a:xfrm>
            <a:off x="5280253" y="3389028"/>
            <a:ext cx="1657350"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Dynamic DNS</a:t>
            </a:r>
          </a:p>
        </p:txBody>
      </p:sp>
      <p:sp>
        <p:nvSpPr>
          <p:cNvPr id="10" name="TextBox 9">
            <a:extLst>
              <a:ext uri="{FF2B5EF4-FFF2-40B4-BE49-F238E27FC236}">
                <a16:creationId xmlns:a16="http://schemas.microsoft.com/office/drawing/2014/main" id="{02F67C4D-4AF5-2F1D-DB8F-524A0730A97B}"/>
              </a:ext>
            </a:extLst>
          </p:cNvPr>
          <p:cNvSpPr txBox="1"/>
          <p:nvPr/>
        </p:nvSpPr>
        <p:spPr>
          <a:xfrm>
            <a:off x="5190193" y="3389028"/>
            <a:ext cx="1929416"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Port Forwarding</a:t>
            </a:r>
          </a:p>
        </p:txBody>
      </p:sp>
      <p:sp>
        <p:nvSpPr>
          <p:cNvPr id="11" name="TextBox 10">
            <a:extLst>
              <a:ext uri="{FF2B5EF4-FFF2-40B4-BE49-F238E27FC236}">
                <a16:creationId xmlns:a16="http://schemas.microsoft.com/office/drawing/2014/main" id="{B4BAA698-FD5B-889F-67AF-1795E296503C}"/>
              </a:ext>
            </a:extLst>
          </p:cNvPr>
          <p:cNvSpPr txBox="1"/>
          <p:nvPr/>
        </p:nvSpPr>
        <p:spPr>
          <a:xfrm>
            <a:off x="5362097" y="3395354"/>
            <a:ext cx="1718183"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Let's Encrypt</a:t>
            </a:r>
          </a:p>
        </p:txBody>
      </p:sp>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8991271" y="2418247"/>
            <a:ext cx="1520077" cy="1888377"/>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a:off x="1944216" y="3429000"/>
            <a:ext cx="7386260" cy="0"/>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54452"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1541614" y="33712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1307757" y="33999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9330476" y="3165953"/>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3700659" y="1103372"/>
            <a:ext cx="4791697"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voice control</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8"/>
          <a:stretch>
            <a:fillRect/>
          </a:stretch>
        </p:blipFill>
        <p:spPr>
          <a:xfrm>
            <a:off x="7841696" y="2929453"/>
            <a:ext cx="813222" cy="990412"/>
          </a:xfrm>
          <a:prstGeom prst="rect">
            <a:avLst/>
          </a:prstGeom>
        </p:spPr>
      </p:pic>
      <p:grpSp>
        <p:nvGrpSpPr>
          <p:cNvPr id="3" name="!!Group 3">
            <a:extLst>
              <a:ext uri="{FF2B5EF4-FFF2-40B4-BE49-F238E27FC236}">
                <a16:creationId xmlns:a16="http://schemas.microsoft.com/office/drawing/2014/main" id="{D6CD7F5B-D4F8-FF70-A2A4-AA4E519A23C7}"/>
              </a:ext>
            </a:extLst>
          </p:cNvPr>
          <p:cNvGrpSpPr/>
          <p:nvPr/>
        </p:nvGrpSpPr>
        <p:grpSpPr>
          <a:xfrm>
            <a:off x="1390575" y="29670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d text 2">
            <a:extLst>
              <a:ext uri="{FF2B5EF4-FFF2-40B4-BE49-F238E27FC236}">
                <a16:creationId xmlns:a16="http://schemas.microsoft.com/office/drawing/2014/main" id="{ADFF7360-1997-0ADD-E936-11F230CB249F}"/>
              </a:ext>
            </a:extLst>
          </p:cNvPr>
          <p:cNvSpPr txBox="1"/>
          <p:nvPr/>
        </p:nvSpPr>
        <p:spPr>
          <a:xfrm>
            <a:off x="6937603" y="1690061"/>
            <a:ext cx="3596269"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"Home Assistant Cloud"</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plugin</a:t>
            </a:r>
          </a:p>
        </p:txBody>
      </p:sp>
      <p:grpSp>
        <p:nvGrpSpPr>
          <p:cNvPr id="15" name="Arrow 2">
            <a:extLst>
              <a:ext uri="{FF2B5EF4-FFF2-40B4-BE49-F238E27FC236}">
                <a16:creationId xmlns:a16="http://schemas.microsoft.com/office/drawing/2014/main" id="{C2B50A4F-DFCA-A39A-93A3-4F14129C2ABE}"/>
              </a:ext>
            </a:extLst>
          </p:cNvPr>
          <p:cNvGrpSpPr>
            <a:grpSpLocks noChangeAspect="1"/>
          </p:cNvGrpSpPr>
          <p:nvPr/>
        </p:nvGrpSpPr>
        <p:grpSpPr bwMode="auto">
          <a:xfrm rot="5898507" flipH="1">
            <a:off x="6121541" y="1763842"/>
            <a:ext cx="904172" cy="943180"/>
            <a:chOff x="1328" y="0"/>
            <a:chExt cx="3106" cy="3240"/>
          </a:xfrm>
          <a:solidFill>
            <a:srgbClr val="C00000"/>
          </a:solidFill>
        </p:grpSpPr>
        <p:sp>
          <p:nvSpPr>
            <p:cNvPr id="24" name="Freeform 716">
              <a:extLst>
                <a:ext uri="{FF2B5EF4-FFF2-40B4-BE49-F238E27FC236}">
                  <a16:creationId xmlns:a16="http://schemas.microsoft.com/office/drawing/2014/main" id="{E76A6E25-2904-3823-2C34-298103C95A9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17">
              <a:extLst>
                <a:ext uri="{FF2B5EF4-FFF2-40B4-BE49-F238E27FC236}">
                  <a16:creationId xmlns:a16="http://schemas.microsoft.com/office/drawing/2014/main" id="{C2E8F40D-8ED6-7F93-59A0-76542DAE634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18">
              <a:extLst>
                <a:ext uri="{FF2B5EF4-FFF2-40B4-BE49-F238E27FC236}">
                  <a16:creationId xmlns:a16="http://schemas.microsoft.com/office/drawing/2014/main" id="{E2F9A61E-297E-CC4E-1CFE-1B353715242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19">
              <a:extLst>
                <a:ext uri="{FF2B5EF4-FFF2-40B4-BE49-F238E27FC236}">
                  <a16:creationId xmlns:a16="http://schemas.microsoft.com/office/drawing/2014/main" id="{C2AFD57A-CD37-E58D-9694-9EB721C886B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0">
              <a:extLst>
                <a:ext uri="{FF2B5EF4-FFF2-40B4-BE49-F238E27FC236}">
                  <a16:creationId xmlns:a16="http://schemas.microsoft.com/office/drawing/2014/main" id="{C9BD2CF6-5A49-3ACD-C8C2-52FEFB69645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1">
              <a:extLst>
                <a:ext uri="{FF2B5EF4-FFF2-40B4-BE49-F238E27FC236}">
                  <a16:creationId xmlns:a16="http://schemas.microsoft.com/office/drawing/2014/main" id="{67587E29-F3F9-09CC-E57C-447A3836E4D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2">
              <a:extLst>
                <a:ext uri="{FF2B5EF4-FFF2-40B4-BE49-F238E27FC236}">
                  <a16:creationId xmlns:a16="http://schemas.microsoft.com/office/drawing/2014/main" id="{7A605749-773E-C4B2-249B-B0C15122EBE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23">
              <a:extLst>
                <a:ext uri="{FF2B5EF4-FFF2-40B4-BE49-F238E27FC236}">
                  <a16:creationId xmlns:a16="http://schemas.microsoft.com/office/drawing/2014/main" id="{E17B632E-A8E0-E8B3-E316-10A9EAB88F7B}"/>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24">
              <a:extLst>
                <a:ext uri="{FF2B5EF4-FFF2-40B4-BE49-F238E27FC236}">
                  <a16:creationId xmlns:a16="http://schemas.microsoft.com/office/drawing/2014/main" id="{FADCB637-6F54-897F-5E06-4BF0A49F987A}"/>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25">
              <a:extLst>
                <a:ext uri="{FF2B5EF4-FFF2-40B4-BE49-F238E27FC236}">
                  <a16:creationId xmlns:a16="http://schemas.microsoft.com/office/drawing/2014/main" id="{1F39B600-BBEE-A3CF-1A5E-C707A7F7E6EC}"/>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26">
              <a:extLst>
                <a:ext uri="{FF2B5EF4-FFF2-40B4-BE49-F238E27FC236}">
                  <a16:creationId xmlns:a16="http://schemas.microsoft.com/office/drawing/2014/main" id="{408AA643-2A4F-E32D-B748-5C00F7AC04F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27">
              <a:extLst>
                <a:ext uri="{FF2B5EF4-FFF2-40B4-BE49-F238E27FC236}">
                  <a16:creationId xmlns:a16="http://schemas.microsoft.com/office/drawing/2014/main" id="{A249EBBC-72EE-485C-A0C1-D7A7B3F5DFC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28">
              <a:extLst>
                <a:ext uri="{FF2B5EF4-FFF2-40B4-BE49-F238E27FC236}">
                  <a16:creationId xmlns:a16="http://schemas.microsoft.com/office/drawing/2014/main" id="{E3C5C1ED-C009-C16E-9C0D-2A12B5D3A88D}"/>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29">
              <a:extLst>
                <a:ext uri="{FF2B5EF4-FFF2-40B4-BE49-F238E27FC236}">
                  <a16:creationId xmlns:a16="http://schemas.microsoft.com/office/drawing/2014/main" id="{5340B7A4-CE67-290B-1251-7B41F40F888E}"/>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0">
              <a:extLst>
                <a:ext uri="{FF2B5EF4-FFF2-40B4-BE49-F238E27FC236}">
                  <a16:creationId xmlns:a16="http://schemas.microsoft.com/office/drawing/2014/main" id="{201C86C1-D121-F165-DC49-3090FE7B1655}"/>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1">
              <a:extLst>
                <a:ext uri="{FF2B5EF4-FFF2-40B4-BE49-F238E27FC236}">
                  <a16:creationId xmlns:a16="http://schemas.microsoft.com/office/drawing/2014/main" id="{1BEF62F8-3F52-308B-5D59-21A79752097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2">
              <a:extLst>
                <a:ext uri="{FF2B5EF4-FFF2-40B4-BE49-F238E27FC236}">
                  <a16:creationId xmlns:a16="http://schemas.microsoft.com/office/drawing/2014/main" id="{01A65807-669B-4EFA-F7FF-568B54068351}"/>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33">
              <a:extLst>
                <a:ext uri="{FF2B5EF4-FFF2-40B4-BE49-F238E27FC236}">
                  <a16:creationId xmlns:a16="http://schemas.microsoft.com/office/drawing/2014/main" id="{2805F1B0-4C46-51F8-0693-1EC7ED1FBDD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4">
              <a:extLst>
                <a:ext uri="{FF2B5EF4-FFF2-40B4-BE49-F238E27FC236}">
                  <a16:creationId xmlns:a16="http://schemas.microsoft.com/office/drawing/2014/main" id="{627DAF2B-BA9C-6080-1255-8D26700A11C2}"/>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5">
              <a:extLst>
                <a:ext uri="{FF2B5EF4-FFF2-40B4-BE49-F238E27FC236}">
                  <a16:creationId xmlns:a16="http://schemas.microsoft.com/office/drawing/2014/main" id="{87264C9B-A3C5-0B67-8442-4D4E1109296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6">
              <a:extLst>
                <a:ext uri="{FF2B5EF4-FFF2-40B4-BE49-F238E27FC236}">
                  <a16:creationId xmlns:a16="http://schemas.microsoft.com/office/drawing/2014/main" id="{4FAFA932-AC85-77AC-2322-0A8074E4C9C4}"/>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37">
              <a:extLst>
                <a:ext uri="{FF2B5EF4-FFF2-40B4-BE49-F238E27FC236}">
                  <a16:creationId xmlns:a16="http://schemas.microsoft.com/office/drawing/2014/main" id="{EAD99AF9-1303-4B4E-7964-521545EC8A4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38">
              <a:extLst>
                <a:ext uri="{FF2B5EF4-FFF2-40B4-BE49-F238E27FC236}">
                  <a16:creationId xmlns:a16="http://schemas.microsoft.com/office/drawing/2014/main" id="{D6FA497F-5F36-485F-1166-4937AD2FDB51}"/>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39">
              <a:extLst>
                <a:ext uri="{FF2B5EF4-FFF2-40B4-BE49-F238E27FC236}">
                  <a16:creationId xmlns:a16="http://schemas.microsoft.com/office/drawing/2014/main" id="{9A6EF76F-3896-0032-5B6B-D501E9067C5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0">
              <a:extLst>
                <a:ext uri="{FF2B5EF4-FFF2-40B4-BE49-F238E27FC236}">
                  <a16:creationId xmlns:a16="http://schemas.microsoft.com/office/drawing/2014/main" id="{AB1324DF-0770-E566-3675-221CE2F7380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1">
              <a:extLst>
                <a:ext uri="{FF2B5EF4-FFF2-40B4-BE49-F238E27FC236}">
                  <a16:creationId xmlns:a16="http://schemas.microsoft.com/office/drawing/2014/main" id="{2A7AD54D-E225-F4C0-B170-B0E353722F8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42">
              <a:extLst>
                <a:ext uri="{FF2B5EF4-FFF2-40B4-BE49-F238E27FC236}">
                  <a16:creationId xmlns:a16="http://schemas.microsoft.com/office/drawing/2014/main" id="{0899E1FE-CBA6-32B8-D7CC-8E93C66FC22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3">
              <a:extLst>
                <a:ext uri="{FF2B5EF4-FFF2-40B4-BE49-F238E27FC236}">
                  <a16:creationId xmlns:a16="http://schemas.microsoft.com/office/drawing/2014/main" id="{16593800-3B64-C013-47A8-3172ED77A404}"/>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4">
              <a:extLst>
                <a:ext uri="{FF2B5EF4-FFF2-40B4-BE49-F238E27FC236}">
                  <a16:creationId xmlns:a16="http://schemas.microsoft.com/office/drawing/2014/main" id="{D4B49B56-46A3-8CBF-768C-574AC289545B}"/>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5">
              <a:extLst>
                <a:ext uri="{FF2B5EF4-FFF2-40B4-BE49-F238E27FC236}">
                  <a16:creationId xmlns:a16="http://schemas.microsoft.com/office/drawing/2014/main" id="{3039BF4E-C7AE-779D-4ECF-1B3EFB38D23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6">
              <a:extLst>
                <a:ext uri="{FF2B5EF4-FFF2-40B4-BE49-F238E27FC236}">
                  <a16:creationId xmlns:a16="http://schemas.microsoft.com/office/drawing/2014/main" id="{FAF7D40C-64BE-FAF4-8586-30063FD99A52}"/>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47">
              <a:extLst>
                <a:ext uri="{FF2B5EF4-FFF2-40B4-BE49-F238E27FC236}">
                  <a16:creationId xmlns:a16="http://schemas.microsoft.com/office/drawing/2014/main" id="{67040AF2-05EC-61F0-5F20-98AD9A78AF7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48">
              <a:extLst>
                <a:ext uri="{FF2B5EF4-FFF2-40B4-BE49-F238E27FC236}">
                  <a16:creationId xmlns:a16="http://schemas.microsoft.com/office/drawing/2014/main" id="{BFAFD69C-FA30-B24B-9432-E6061B0EF9B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49">
              <a:extLst>
                <a:ext uri="{FF2B5EF4-FFF2-40B4-BE49-F238E27FC236}">
                  <a16:creationId xmlns:a16="http://schemas.microsoft.com/office/drawing/2014/main" id="{01EF5181-3517-09F5-48DC-ACCFB4B75A2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0">
              <a:extLst>
                <a:ext uri="{FF2B5EF4-FFF2-40B4-BE49-F238E27FC236}">
                  <a16:creationId xmlns:a16="http://schemas.microsoft.com/office/drawing/2014/main" id="{93FB7337-681C-40D5-7EB5-CBCD8E2CB914}"/>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51">
              <a:extLst>
                <a:ext uri="{FF2B5EF4-FFF2-40B4-BE49-F238E27FC236}">
                  <a16:creationId xmlns:a16="http://schemas.microsoft.com/office/drawing/2014/main" id="{2593E835-B99A-E0E9-1884-4395417F6260}"/>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52">
              <a:extLst>
                <a:ext uri="{FF2B5EF4-FFF2-40B4-BE49-F238E27FC236}">
                  <a16:creationId xmlns:a16="http://schemas.microsoft.com/office/drawing/2014/main" id="{83A0F937-CAD4-D0BB-8473-AFCA044F53B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53">
              <a:extLst>
                <a:ext uri="{FF2B5EF4-FFF2-40B4-BE49-F238E27FC236}">
                  <a16:creationId xmlns:a16="http://schemas.microsoft.com/office/drawing/2014/main" id="{3064638E-A969-0448-43B4-CE43228DA64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54">
              <a:extLst>
                <a:ext uri="{FF2B5EF4-FFF2-40B4-BE49-F238E27FC236}">
                  <a16:creationId xmlns:a16="http://schemas.microsoft.com/office/drawing/2014/main" id="{25F5876B-E941-E6E6-502F-E99801BF9D21}"/>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55">
              <a:extLst>
                <a:ext uri="{FF2B5EF4-FFF2-40B4-BE49-F238E27FC236}">
                  <a16:creationId xmlns:a16="http://schemas.microsoft.com/office/drawing/2014/main" id="{2ED9F00B-9590-26C8-EF5D-8F76C33E907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56">
              <a:extLst>
                <a:ext uri="{FF2B5EF4-FFF2-40B4-BE49-F238E27FC236}">
                  <a16:creationId xmlns:a16="http://schemas.microsoft.com/office/drawing/2014/main" id="{8C9D958C-874D-3352-FF96-076DE031084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57">
              <a:extLst>
                <a:ext uri="{FF2B5EF4-FFF2-40B4-BE49-F238E27FC236}">
                  <a16:creationId xmlns:a16="http://schemas.microsoft.com/office/drawing/2014/main" id="{1716BEAE-5B72-4FBB-31BD-DB1D328DC5F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58">
              <a:extLst>
                <a:ext uri="{FF2B5EF4-FFF2-40B4-BE49-F238E27FC236}">
                  <a16:creationId xmlns:a16="http://schemas.microsoft.com/office/drawing/2014/main" id="{CB76D2C8-90B9-651C-F831-2B7922C811D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59">
              <a:extLst>
                <a:ext uri="{FF2B5EF4-FFF2-40B4-BE49-F238E27FC236}">
                  <a16:creationId xmlns:a16="http://schemas.microsoft.com/office/drawing/2014/main" id="{A493D936-3BEA-24EB-AE68-A2506D35EDDD}"/>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0">
              <a:extLst>
                <a:ext uri="{FF2B5EF4-FFF2-40B4-BE49-F238E27FC236}">
                  <a16:creationId xmlns:a16="http://schemas.microsoft.com/office/drawing/2014/main" id="{26D7759A-80CD-5ECE-F40A-18599B55BD9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61">
              <a:extLst>
                <a:ext uri="{FF2B5EF4-FFF2-40B4-BE49-F238E27FC236}">
                  <a16:creationId xmlns:a16="http://schemas.microsoft.com/office/drawing/2014/main" id="{9CAA35AE-333E-BF60-54BF-7D3FD6A35109}"/>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62">
              <a:extLst>
                <a:ext uri="{FF2B5EF4-FFF2-40B4-BE49-F238E27FC236}">
                  <a16:creationId xmlns:a16="http://schemas.microsoft.com/office/drawing/2014/main" id="{C8AAD3E4-43D1-1587-9ACB-6D745CA3BBC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63">
              <a:extLst>
                <a:ext uri="{FF2B5EF4-FFF2-40B4-BE49-F238E27FC236}">
                  <a16:creationId xmlns:a16="http://schemas.microsoft.com/office/drawing/2014/main" id="{C0533B31-0E1E-31E1-573A-9CE08DFA09A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64">
              <a:extLst>
                <a:ext uri="{FF2B5EF4-FFF2-40B4-BE49-F238E27FC236}">
                  <a16:creationId xmlns:a16="http://schemas.microsoft.com/office/drawing/2014/main" id="{E7CFF210-88D9-CABE-23C7-DB6F373CAD0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65">
              <a:extLst>
                <a:ext uri="{FF2B5EF4-FFF2-40B4-BE49-F238E27FC236}">
                  <a16:creationId xmlns:a16="http://schemas.microsoft.com/office/drawing/2014/main" id="{D6095ED6-143F-A387-2868-1A5ABA003603}"/>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66">
              <a:extLst>
                <a:ext uri="{FF2B5EF4-FFF2-40B4-BE49-F238E27FC236}">
                  <a16:creationId xmlns:a16="http://schemas.microsoft.com/office/drawing/2014/main" id="{2D033264-9724-7D3E-1A1C-C3466B36184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67">
              <a:extLst>
                <a:ext uri="{FF2B5EF4-FFF2-40B4-BE49-F238E27FC236}">
                  <a16:creationId xmlns:a16="http://schemas.microsoft.com/office/drawing/2014/main" id="{A21C11CD-AD11-2DA4-47BE-F69164E07363}"/>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68">
              <a:extLst>
                <a:ext uri="{FF2B5EF4-FFF2-40B4-BE49-F238E27FC236}">
                  <a16:creationId xmlns:a16="http://schemas.microsoft.com/office/drawing/2014/main" id="{54424A41-8759-0DF1-4C30-1102D014481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69">
              <a:extLst>
                <a:ext uri="{FF2B5EF4-FFF2-40B4-BE49-F238E27FC236}">
                  <a16:creationId xmlns:a16="http://schemas.microsoft.com/office/drawing/2014/main" id="{67BD04D6-2833-2BC8-88CC-1D8F390AA7CE}"/>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0">
              <a:extLst>
                <a:ext uri="{FF2B5EF4-FFF2-40B4-BE49-F238E27FC236}">
                  <a16:creationId xmlns:a16="http://schemas.microsoft.com/office/drawing/2014/main" id="{AA42B825-C5E1-6E97-216E-8ADAB0F1CF7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71">
              <a:extLst>
                <a:ext uri="{FF2B5EF4-FFF2-40B4-BE49-F238E27FC236}">
                  <a16:creationId xmlns:a16="http://schemas.microsoft.com/office/drawing/2014/main" id="{9C2C409F-D671-567A-6157-99A733C1020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72">
              <a:extLst>
                <a:ext uri="{FF2B5EF4-FFF2-40B4-BE49-F238E27FC236}">
                  <a16:creationId xmlns:a16="http://schemas.microsoft.com/office/drawing/2014/main" id="{B07AFDA9-950A-05D2-FE82-BC08CA1107C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73">
              <a:extLst>
                <a:ext uri="{FF2B5EF4-FFF2-40B4-BE49-F238E27FC236}">
                  <a16:creationId xmlns:a16="http://schemas.microsoft.com/office/drawing/2014/main" id="{1D0ACB34-B658-1803-94BD-6DC322CF210E}"/>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74">
              <a:extLst>
                <a:ext uri="{FF2B5EF4-FFF2-40B4-BE49-F238E27FC236}">
                  <a16:creationId xmlns:a16="http://schemas.microsoft.com/office/drawing/2014/main" id="{80083773-A201-9606-F6CA-7E3D4A04CEE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75">
              <a:extLst>
                <a:ext uri="{FF2B5EF4-FFF2-40B4-BE49-F238E27FC236}">
                  <a16:creationId xmlns:a16="http://schemas.microsoft.com/office/drawing/2014/main" id="{3984A191-ED45-0284-26D1-ABC76EEA14B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76">
              <a:extLst>
                <a:ext uri="{FF2B5EF4-FFF2-40B4-BE49-F238E27FC236}">
                  <a16:creationId xmlns:a16="http://schemas.microsoft.com/office/drawing/2014/main" id="{4234BBD5-B4BD-E58E-7DE5-C30D0F5319ED}"/>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77">
              <a:extLst>
                <a:ext uri="{FF2B5EF4-FFF2-40B4-BE49-F238E27FC236}">
                  <a16:creationId xmlns:a16="http://schemas.microsoft.com/office/drawing/2014/main" id="{9B2C9FA2-372F-2B20-F3CC-D4E0995DB50F}"/>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78">
              <a:extLst>
                <a:ext uri="{FF2B5EF4-FFF2-40B4-BE49-F238E27FC236}">
                  <a16:creationId xmlns:a16="http://schemas.microsoft.com/office/drawing/2014/main" id="{FD8A59D1-2F09-199B-2AE0-EC7DD060B37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79">
              <a:extLst>
                <a:ext uri="{FF2B5EF4-FFF2-40B4-BE49-F238E27FC236}">
                  <a16:creationId xmlns:a16="http://schemas.microsoft.com/office/drawing/2014/main" id="{499BCA20-4E09-6E5C-C295-2F2BB04A06A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0">
              <a:extLst>
                <a:ext uri="{FF2B5EF4-FFF2-40B4-BE49-F238E27FC236}">
                  <a16:creationId xmlns:a16="http://schemas.microsoft.com/office/drawing/2014/main" id="{3344B94F-722C-D7D2-0CD5-A6D41FE7B7B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81">
              <a:extLst>
                <a:ext uri="{FF2B5EF4-FFF2-40B4-BE49-F238E27FC236}">
                  <a16:creationId xmlns:a16="http://schemas.microsoft.com/office/drawing/2014/main" id="{71DEB6DF-43F7-195F-4A36-E36767D736E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82">
              <a:extLst>
                <a:ext uri="{FF2B5EF4-FFF2-40B4-BE49-F238E27FC236}">
                  <a16:creationId xmlns:a16="http://schemas.microsoft.com/office/drawing/2014/main" id="{B37CC2D5-965F-8556-4244-55B5CBDD33B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83">
              <a:extLst>
                <a:ext uri="{FF2B5EF4-FFF2-40B4-BE49-F238E27FC236}">
                  <a16:creationId xmlns:a16="http://schemas.microsoft.com/office/drawing/2014/main" id="{4CEF14B8-40DC-DC1A-CC00-E51C37EE2664}"/>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84">
              <a:extLst>
                <a:ext uri="{FF2B5EF4-FFF2-40B4-BE49-F238E27FC236}">
                  <a16:creationId xmlns:a16="http://schemas.microsoft.com/office/drawing/2014/main" id="{31283289-1618-826E-B913-800058FBDE3F}"/>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85">
              <a:extLst>
                <a:ext uri="{FF2B5EF4-FFF2-40B4-BE49-F238E27FC236}">
                  <a16:creationId xmlns:a16="http://schemas.microsoft.com/office/drawing/2014/main" id="{16F9858B-404C-319F-8D3B-A805D6B5B57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86">
              <a:extLst>
                <a:ext uri="{FF2B5EF4-FFF2-40B4-BE49-F238E27FC236}">
                  <a16:creationId xmlns:a16="http://schemas.microsoft.com/office/drawing/2014/main" id="{51852C78-79EB-B2F4-E97E-040A22CF03FC}"/>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87">
              <a:extLst>
                <a:ext uri="{FF2B5EF4-FFF2-40B4-BE49-F238E27FC236}">
                  <a16:creationId xmlns:a16="http://schemas.microsoft.com/office/drawing/2014/main" id="{0B1A98FC-AADC-72DF-EB9A-095DEC7E5F8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88">
              <a:extLst>
                <a:ext uri="{FF2B5EF4-FFF2-40B4-BE49-F238E27FC236}">
                  <a16:creationId xmlns:a16="http://schemas.microsoft.com/office/drawing/2014/main" id="{B7D6BC55-A61C-D5B9-766C-BC61752A6D5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89">
              <a:extLst>
                <a:ext uri="{FF2B5EF4-FFF2-40B4-BE49-F238E27FC236}">
                  <a16:creationId xmlns:a16="http://schemas.microsoft.com/office/drawing/2014/main" id="{AA9A243E-BE39-4BCA-1131-B199E231FDAB}"/>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0">
              <a:extLst>
                <a:ext uri="{FF2B5EF4-FFF2-40B4-BE49-F238E27FC236}">
                  <a16:creationId xmlns:a16="http://schemas.microsoft.com/office/drawing/2014/main" id="{8F196349-9941-BD19-B592-C24D881B8A29}"/>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791">
              <a:extLst>
                <a:ext uri="{FF2B5EF4-FFF2-40B4-BE49-F238E27FC236}">
                  <a16:creationId xmlns:a16="http://schemas.microsoft.com/office/drawing/2014/main" id="{BF10023F-152C-4343-097B-EDDFEA557C11}"/>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792">
              <a:extLst>
                <a:ext uri="{FF2B5EF4-FFF2-40B4-BE49-F238E27FC236}">
                  <a16:creationId xmlns:a16="http://schemas.microsoft.com/office/drawing/2014/main" id="{0E248E4F-8793-9CB1-E82D-DB89D69F087F}"/>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793">
              <a:extLst>
                <a:ext uri="{FF2B5EF4-FFF2-40B4-BE49-F238E27FC236}">
                  <a16:creationId xmlns:a16="http://schemas.microsoft.com/office/drawing/2014/main" id="{B6214A96-240D-7EF8-07D2-92D332E8F06A}"/>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794">
              <a:extLst>
                <a:ext uri="{FF2B5EF4-FFF2-40B4-BE49-F238E27FC236}">
                  <a16:creationId xmlns:a16="http://schemas.microsoft.com/office/drawing/2014/main" id="{02ED43B7-2E9A-1B8B-E306-2BC3B85CA5DD}"/>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795">
              <a:extLst>
                <a:ext uri="{FF2B5EF4-FFF2-40B4-BE49-F238E27FC236}">
                  <a16:creationId xmlns:a16="http://schemas.microsoft.com/office/drawing/2014/main" id="{38A03FED-629A-942A-1F6F-4995A5E94D55}"/>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796">
              <a:extLst>
                <a:ext uri="{FF2B5EF4-FFF2-40B4-BE49-F238E27FC236}">
                  <a16:creationId xmlns:a16="http://schemas.microsoft.com/office/drawing/2014/main" id="{DBADF1DD-C93C-AE39-5C06-03AC01B8A3CC}"/>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797">
              <a:extLst>
                <a:ext uri="{FF2B5EF4-FFF2-40B4-BE49-F238E27FC236}">
                  <a16:creationId xmlns:a16="http://schemas.microsoft.com/office/drawing/2014/main" id="{96381B5F-5D7F-67FC-EE09-C040DEB6FC86}"/>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798">
              <a:extLst>
                <a:ext uri="{FF2B5EF4-FFF2-40B4-BE49-F238E27FC236}">
                  <a16:creationId xmlns:a16="http://schemas.microsoft.com/office/drawing/2014/main" id="{1A176EB7-9DE1-BFD6-0509-A41554A61AD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799">
              <a:extLst>
                <a:ext uri="{FF2B5EF4-FFF2-40B4-BE49-F238E27FC236}">
                  <a16:creationId xmlns:a16="http://schemas.microsoft.com/office/drawing/2014/main" id="{FD85DE84-8E67-E9AB-9999-0F11567F8C9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0">
              <a:extLst>
                <a:ext uri="{FF2B5EF4-FFF2-40B4-BE49-F238E27FC236}">
                  <a16:creationId xmlns:a16="http://schemas.microsoft.com/office/drawing/2014/main" id="{41C7CF0B-C91E-3B9F-70FF-62B00DCC16D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01">
              <a:extLst>
                <a:ext uri="{FF2B5EF4-FFF2-40B4-BE49-F238E27FC236}">
                  <a16:creationId xmlns:a16="http://schemas.microsoft.com/office/drawing/2014/main" id="{1EE347A3-9AAD-0642-BD51-205D1C128E10}"/>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02">
              <a:extLst>
                <a:ext uri="{FF2B5EF4-FFF2-40B4-BE49-F238E27FC236}">
                  <a16:creationId xmlns:a16="http://schemas.microsoft.com/office/drawing/2014/main" id="{CA33AFC7-433D-5040-0E0D-AE3B8936F1BC}"/>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03">
              <a:extLst>
                <a:ext uri="{FF2B5EF4-FFF2-40B4-BE49-F238E27FC236}">
                  <a16:creationId xmlns:a16="http://schemas.microsoft.com/office/drawing/2014/main" id="{59258960-C036-4B81-43EB-77FE5C679F47}"/>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04">
              <a:extLst>
                <a:ext uri="{FF2B5EF4-FFF2-40B4-BE49-F238E27FC236}">
                  <a16:creationId xmlns:a16="http://schemas.microsoft.com/office/drawing/2014/main" id="{CCC145BC-B4E3-8594-F547-877A0412EA6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05">
              <a:extLst>
                <a:ext uri="{FF2B5EF4-FFF2-40B4-BE49-F238E27FC236}">
                  <a16:creationId xmlns:a16="http://schemas.microsoft.com/office/drawing/2014/main" id="{2675F63D-2094-35C2-67B5-725011F3FE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0" name="Freeform 806">
              <a:extLst>
                <a:ext uri="{FF2B5EF4-FFF2-40B4-BE49-F238E27FC236}">
                  <a16:creationId xmlns:a16="http://schemas.microsoft.com/office/drawing/2014/main" id="{EC1DA3AA-8EB2-D231-BA33-C0241FD4F30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1" name="Freeform 807">
              <a:extLst>
                <a:ext uri="{FF2B5EF4-FFF2-40B4-BE49-F238E27FC236}">
                  <a16:creationId xmlns:a16="http://schemas.microsoft.com/office/drawing/2014/main" id="{6F9D1232-AA0E-6011-8702-7E2C717B30A4}"/>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808">
              <a:extLst>
                <a:ext uri="{FF2B5EF4-FFF2-40B4-BE49-F238E27FC236}">
                  <a16:creationId xmlns:a16="http://schemas.microsoft.com/office/drawing/2014/main" id="{9A0DEA01-43A8-A78A-AF0D-8D1EF51DAF9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809">
              <a:extLst>
                <a:ext uri="{FF2B5EF4-FFF2-40B4-BE49-F238E27FC236}">
                  <a16:creationId xmlns:a16="http://schemas.microsoft.com/office/drawing/2014/main" id="{2AFCE29F-F7A2-85AF-7071-D04386211B7A}"/>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810">
              <a:extLst>
                <a:ext uri="{FF2B5EF4-FFF2-40B4-BE49-F238E27FC236}">
                  <a16:creationId xmlns:a16="http://schemas.microsoft.com/office/drawing/2014/main" id="{9AC9A5A6-9B75-1CC9-17E3-879FECF64A9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811">
              <a:extLst>
                <a:ext uri="{FF2B5EF4-FFF2-40B4-BE49-F238E27FC236}">
                  <a16:creationId xmlns:a16="http://schemas.microsoft.com/office/drawing/2014/main" id="{C9C4E509-D11B-C34C-203D-EE28B46C5A0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812">
              <a:extLst>
                <a:ext uri="{FF2B5EF4-FFF2-40B4-BE49-F238E27FC236}">
                  <a16:creationId xmlns:a16="http://schemas.microsoft.com/office/drawing/2014/main" id="{F3794D6B-1789-0AC6-AFAF-1F53D8FCE2A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813">
              <a:extLst>
                <a:ext uri="{FF2B5EF4-FFF2-40B4-BE49-F238E27FC236}">
                  <a16:creationId xmlns:a16="http://schemas.microsoft.com/office/drawing/2014/main" id="{4B42ADC1-7E20-9DD0-4851-E5055E9F9F5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814">
              <a:extLst>
                <a:ext uri="{FF2B5EF4-FFF2-40B4-BE49-F238E27FC236}">
                  <a16:creationId xmlns:a16="http://schemas.microsoft.com/office/drawing/2014/main" id="{5D94CAA1-30C1-9624-5C8A-DC3925AD68C9}"/>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30" name="!!Speech Bubble: Rectangle 19">
            <a:extLst>
              <a:ext uri="{FF2B5EF4-FFF2-40B4-BE49-F238E27FC236}">
                <a16:creationId xmlns:a16="http://schemas.microsoft.com/office/drawing/2014/main" id="{230B5CCC-1616-1EC1-B29E-0C4C69BFDFC6}"/>
              </a:ext>
            </a:extLst>
          </p:cNvPr>
          <p:cNvSpPr/>
          <p:nvPr/>
        </p:nvSpPr>
        <p:spPr>
          <a:xfrm>
            <a:off x="6769517" y="5017610"/>
            <a:ext cx="3203158" cy="727528"/>
          </a:xfrm>
          <a:prstGeom prst="wedgeRectCallout">
            <a:avLst>
              <a:gd name="adj1" fmla="val -25250"/>
              <a:gd name="adj2" fmla="val 74774"/>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extBox 20">
            <a:extLst>
              <a:ext uri="{FF2B5EF4-FFF2-40B4-BE49-F238E27FC236}">
                <a16:creationId xmlns:a16="http://schemas.microsoft.com/office/drawing/2014/main" id="{C12888FD-721A-2472-4726-DDB162ED72C8}"/>
              </a:ext>
            </a:extLst>
          </p:cNvPr>
          <p:cNvSpPr txBox="1"/>
          <p:nvPr/>
        </p:nvSpPr>
        <p:spPr>
          <a:xfrm>
            <a:off x="6759329" y="5035214"/>
            <a:ext cx="3279358"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Dude, I </a:t>
            </a:r>
            <a:r>
              <a:rPr lang="en-US" b="1" dirty="0">
                <a:latin typeface="Roboto Light" panose="02000000000000000000" pitchFamily="2" charset="0"/>
                <a:ea typeface="Roboto Light" panose="02000000000000000000" pitchFamily="2" charset="0"/>
              </a:rPr>
              <a:t>need</a:t>
            </a:r>
            <a:r>
              <a:rPr lang="en-US" dirty="0">
                <a:latin typeface="Roboto Light" panose="02000000000000000000" pitchFamily="2" charset="0"/>
                <a:ea typeface="Roboto Light" panose="02000000000000000000" pitchFamily="2" charset="0"/>
              </a:rPr>
              <a:t> my Alexa integration. It's a deal breaker. </a:t>
            </a:r>
          </a:p>
        </p:txBody>
      </p:sp>
      <p:pic>
        <p:nvPicPr>
          <p:cNvPr id="132" name="Person 2">
            <a:extLst>
              <a:ext uri="{FF2B5EF4-FFF2-40B4-BE49-F238E27FC236}">
                <a16:creationId xmlns:a16="http://schemas.microsoft.com/office/drawing/2014/main" id="{C0E8FC34-AA37-3198-B941-D7E28B605259}"/>
              </a:ext>
            </a:extLst>
          </p:cNvPr>
          <p:cNvPicPr>
            <a:picLocks noChangeAspect="1"/>
          </p:cNvPicPr>
          <p:nvPr/>
        </p:nvPicPr>
        <p:blipFill>
          <a:blip r:embed="rId9"/>
          <a:stretch>
            <a:fillRect/>
          </a:stretch>
        </p:blipFill>
        <p:spPr>
          <a:xfrm>
            <a:off x="7128929" y="5951654"/>
            <a:ext cx="751489" cy="1513368"/>
          </a:xfrm>
          <a:prstGeom prst="rect">
            <a:avLst/>
          </a:prstGeom>
        </p:spPr>
      </p:pic>
      <p:sp>
        <p:nvSpPr>
          <p:cNvPr id="13" name="!!Red text 3">
            <a:extLst>
              <a:ext uri="{FF2B5EF4-FFF2-40B4-BE49-F238E27FC236}">
                <a16:creationId xmlns:a16="http://schemas.microsoft.com/office/drawing/2014/main" id="{DAFB20BE-A204-7F72-B68F-975A3A43E4D7}"/>
              </a:ext>
            </a:extLst>
          </p:cNvPr>
          <p:cNvSpPr txBox="1"/>
          <p:nvPr/>
        </p:nvSpPr>
        <p:spPr>
          <a:xfrm>
            <a:off x="1563548" y="4350162"/>
            <a:ext cx="4252007"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Seamless Alexa integration</a:t>
            </a:r>
          </a:p>
        </p:txBody>
      </p:sp>
      <p:pic>
        <p:nvPicPr>
          <p:cNvPr id="12" name="!!AWS">
            <a:extLst>
              <a:ext uri="{FF2B5EF4-FFF2-40B4-BE49-F238E27FC236}">
                <a16:creationId xmlns:a16="http://schemas.microsoft.com/office/drawing/2014/main" id="{381E995E-405B-0893-D16F-EF5394FCD611}"/>
              </a:ext>
            </a:extLst>
          </p:cNvPr>
          <p:cNvPicPr>
            <a:picLocks noChangeAspect="1"/>
          </p:cNvPicPr>
          <p:nvPr/>
        </p:nvPicPr>
        <p:blipFill>
          <a:blip r:embed="rId10"/>
          <a:stretch>
            <a:fillRect/>
          </a:stretch>
        </p:blipFill>
        <p:spPr>
          <a:xfrm>
            <a:off x="2608996" y="2786256"/>
            <a:ext cx="2152331" cy="1276806"/>
          </a:xfrm>
          <a:prstGeom prst="rect">
            <a:avLst/>
          </a:prstGeom>
        </p:spPr>
      </p:pic>
      <p:pic>
        <p:nvPicPr>
          <p:cNvPr id="7" name="!!Cloud">
            <a:extLst>
              <a:ext uri="{FF2B5EF4-FFF2-40B4-BE49-F238E27FC236}">
                <a16:creationId xmlns:a16="http://schemas.microsoft.com/office/drawing/2014/main" id="{FB2EA99B-8522-9B2B-9935-8D9349B921D7}"/>
              </a:ext>
            </a:extLst>
          </p:cNvPr>
          <p:cNvPicPr>
            <a:picLocks noChangeAspect="1"/>
          </p:cNvPicPr>
          <p:nvPr/>
        </p:nvPicPr>
        <p:blipFill>
          <a:blip r:embed="rId11"/>
          <a:srcRect/>
          <a:stretch/>
        </p:blipFill>
        <p:spPr>
          <a:xfrm>
            <a:off x="5024585" y="2693344"/>
            <a:ext cx="2152331" cy="1280424"/>
          </a:xfrm>
          <a:prstGeom prst="rect">
            <a:avLst/>
          </a:prstGeom>
        </p:spPr>
      </p:pic>
      <p:sp>
        <p:nvSpPr>
          <p:cNvPr id="16" name="!!Header whiteout">
            <a:extLst>
              <a:ext uri="{FF2B5EF4-FFF2-40B4-BE49-F238E27FC236}">
                <a16:creationId xmlns:a16="http://schemas.microsoft.com/office/drawing/2014/main" id="{B55A16EE-7104-2594-36A3-48032461070B}"/>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Header Text 1">
            <a:extLst>
              <a:ext uri="{FF2B5EF4-FFF2-40B4-BE49-F238E27FC236}">
                <a16:creationId xmlns:a16="http://schemas.microsoft.com/office/drawing/2014/main" id="{C85EB32A-AD9B-5E74-F80E-71A05D8C889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255506485"/>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EC51AC-F664-579B-26CC-A41AAC98C708}"/>
              </a:ext>
            </a:extLst>
          </p:cNvPr>
          <p:cNvSpPr txBox="1"/>
          <p:nvPr/>
        </p:nvSpPr>
        <p:spPr>
          <a:xfrm>
            <a:off x="5280253" y="3389028"/>
            <a:ext cx="1657350"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Dynamic DNS</a:t>
            </a:r>
          </a:p>
        </p:txBody>
      </p:sp>
      <p:sp>
        <p:nvSpPr>
          <p:cNvPr id="10" name="TextBox 9">
            <a:extLst>
              <a:ext uri="{FF2B5EF4-FFF2-40B4-BE49-F238E27FC236}">
                <a16:creationId xmlns:a16="http://schemas.microsoft.com/office/drawing/2014/main" id="{02F67C4D-4AF5-2F1D-DB8F-524A0730A97B}"/>
              </a:ext>
            </a:extLst>
          </p:cNvPr>
          <p:cNvSpPr txBox="1"/>
          <p:nvPr/>
        </p:nvSpPr>
        <p:spPr>
          <a:xfrm>
            <a:off x="5190193" y="3389028"/>
            <a:ext cx="1929416"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Port Forwarding</a:t>
            </a:r>
          </a:p>
        </p:txBody>
      </p:sp>
      <p:sp>
        <p:nvSpPr>
          <p:cNvPr id="11" name="TextBox 10">
            <a:extLst>
              <a:ext uri="{FF2B5EF4-FFF2-40B4-BE49-F238E27FC236}">
                <a16:creationId xmlns:a16="http://schemas.microsoft.com/office/drawing/2014/main" id="{B4BAA698-FD5B-889F-67AF-1795E296503C}"/>
              </a:ext>
            </a:extLst>
          </p:cNvPr>
          <p:cNvSpPr txBox="1"/>
          <p:nvPr/>
        </p:nvSpPr>
        <p:spPr>
          <a:xfrm>
            <a:off x="5362097" y="3395354"/>
            <a:ext cx="1718183"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Let's Encrypt</a:t>
            </a:r>
          </a:p>
        </p:txBody>
      </p:sp>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8991271" y="2418247"/>
            <a:ext cx="1520077" cy="1888377"/>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a:off x="1944216" y="3429000"/>
            <a:ext cx="7386260" cy="0"/>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54452"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1541614" y="33712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1307757" y="33999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9330476" y="3165953"/>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3700659" y="1103372"/>
            <a:ext cx="4791697"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voice control</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8"/>
          <a:stretch>
            <a:fillRect/>
          </a:stretch>
        </p:blipFill>
        <p:spPr>
          <a:xfrm>
            <a:off x="7841696" y="2929453"/>
            <a:ext cx="813222" cy="990412"/>
          </a:xfrm>
          <a:prstGeom prst="rect">
            <a:avLst/>
          </a:prstGeom>
        </p:spPr>
      </p:pic>
      <p:grpSp>
        <p:nvGrpSpPr>
          <p:cNvPr id="3" name="!!Group 3">
            <a:extLst>
              <a:ext uri="{FF2B5EF4-FFF2-40B4-BE49-F238E27FC236}">
                <a16:creationId xmlns:a16="http://schemas.microsoft.com/office/drawing/2014/main" id="{D6CD7F5B-D4F8-FF70-A2A4-AA4E519A23C7}"/>
              </a:ext>
            </a:extLst>
          </p:cNvPr>
          <p:cNvGrpSpPr/>
          <p:nvPr/>
        </p:nvGrpSpPr>
        <p:grpSpPr>
          <a:xfrm>
            <a:off x="1390575" y="29670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d text 2">
            <a:extLst>
              <a:ext uri="{FF2B5EF4-FFF2-40B4-BE49-F238E27FC236}">
                <a16:creationId xmlns:a16="http://schemas.microsoft.com/office/drawing/2014/main" id="{ADFF7360-1997-0ADD-E936-11F230CB249F}"/>
              </a:ext>
            </a:extLst>
          </p:cNvPr>
          <p:cNvSpPr txBox="1"/>
          <p:nvPr/>
        </p:nvSpPr>
        <p:spPr>
          <a:xfrm>
            <a:off x="6937603" y="1690061"/>
            <a:ext cx="3596269"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"Home Assistant Cloud"</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plugin</a:t>
            </a:r>
          </a:p>
        </p:txBody>
      </p:sp>
      <p:grpSp>
        <p:nvGrpSpPr>
          <p:cNvPr id="15" name="Arrow 2">
            <a:extLst>
              <a:ext uri="{FF2B5EF4-FFF2-40B4-BE49-F238E27FC236}">
                <a16:creationId xmlns:a16="http://schemas.microsoft.com/office/drawing/2014/main" id="{C2B50A4F-DFCA-A39A-93A3-4F14129C2ABE}"/>
              </a:ext>
            </a:extLst>
          </p:cNvPr>
          <p:cNvGrpSpPr>
            <a:grpSpLocks noChangeAspect="1"/>
          </p:cNvGrpSpPr>
          <p:nvPr/>
        </p:nvGrpSpPr>
        <p:grpSpPr bwMode="auto">
          <a:xfrm rot="5898507" flipH="1">
            <a:off x="6121541" y="1763842"/>
            <a:ext cx="904172" cy="943180"/>
            <a:chOff x="1328" y="0"/>
            <a:chExt cx="3106" cy="3240"/>
          </a:xfrm>
          <a:solidFill>
            <a:srgbClr val="C00000"/>
          </a:solidFill>
        </p:grpSpPr>
        <p:sp>
          <p:nvSpPr>
            <p:cNvPr id="24" name="Freeform 716">
              <a:extLst>
                <a:ext uri="{FF2B5EF4-FFF2-40B4-BE49-F238E27FC236}">
                  <a16:creationId xmlns:a16="http://schemas.microsoft.com/office/drawing/2014/main" id="{E76A6E25-2904-3823-2C34-298103C95A9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17">
              <a:extLst>
                <a:ext uri="{FF2B5EF4-FFF2-40B4-BE49-F238E27FC236}">
                  <a16:creationId xmlns:a16="http://schemas.microsoft.com/office/drawing/2014/main" id="{C2E8F40D-8ED6-7F93-59A0-76542DAE634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18">
              <a:extLst>
                <a:ext uri="{FF2B5EF4-FFF2-40B4-BE49-F238E27FC236}">
                  <a16:creationId xmlns:a16="http://schemas.microsoft.com/office/drawing/2014/main" id="{E2F9A61E-297E-CC4E-1CFE-1B353715242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19">
              <a:extLst>
                <a:ext uri="{FF2B5EF4-FFF2-40B4-BE49-F238E27FC236}">
                  <a16:creationId xmlns:a16="http://schemas.microsoft.com/office/drawing/2014/main" id="{C2AFD57A-CD37-E58D-9694-9EB721C886B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0">
              <a:extLst>
                <a:ext uri="{FF2B5EF4-FFF2-40B4-BE49-F238E27FC236}">
                  <a16:creationId xmlns:a16="http://schemas.microsoft.com/office/drawing/2014/main" id="{C9BD2CF6-5A49-3ACD-C8C2-52FEFB69645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1">
              <a:extLst>
                <a:ext uri="{FF2B5EF4-FFF2-40B4-BE49-F238E27FC236}">
                  <a16:creationId xmlns:a16="http://schemas.microsoft.com/office/drawing/2014/main" id="{67587E29-F3F9-09CC-E57C-447A3836E4D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2">
              <a:extLst>
                <a:ext uri="{FF2B5EF4-FFF2-40B4-BE49-F238E27FC236}">
                  <a16:creationId xmlns:a16="http://schemas.microsoft.com/office/drawing/2014/main" id="{7A605749-773E-C4B2-249B-B0C15122EBE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23">
              <a:extLst>
                <a:ext uri="{FF2B5EF4-FFF2-40B4-BE49-F238E27FC236}">
                  <a16:creationId xmlns:a16="http://schemas.microsoft.com/office/drawing/2014/main" id="{E17B632E-A8E0-E8B3-E316-10A9EAB88F7B}"/>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24">
              <a:extLst>
                <a:ext uri="{FF2B5EF4-FFF2-40B4-BE49-F238E27FC236}">
                  <a16:creationId xmlns:a16="http://schemas.microsoft.com/office/drawing/2014/main" id="{FADCB637-6F54-897F-5E06-4BF0A49F987A}"/>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25">
              <a:extLst>
                <a:ext uri="{FF2B5EF4-FFF2-40B4-BE49-F238E27FC236}">
                  <a16:creationId xmlns:a16="http://schemas.microsoft.com/office/drawing/2014/main" id="{1F39B600-BBEE-A3CF-1A5E-C707A7F7E6EC}"/>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26">
              <a:extLst>
                <a:ext uri="{FF2B5EF4-FFF2-40B4-BE49-F238E27FC236}">
                  <a16:creationId xmlns:a16="http://schemas.microsoft.com/office/drawing/2014/main" id="{408AA643-2A4F-E32D-B748-5C00F7AC04F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27">
              <a:extLst>
                <a:ext uri="{FF2B5EF4-FFF2-40B4-BE49-F238E27FC236}">
                  <a16:creationId xmlns:a16="http://schemas.microsoft.com/office/drawing/2014/main" id="{A249EBBC-72EE-485C-A0C1-D7A7B3F5DFC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28">
              <a:extLst>
                <a:ext uri="{FF2B5EF4-FFF2-40B4-BE49-F238E27FC236}">
                  <a16:creationId xmlns:a16="http://schemas.microsoft.com/office/drawing/2014/main" id="{E3C5C1ED-C009-C16E-9C0D-2A12B5D3A88D}"/>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29">
              <a:extLst>
                <a:ext uri="{FF2B5EF4-FFF2-40B4-BE49-F238E27FC236}">
                  <a16:creationId xmlns:a16="http://schemas.microsoft.com/office/drawing/2014/main" id="{5340B7A4-CE67-290B-1251-7B41F40F888E}"/>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0">
              <a:extLst>
                <a:ext uri="{FF2B5EF4-FFF2-40B4-BE49-F238E27FC236}">
                  <a16:creationId xmlns:a16="http://schemas.microsoft.com/office/drawing/2014/main" id="{201C86C1-D121-F165-DC49-3090FE7B1655}"/>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1">
              <a:extLst>
                <a:ext uri="{FF2B5EF4-FFF2-40B4-BE49-F238E27FC236}">
                  <a16:creationId xmlns:a16="http://schemas.microsoft.com/office/drawing/2014/main" id="{1BEF62F8-3F52-308B-5D59-21A79752097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2">
              <a:extLst>
                <a:ext uri="{FF2B5EF4-FFF2-40B4-BE49-F238E27FC236}">
                  <a16:creationId xmlns:a16="http://schemas.microsoft.com/office/drawing/2014/main" id="{01A65807-669B-4EFA-F7FF-568B54068351}"/>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33">
              <a:extLst>
                <a:ext uri="{FF2B5EF4-FFF2-40B4-BE49-F238E27FC236}">
                  <a16:creationId xmlns:a16="http://schemas.microsoft.com/office/drawing/2014/main" id="{2805F1B0-4C46-51F8-0693-1EC7ED1FBDD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4">
              <a:extLst>
                <a:ext uri="{FF2B5EF4-FFF2-40B4-BE49-F238E27FC236}">
                  <a16:creationId xmlns:a16="http://schemas.microsoft.com/office/drawing/2014/main" id="{627DAF2B-BA9C-6080-1255-8D26700A11C2}"/>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5">
              <a:extLst>
                <a:ext uri="{FF2B5EF4-FFF2-40B4-BE49-F238E27FC236}">
                  <a16:creationId xmlns:a16="http://schemas.microsoft.com/office/drawing/2014/main" id="{87264C9B-A3C5-0B67-8442-4D4E1109296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6">
              <a:extLst>
                <a:ext uri="{FF2B5EF4-FFF2-40B4-BE49-F238E27FC236}">
                  <a16:creationId xmlns:a16="http://schemas.microsoft.com/office/drawing/2014/main" id="{4FAFA932-AC85-77AC-2322-0A8074E4C9C4}"/>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37">
              <a:extLst>
                <a:ext uri="{FF2B5EF4-FFF2-40B4-BE49-F238E27FC236}">
                  <a16:creationId xmlns:a16="http://schemas.microsoft.com/office/drawing/2014/main" id="{EAD99AF9-1303-4B4E-7964-521545EC8A4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38">
              <a:extLst>
                <a:ext uri="{FF2B5EF4-FFF2-40B4-BE49-F238E27FC236}">
                  <a16:creationId xmlns:a16="http://schemas.microsoft.com/office/drawing/2014/main" id="{D6FA497F-5F36-485F-1166-4937AD2FDB51}"/>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39">
              <a:extLst>
                <a:ext uri="{FF2B5EF4-FFF2-40B4-BE49-F238E27FC236}">
                  <a16:creationId xmlns:a16="http://schemas.microsoft.com/office/drawing/2014/main" id="{9A6EF76F-3896-0032-5B6B-D501E9067C5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0">
              <a:extLst>
                <a:ext uri="{FF2B5EF4-FFF2-40B4-BE49-F238E27FC236}">
                  <a16:creationId xmlns:a16="http://schemas.microsoft.com/office/drawing/2014/main" id="{AB1324DF-0770-E566-3675-221CE2F7380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1">
              <a:extLst>
                <a:ext uri="{FF2B5EF4-FFF2-40B4-BE49-F238E27FC236}">
                  <a16:creationId xmlns:a16="http://schemas.microsoft.com/office/drawing/2014/main" id="{2A7AD54D-E225-F4C0-B170-B0E353722F8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42">
              <a:extLst>
                <a:ext uri="{FF2B5EF4-FFF2-40B4-BE49-F238E27FC236}">
                  <a16:creationId xmlns:a16="http://schemas.microsoft.com/office/drawing/2014/main" id="{0899E1FE-CBA6-32B8-D7CC-8E93C66FC22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3">
              <a:extLst>
                <a:ext uri="{FF2B5EF4-FFF2-40B4-BE49-F238E27FC236}">
                  <a16:creationId xmlns:a16="http://schemas.microsoft.com/office/drawing/2014/main" id="{16593800-3B64-C013-47A8-3172ED77A404}"/>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4">
              <a:extLst>
                <a:ext uri="{FF2B5EF4-FFF2-40B4-BE49-F238E27FC236}">
                  <a16:creationId xmlns:a16="http://schemas.microsoft.com/office/drawing/2014/main" id="{D4B49B56-46A3-8CBF-768C-574AC289545B}"/>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5">
              <a:extLst>
                <a:ext uri="{FF2B5EF4-FFF2-40B4-BE49-F238E27FC236}">
                  <a16:creationId xmlns:a16="http://schemas.microsoft.com/office/drawing/2014/main" id="{3039BF4E-C7AE-779D-4ECF-1B3EFB38D23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6">
              <a:extLst>
                <a:ext uri="{FF2B5EF4-FFF2-40B4-BE49-F238E27FC236}">
                  <a16:creationId xmlns:a16="http://schemas.microsoft.com/office/drawing/2014/main" id="{FAF7D40C-64BE-FAF4-8586-30063FD99A52}"/>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47">
              <a:extLst>
                <a:ext uri="{FF2B5EF4-FFF2-40B4-BE49-F238E27FC236}">
                  <a16:creationId xmlns:a16="http://schemas.microsoft.com/office/drawing/2014/main" id="{67040AF2-05EC-61F0-5F20-98AD9A78AF7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48">
              <a:extLst>
                <a:ext uri="{FF2B5EF4-FFF2-40B4-BE49-F238E27FC236}">
                  <a16:creationId xmlns:a16="http://schemas.microsoft.com/office/drawing/2014/main" id="{BFAFD69C-FA30-B24B-9432-E6061B0EF9B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49">
              <a:extLst>
                <a:ext uri="{FF2B5EF4-FFF2-40B4-BE49-F238E27FC236}">
                  <a16:creationId xmlns:a16="http://schemas.microsoft.com/office/drawing/2014/main" id="{01EF5181-3517-09F5-48DC-ACCFB4B75A2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0">
              <a:extLst>
                <a:ext uri="{FF2B5EF4-FFF2-40B4-BE49-F238E27FC236}">
                  <a16:creationId xmlns:a16="http://schemas.microsoft.com/office/drawing/2014/main" id="{93FB7337-681C-40D5-7EB5-CBCD8E2CB914}"/>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51">
              <a:extLst>
                <a:ext uri="{FF2B5EF4-FFF2-40B4-BE49-F238E27FC236}">
                  <a16:creationId xmlns:a16="http://schemas.microsoft.com/office/drawing/2014/main" id="{2593E835-B99A-E0E9-1884-4395417F6260}"/>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52">
              <a:extLst>
                <a:ext uri="{FF2B5EF4-FFF2-40B4-BE49-F238E27FC236}">
                  <a16:creationId xmlns:a16="http://schemas.microsoft.com/office/drawing/2014/main" id="{83A0F937-CAD4-D0BB-8473-AFCA044F53B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53">
              <a:extLst>
                <a:ext uri="{FF2B5EF4-FFF2-40B4-BE49-F238E27FC236}">
                  <a16:creationId xmlns:a16="http://schemas.microsoft.com/office/drawing/2014/main" id="{3064638E-A969-0448-43B4-CE43228DA64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54">
              <a:extLst>
                <a:ext uri="{FF2B5EF4-FFF2-40B4-BE49-F238E27FC236}">
                  <a16:creationId xmlns:a16="http://schemas.microsoft.com/office/drawing/2014/main" id="{25F5876B-E941-E6E6-502F-E99801BF9D21}"/>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55">
              <a:extLst>
                <a:ext uri="{FF2B5EF4-FFF2-40B4-BE49-F238E27FC236}">
                  <a16:creationId xmlns:a16="http://schemas.microsoft.com/office/drawing/2014/main" id="{2ED9F00B-9590-26C8-EF5D-8F76C33E907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56">
              <a:extLst>
                <a:ext uri="{FF2B5EF4-FFF2-40B4-BE49-F238E27FC236}">
                  <a16:creationId xmlns:a16="http://schemas.microsoft.com/office/drawing/2014/main" id="{8C9D958C-874D-3352-FF96-076DE031084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57">
              <a:extLst>
                <a:ext uri="{FF2B5EF4-FFF2-40B4-BE49-F238E27FC236}">
                  <a16:creationId xmlns:a16="http://schemas.microsoft.com/office/drawing/2014/main" id="{1716BEAE-5B72-4FBB-31BD-DB1D328DC5F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58">
              <a:extLst>
                <a:ext uri="{FF2B5EF4-FFF2-40B4-BE49-F238E27FC236}">
                  <a16:creationId xmlns:a16="http://schemas.microsoft.com/office/drawing/2014/main" id="{CB76D2C8-90B9-651C-F831-2B7922C811D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59">
              <a:extLst>
                <a:ext uri="{FF2B5EF4-FFF2-40B4-BE49-F238E27FC236}">
                  <a16:creationId xmlns:a16="http://schemas.microsoft.com/office/drawing/2014/main" id="{A493D936-3BEA-24EB-AE68-A2506D35EDDD}"/>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0">
              <a:extLst>
                <a:ext uri="{FF2B5EF4-FFF2-40B4-BE49-F238E27FC236}">
                  <a16:creationId xmlns:a16="http://schemas.microsoft.com/office/drawing/2014/main" id="{26D7759A-80CD-5ECE-F40A-18599B55BD9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61">
              <a:extLst>
                <a:ext uri="{FF2B5EF4-FFF2-40B4-BE49-F238E27FC236}">
                  <a16:creationId xmlns:a16="http://schemas.microsoft.com/office/drawing/2014/main" id="{9CAA35AE-333E-BF60-54BF-7D3FD6A35109}"/>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62">
              <a:extLst>
                <a:ext uri="{FF2B5EF4-FFF2-40B4-BE49-F238E27FC236}">
                  <a16:creationId xmlns:a16="http://schemas.microsoft.com/office/drawing/2014/main" id="{C8AAD3E4-43D1-1587-9ACB-6D745CA3BBC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63">
              <a:extLst>
                <a:ext uri="{FF2B5EF4-FFF2-40B4-BE49-F238E27FC236}">
                  <a16:creationId xmlns:a16="http://schemas.microsoft.com/office/drawing/2014/main" id="{C0533B31-0E1E-31E1-573A-9CE08DFA09A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64">
              <a:extLst>
                <a:ext uri="{FF2B5EF4-FFF2-40B4-BE49-F238E27FC236}">
                  <a16:creationId xmlns:a16="http://schemas.microsoft.com/office/drawing/2014/main" id="{E7CFF210-88D9-CABE-23C7-DB6F373CAD0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65">
              <a:extLst>
                <a:ext uri="{FF2B5EF4-FFF2-40B4-BE49-F238E27FC236}">
                  <a16:creationId xmlns:a16="http://schemas.microsoft.com/office/drawing/2014/main" id="{D6095ED6-143F-A387-2868-1A5ABA003603}"/>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66">
              <a:extLst>
                <a:ext uri="{FF2B5EF4-FFF2-40B4-BE49-F238E27FC236}">
                  <a16:creationId xmlns:a16="http://schemas.microsoft.com/office/drawing/2014/main" id="{2D033264-9724-7D3E-1A1C-C3466B36184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67">
              <a:extLst>
                <a:ext uri="{FF2B5EF4-FFF2-40B4-BE49-F238E27FC236}">
                  <a16:creationId xmlns:a16="http://schemas.microsoft.com/office/drawing/2014/main" id="{A21C11CD-AD11-2DA4-47BE-F69164E07363}"/>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68">
              <a:extLst>
                <a:ext uri="{FF2B5EF4-FFF2-40B4-BE49-F238E27FC236}">
                  <a16:creationId xmlns:a16="http://schemas.microsoft.com/office/drawing/2014/main" id="{54424A41-8759-0DF1-4C30-1102D014481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69">
              <a:extLst>
                <a:ext uri="{FF2B5EF4-FFF2-40B4-BE49-F238E27FC236}">
                  <a16:creationId xmlns:a16="http://schemas.microsoft.com/office/drawing/2014/main" id="{67BD04D6-2833-2BC8-88CC-1D8F390AA7CE}"/>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0">
              <a:extLst>
                <a:ext uri="{FF2B5EF4-FFF2-40B4-BE49-F238E27FC236}">
                  <a16:creationId xmlns:a16="http://schemas.microsoft.com/office/drawing/2014/main" id="{AA42B825-C5E1-6E97-216E-8ADAB0F1CF7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71">
              <a:extLst>
                <a:ext uri="{FF2B5EF4-FFF2-40B4-BE49-F238E27FC236}">
                  <a16:creationId xmlns:a16="http://schemas.microsoft.com/office/drawing/2014/main" id="{9C2C409F-D671-567A-6157-99A733C1020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72">
              <a:extLst>
                <a:ext uri="{FF2B5EF4-FFF2-40B4-BE49-F238E27FC236}">
                  <a16:creationId xmlns:a16="http://schemas.microsoft.com/office/drawing/2014/main" id="{B07AFDA9-950A-05D2-FE82-BC08CA1107C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73">
              <a:extLst>
                <a:ext uri="{FF2B5EF4-FFF2-40B4-BE49-F238E27FC236}">
                  <a16:creationId xmlns:a16="http://schemas.microsoft.com/office/drawing/2014/main" id="{1D0ACB34-B658-1803-94BD-6DC322CF210E}"/>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74">
              <a:extLst>
                <a:ext uri="{FF2B5EF4-FFF2-40B4-BE49-F238E27FC236}">
                  <a16:creationId xmlns:a16="http://schemas.microsoft.com/office/drawing/2014/main" id="{80083773-A201-9606-F6CA-7E3D4A04CEE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75">
              <a:extLst>
                <a:ext uri="{FF2B5EF4-FFF2-40B4-BE49-F238E27FC236}">
                  <a16:creationId xmlns:a16="http://schemas.microsoft.com/office/drawing/2014/main" id="{3984A191-ED45-0284-26D1-ABC76EEA14B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76">
              <a:extLst>
                <a:ext uri="{FF2B5EF4-FFF2-40B4-BE49-F238E27FC236}">
                  <a16:creationId xmlns:a16="http://schemas.microsoft.com/office/drawing/2014/main" id="{4234BBD5-B4BD-E58E-7DE5-C30D0F5319ED}"/>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77">
              <a:extLst>
                <a:ext uri="{FF2B5EF4-FFF2-40B4-BE49-F238E27FC236}">
                  <a16:creationId xmlns:a16="http://schemas.microsoft.com/office/drawing/2014/main" id="{9B2C9FA2-372F-2B20-F3CC-D4E0995DB50F}"/>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78">
              <a:extLst>
                <a:ext uri="{FF2B5EF4-FFF2-40B4-BE49-F238E27FC236}">
                  <a16:creationId xmlns:a16="http://schemas.microsoft.com/office/drawing/2014/main" id="{FD8A59D1-2F09-199B-2AE0-EC7DD060B37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79">
              <a:extLst>
                <a:ext uri="{FF2B5EF4-FFF2-40B4-BE49-F238E27FC236}">
                  <a16:creationId xmlns:a16="http://schemas.microsoft.com/office/drawing/2014/main" id="{499BCA20-4E09-6E5C-C295-2F2BB04A06A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0">
              <a:extLst>
                <a:ext uri="{FF2B5EF4-FFF2-40B4-BE49-F238E27FC236}">
                  <a16:creationId xmlns:a16="http://schemas.microsoft.com/office/drawing/2014/main" id="{3344B94F-722C-D7D2-0CD5-A6D41FE7B7B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81">
              <a:extLst>
                <a:ext uri="{FF2B5EF4-FFF2-40B4-BE49-F238E27FC236}">
                  <a16:creationId xmlns:a16="http://schemas.microsoft.com/office/drawing/2014/main" id="{71DEB6DF-43F7-195F-4A36-E36767D736E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82">
              <a:extLst>
                <a:ext uri="{FF2B5EF4-FFF2-40B4-BE49-F238E27FC236}">
                  <a16:creationId xmlns:a16="http://schemas.microsoft.com/office/drawing/2014/main" id="{B37CC2D5-965F-8556-4244-55B5CBDD33B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83">
              <a:extLst>
                <a:ext uri="{FF2B5EF4-FFF2-40B4-BE49-F238E27FC236}">
                  <a16:creationId xmlns:a16="http://schemas.microsoft.com/office/drawing/2014/main" id="{4CEF14B8-40DC-DC1A-CC00-E51C37EE2664}"/>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84">
              <a:extLst>
                <a:ext uri="{FF2B5EF4-FFF2-40B4-BE49-F238E27FC236}">
                  <a16:creationId xmlns:a16="http://schemas.microsoft.com/office/drawing/2014/main" id="{31283289-1618-826E-B913-800058FBDE3F}"/>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85">
              <a:extLst>
                <a:ext uri="{FF2B5EF4-FFF2-40B4-BE49-F238E27FC236}">
                  <a16:creationId xmlns:a16="http://schemas.microsoft.com/office/drawing/2014/main" id="{16F9858B-404C-319F-8D3B-A805D6B5B57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86">
              <a:extLst>
                <a:ext uri="{FF2B5EF4-FFF2-40B4-BE49-F238E27FC236}">
                  <a16:creationId xmlns:a16="http://schemas.microsoft.com/office/drawing/2014/main" id="{51852C78-79EB-B2F4-E97E-040A22CF03FC}"/>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87">
              <a:extLst>
                <a:ext uri="{FF2B5EF4-FFF2-40B4-BE49-F238E27FC236}">
                  <a16:creationId xmlns:a16="http://schemas.microsoft.com/office/drawing/2014/main" id="{0B1A98FC-AADC-72DF-EB9A-095DEC7E5F8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88">
              <a:extLst>
                <a:ext uri="{FF2B5EF4-FFF2-40B4-BE49-F238E27FC236}">
                  <a16:creationId xmlns:a16="http://schemas.microsoft.com/office/drawing/2014/main" id="{B7D6BC55-A61C-D5B9-766C-BC61752A6D5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89">
              <a:extLst>
                <a:ext uri="{FF2B5EF4-FFF2-40B4-BE49-F238E27FC236}">
                  <a16:creationId xmlns:a16="http://schemas.microsoft.com/office/drawing/2014/main" id="{AA9A243E-BE39-4BCA-1131-B199E231FDAB}"/>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0">
              <a:extLst>
                <a:ext uri="{FF2B5EF4-FFF2-40B4-BE49-F238E27FC236}">
                  <a16:creationId xmlns:a16="http://schemas.microsoft.com/office/drawing/2014/main" id="{8F196349-9941-BD19-B592-C24D881B8A29}"/>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791">
              <a:extLst>
                <a:ext uri="{FF2B5EF4-FFF2-40B4-BE49-F238E27FC236}">
                  <a16:creationId xmlns:a16="http://schemas.microsoft.com/office/drawing/2014/main" id="{BF10023F-152C-4343-097B-EDDFEA557C11}"/>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792">
              <a:extLst>
                <a:ext uri="{FF2B5EF4-FFF2-40B4-BE49-F238E27FC236}">
                  <a16:creationId xmlns:a16="http://schemas.microsoft.com/office/drawing/2014/main" id="{0E248E4F-8793-9CB1-E82D-DB89D69F087F}"/>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793">
              <a:extLst>
                <a:ext uri="{FF2B5EF4-FFF2-40B4-BE49-F238E27FC236}">
                  <a16:creationId xmlns:a16="http://schemas.microsoft.com/office/drawing/2014/main" id="{B6214A96-240D-7EF8-07D2-92D332E8F06A}"/>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794">
              <a:extLst>
                <a:ext uri="{FF2B5EF4-FFF2-40B4-BE49-F238E27FC236}">
                  <a16:creationId xmlns:a16="http://schemas.microsoft.com/office/drawing/2014/main" id="{02ED43B7-2E9A-1B8B-E306-2BC3B85CA5DD}"/>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795">
              <a:extLst>
                <a:ext uri="{FF2B5EF4-FFF2-40B4-BE49-F238E27FC236}">
                  <a16:creationId xmlns:a16="http://schemas.microsoft.com/office/drawing/2014/main" id="{38A03FED-629A-942A-1F6F-4995A5E94D55}"/>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796">
              <a:extLst>
                <a:ext uri="{FF2B5EF4-FFF2-40B4-BE49-F238E27FC236}">
                  <a16:creationId xmlns:a16="http://schemas.microsoft.com/office/drawing/2014/main" id="{DBADF1DD-C93C-AE39-5C06-03AC01B8A3CC}"/>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797">
              <a:extLst>
                <a:ext uri="{FF2B5EF4-FFF2-40B4-BE49-F238E27FC236}">
                  <a16:creationId xmlns:a16="http://schemas.microsoft.com/office/drawing/2014/main" id="{96381B5F-5D7F-67FC-EE09-C040DEB6FC86}"/>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798">
              <a:extLst>
                <a:ext uri="{FF2B5EF4-FFF2-40B4-BE49-F238E27FC236}">
                  <a16:creationId xmlns:a16="http://schemas.microsoft.com/office/drawing/2014/main" id="{1A176EB7-9DE1-BFD6-0509-A41554A61AD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799">
              <a:extLst>
                <a:ext uri="{FF2B5EF4-FFF2-40B4-BE49-F238E27FC236}">
                  <a16:creationId xmlns:a16="http://schemas.microsoft.com/office/drawing/2014/main" id="{FD85DE84-8E67-E9AB-9999-0F11567F8C9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0">
              <a:extLst>
                <a:ext uri="{FF2B5EF4-FFF2-40B4-BE49-F238E27FC236}">
                  <a16:creationId xmlns:a16="http://schemas.microsoft.com/office/drawing/2014/main" id="{41C7CF0B-C91E-3B9F-70FF-62B00DCC16D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01">
              <a:extLst>
                <a:ext uri="{FF2B5EF4-FFF2-40B4-BE49-F238E27FC236}">
                  <a16:creationId xmlns:a16="http://schemas.microsoft.com/office/drawing/2014/main" id="{1EE347A3-9AAD-0642-BD51-205D1C128E10}"/>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02">
              <a:extLst>
                <a:ext uri="{FF2B5EF4-FFF2-40B4-BE49-F238E27FC236}">
                  <a16:creationId xmlns:a16="http://schemas.microsoft.com/office/drawing/2014/main" id="{CA33AFC7-433D-5040-0E0D-AE3B8936F1BC}"/>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03">
              <a:extLst>
                <a:ext uri="{FF2B5EF4-FFF2-40B4-BE49-F238E27FC236}">
                  <a16:creationId xmlns:a16="http://schemas.microsoft.com/office/drawing/2014/main" id="{59258960-C036-4B81-43EB-77FE5C679F47}"/>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04">
              <a:extLst>
                <a:ext uri="{FF2B5EF4-FFF2-40B4-BE49-F238E27FC236}">
                  <a16:creationId xmlns:a16="http://schemas.microsoft.com/office/drawing/2014/main" id="{CCC145BC-B4E3-8594-F547-877A0412EA6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05">
              <a:extLst>
                <a:ext uri="{FF2B5EF4-FFF2-40B4-BE49-F238E27FC236}">
                  <a16:creationId xmlns:a16="http://schemas.microsoft.com/office/drawing/2014/main" id="{2675F63D-2094-35C2-67B5-725011F3FE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0" name="Freeform 806">
              <a:extLst>
                <a:ext uri="{FF2B5EF4-FFF2-40B4-BE49-F238E27FC236}">
                  <a16:creationId xmlns:a16="http://schemas.microsoft.com/office/drawing/2014/main" id="{EC1DA3AA-8EB2-D231-BA33-C0241FD4F30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1" name="Freeform 807">
              <a:extLst>
                <a:ext uri="{FF2B5EF4-FFF2-40B4-BE49-F238E27FC236}">
                  <a16:creationId xmlns:a16="http://schemas.microsoft.com/office/drawing/2014/main" id="{6F9D1232-AA0E-6011-8702-7E2C717B30A4}"/>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808">
              <a:extLst>
                <a:ext uri="{FF2B5EF4-FFF2-40B4-BE49-F238E27FC236}">
                  <a16:creationId xmlns:a16="http://schemas.microsoft.com/office/drawing/2014/main" id="{9A0DEA01-43A8-A78A-AF0D-8D1EF51DAF9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809">
              <a:extLst>
                <a:ext uri="{FF2B5EF4-FFF2-40B4-BE49-F238E27FC236}">
                  <a16:creationId xmlns:a16="http://schemas.microsoft.com/office/drawing/2014/main" id="{2AFCE29F-F7A2-85AF-7071-D04386211B7A}"/>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810">
              <a:extLst>
                <a:ext uri="{FF2B5EF4-FFF2-40B4-BE49-F238E27FC236}">
                  <a16:creationId xmlns:a16="http://schemas.microsoft.com/office/drawing/2014/main" id="{9AC9A5A6-9B75-1CC9-17E3-879FECF64A9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811">
              <a:extLst>
                <a:ext uri="{FF2B5EF4-FFF2-40B4-BE49-F238E27FC236}">
                  <a16:creationId xmlns:a16="http://schemas.microsoft.com/office/drawing/2014/main" id="{C9C4E509-D11B-C34C-203D-EE28B46C5A0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812">
              <a:extLst>
                <a:ext uri="{FF2B5EF4-FFF2-40B4-BE49-F238E27FC236}">
                  <a16:creationId xmlns:a16="http://schemas.microsoft.com/office/drawing/2014/main" id="{F3794D6B-1789-0AC6-AFAF-1F53D8FCE2A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813">
              <a:extLst>
                <a:ext uri="{FF2B5EF4-FFF2-40B4-BE49-F238E27FC236}">
                  <a16:creationId xmlns:a16="http://schemas.microsoft.com/office/drawing/2014/main" id="{4B42ADC1-7E20-9DD0-4851-E5055E9F9F5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814">
              <a:extLst>
                <a:ext uri="{FF2B5EF4-FFF2-40B4-BE49-F238E27FC236}">
                  <a16:creationId xmlns:a16="http://schemas.microsoft.com/office/drawing/2014/main" id="{5D94CAA1-30C1-9624-5C8A-DC3925AD68C9}"/>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30" name="!!Speech Bubble: Rectangle 19">
            <a:extLst>
              <a:ext uri="{FF2B5EF4-FFF2-40B4-BE49-F238E27FC236}">
                <a16:creationId xmlns:a16="http://schemas.microsoft.com/office/drawing/2014/main" id="{230B5CCC-1616-1EC1-B29E-0C4C69BFDFC6}"/>
              </a:ext>
            </a:extLst>
          </p:cNvPr>
          <p:cNvSpPr/>
          <p:nvPr/>
        </p:nvSpPr>
        <p:spPr>
          <a:xfrm>
            <a:off x="6769517" y="5017610"/>
            <a:ext cx="3203158" cy="727528"/>
          </a:xfrm>
          <a:prstGeom prst="wedgeRectCallout">
            <a:avLst>
              <a:gd name="adj1" fmla="val -25250"/>
              <a:gd name="adj2" fmla="val 74774"/>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extBox 20">
            <a:extLst>
              <a:ext uri="{FF2B5EF4-FFF2-40B4-BE49-F238E27FC236}">
                <a16:creationId xmlns:a16="http://schemas.microsoft.com/office/drawing/2014/main" id="{C12888FD-721A-2472-4726-DDB162ED72C8}"/>
              </a:ext>
            </a:extLst>
          </p:cNvPr>
          <p:cNvSpPr txBox="1"/>
          <p:nvPr/>
        </p:nvSpPr>
        <p:spPr>
          <a:xfrm>
            <a:off x="6759329" y="5035214"/>
            <a:ext cx="3279358"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Dude, I </a:t>
            </a:r>
            <a:r>
              <a:rPr lang="en-US" b="1" dirty="0">
                <a:latin typeface="Roboto Light" panose="02000000000000000000" pitchFamily="2" charset="0"/>
                <a:ea typeface="Roboto Light" panose="02000000000000000000" pitchFamily="2" charset="0"/>
              </a:rPr>
              <a:t>need</a:t>
            </a:r>
            <a:r>
              <a:rPr lang="en-US" dirty="0">
                <a:latin typeface="Roboto Light" panose="02000000000000000000" pitchFamily="2" charset="0"/>
                <a:ea typeface="Roboto Light" panose="02000000000000000000" pitchFamily="2" charset="0"/>
              </a:rPr>
              <a:t> my Alexa integration. It's a deal breaker. </a:t>
            </a:r>
          </a:p>
        </p:txBody>
      </p:sp>
      <p:pic>
        <p:nvPicPr>
          <p:cNvPr id="132" name="Person 2">
            <a:extLst>
              <a:ext uri="{FF2B5EF4-FFF2-40B4-BE49-F238E27FC236}">
                <a16:creationId xmlns:a16="http://schemas.microsoft.com/office/drawing/2014/main" id="{C0E8FC34-AA37-3198-B941-D7E28B605259}"/>
              </a:ext>
            </a:extLst>
          </p:cNvPr>
          <p:cNvPicPr>
            <a:picLocks noChangeAspect="1"/>
          </p:cNvPicPr>
          <p:nvPr/>
        </p:nvPicPr>
        <p:blipFill>
          <a:blip r:embed="rId9"/>
          <a:stretch>
            <a:fillRect/>
          </a:stretch>
        </p:blipFill>
        <p:spPr>
          <a:xfrm>
            <a:off x="7128929" y="5951654"/>
            <a:ext cx="751489" cy="1513368"/>
          </a:xfrm>
          <a:prstGeom prst="rect">
            <a:avLst/>
          </a:prstGeom>
        </p:spPr>
      </p:pic>
      <p:sp>
        <p:nvSpPr>
          <p:cNvPr id="13" name="!!Red text 3">
            <a:extLst>
              <a:ext uri="{FF2B5EF4-FFF2-40B4-BE49-F238E27FC236}">
                <a16:creationId xmlns:a16="http://schemas.microsoft.com/office/drawing/2014/main" id="{DAFB20BE-A204-7F72-B68F-975A3A43E4D7}"/>
              </a:ext>
            </a:extLst>
          </p:cNvPr>
          <p:cNvSpPr txBox="1"/>
          <p:nvPr/>
        </p:nvSpPr>
        <p:spPr>
          <a:xfrm>
            <a:off x="1563548" y="4350162"/>
            <a:ext cx="4252007"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Seamless Alexa integration</a:t>
            </a:r>
          </a:p>
        </p:txBody>
      </p:sp>
      <p:pic>
        <p:nvPicPr>
          <p:cNvPr id="12" name="!!AWS">
            <a:extLst>
              <a:ext uri="{FF2B5EF4-FFF2-40B4-BE49-F238E27FC236}">
                <a16:creationId xmlns:a16="http://schemas.microsoft.com/office/drawing/2014/main" id="{381E995E-405B-0893-D16F-EF5394FCD611}"/>
              </a:ext>
            </a:extLst>
          </p:cNvPr>
          <p:cNvPicPr>
            <a:picLocks noChangeAspect="1"/>
          </p:cNvPicPr>
          <p:nvPr/>
        </p:nvPicPr>
        <p:blipFill>
          <a:blip r:embed="rId10"/>
          <a:stretch>
            <a:fillRect/>
          </a:stretch>
        </p:blipFill>
        <p:spPr>
          <a:xfrm>
            <a:off x="2608996" y="2786256"/>
            <a:ext cx="2152331" cy="1276806"/>
          </a:xfrm>
          <a:prstGeom prst="rect">
            <a:avLst/>
          </a:prstGeom>
        </p:spPr>
      </p:pic>
      <p:pic>
        <p:nvPicPr>
          <p:cNvPr id="7" name="!!Cloud">
            <a:extLst>
              <a:ext uri="{FF2B5EF4-FFF2-40B4-BE49-F238E27FC236}">
                <a16:creationId xmlns:a16="http://schemas.microsoft.com/office/drawing/2014/main" id="{FB2EA99B-8522-9B2B-9935-8D9349B921D7}"/>
              </a:ext>
            </a:extLst>
          </p:cNvPr>
          <p:cNvPicPr>
            <a:picLocks noChangeAspect="1"/>
          </p:cNvPicPr>
          <p:nvPr/>
        </p:nvPicPr>
        <p:blipFill>
          <a:blip r:embed="rId11"/>
          <a:srcRect/>
          <a:stretch/>
        </p:blipFill>
        <p:spPr>
          <a:xfrm>
            <a:off x="5024585" y="2693344"/>
            <a:ext cx="2152331" cy="1280424"/>
          </a:xfrm>
          <a:prstGeom prst="rect">
            <a:avLst/>
          </a:prstGeom>
        </p:spPr>
      </p:pic>
      <p:pic>
        <p:nvPicPr>
          <p:cNvPr id="16" name="!!HA Config">
            <a:extLst>
              <a:ext uri="{FF2B5EF4-FFF2-40B4-BE49-F238E27FC236}">
                <a16:creationId xmlns:a16="http://schemas.microsoft.com/office/drawing/2014/main" id="{84756F36-5CCA-EAA2-BA5A-288418F29304}"/>
              </a:ext>
            </a:extLst>
          </p:cNvPr>
          <p:cNvPicPr>
            <a:picLocks noChangeAspect="1"/>
          </p:cNvPicPr>
          <p:nvPr/>
        </p:nvPicPr>
        <p:blipFill>
          <a:blip r:embed="rId12"/>
          <a:stretch>
            <a:fillRect/>
          </a:stretch>
        </p:blipFill>
        <p:spPr>
          <a:xfrm>
            <a:off x="1276570" y="784206"/>
            <a:ext cx="9234778" cy="6071766"/>
          </a:xfrm>
          <a:prstGeom prst="rect">
            <a:avLst/>
          </a:prstGeom>
        </p:spPr>
      </p:pic>
      <p:sp>
        <p:nvSpPr>
          <p:cNvPr id="23" name="!!Rectangle: Rounded 2">
            <a:extLst>
              <a:ext uri="{FF2B5EF4-FFF2-40B4-BE49-F238E27FC236}">
                <a16:creationId xmlns:a16="http://schemas.microsoft.com/office/drawing/2014/main" id="{B3E1E74D-E0AE-DAE1-8691-8F7374299DEB}"/>
              </a:ext>
            </a:extLst>
          </p:cNvPr>
          <p:cNvSpPr/>
          <p:nvPr/>
        </p:nvSpPr>
        <p:spPr>
          <a:xfrm>
            <a:off x="1584442" y="4382569"/>
            <a:ext cx="1754267" cy="377287"/>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Header whiteout">
            <a:extLst>
              <a:ext uri="{FF2B5EF4-FFF2-40B4-BE49-F238E27FC236}">
                <a16:creationId xmlns:a16="http://schemas.microsoft.com/office/drawing/2014/main" id="{22CD34EB-8CF8-BE6D-01EB-870F9C94CFC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Header Text 1">
            <a:extLst>
              <a:ext uri="{FF2B5EF4-FFF2-40B4-BE49-F238E27FC236}">
                <a16:creationId xmlns:a16="http://schemas.microsoft.com/office/drawing/2014/main" id="{9AEF7706-74C1-69F9-8293-E9AD84700721}"/>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721227291"/>
      </p:ext>
    </p:extLst>
  </p:cSld>
  <p:clrMapOvr>
    <a:masterClrMapping/>
  </p:clrMapOvr>
  <mc:AlternateContent xmlns:mc="http://schemas.openxmlformats.org/markup-compatibility/2006">
    <mc:Choice xmlns:p159="http://schemas.microsoft.com/office/powerpoint/2015/09/main" Requires="p159">
      <p:transition spd="slow">
        <p159:morph option="byWord"/>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EC51AC-F664-579B-26CC-A41AAC98C708}"/>
              </a:ext>
            </a:extLst>
          </p:cNvPr>
          <p:cNvSpPr txBox="1"/>
          <p:nvPr/>
        </p:nvSpPr>
        <p:spPr>
          <a:xfrm>
            <a:off x="5280253" y="3389028"/>
            <a:ext cx="1657350"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Dynamic DNS</a:t>
            </a:r>
          </a:p>
        </p:txBody>
      </p:sp>
      <p:sp>
        <p:nvSpPr>
          <p:cNvPr id="10" name="TextBox 9">
            <a:extLst>
              <a:ext uri="{FF2B5EF4-FFF2-40B4-BE49-F238E27FC236}">
                <a16:creationId xmlns:a16="http://schemas.microsoft.com/office/drawing/2014/main" id="{02F67C4D-4AF5-2F1D-DB8F-524A0730A97B}"/>
              </a:ext>
            </a:extLst>
          </p:cNvPr>
          <p:cNvSpPr txBox="1"/>
          <p:nvPr/>
        </p:nvSpPr>
        <p:spPr>
          <a:xfrm>
            <a:off x="5190193" y="3389028"/>
            <a:ext cx="1929416"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Port Forwarding</a:t>
            </a:r>
          </a:p>
        </p:txBody>
      </p:sp>
      <p:sp>
        <p:nvSpPr>
          <p:cNvPr id="11" name="TextBox 10">
            <a:extLst>
              <a:ext uri="{FF2B5EF4-FFF2-40B4-BE49-F238E27FC236}">
                <a16:creationId xmlns:a16="http://schemas.microsoft.com/office/drawing/2014/main" id="{B4BAA698-FD5B-889F-67AF-1795E296503C}"/>
              </a:ext>
            </a:extLst>
          </p:cNvPr>
          <p:cNvSpPr txBox="1"/>
          <p:nvPr/>
        </p:nvSpPr>
        <p:spPr>
          <a:xfrm>
            <a:off x="5362097" y="3395354"/>
            <a:ext cx="1718183"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Let's Encrypt</a:t>
            </a:r>
          </a:p>
        </p:txBody>
      </p:sp>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8991271" y="2418247"/>
            <a:ext cx="1520077" cy="1888377"/>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a:off x="1944216" y="3429000"/>
            <a:ext cx="7386260" cy="0"/>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54452"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1541614" y="33712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1307757" y="33999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9330476" y="3165953"/>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3700659" y="1103372"/>
            <a:ext cx="4791697"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voice control</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8"/>
          <a:stretch>
            <a:fillRect/>
          </a:stretch>
        </p:blipFill>
        <p:spPr>
          <a:xfrm>
            <a:off x="7841696" y="2929453"/>
            <a:ext cx="813222" cy="990412"/>
          </a:xfrm>
          <a:prstGeom prst="rect">
            <a:avLst/>
          </a:prstGeom>
        </p:spPr>
      </p:pic>
      <p:grpSp>
        <p:nvGrpSpPr>
          <p:cNvPr id="3" name="!!Group 3">
            <a:extLst>
              <a:ext uri="{FF2B5EF4-FFF2-40B4-BE49-F238E27FC236}">
                <a16:creationId xmlns:a16="http://schemas.microsoft.com/office/drawing/2014/main" id="{D6CD7F5B-D4F8-FF70-A2A4-AA4E519A23C7}"/>
              </a:ext>
            </a:extLst>
          </p:cNvPr>
          <p:cNvGrpSpPr/>
          <p:nvPr/>
        </p:nvGrpSpPr>
        <p:grpSpPr>
          <a:xfrm>
            <a:off x="1390575" y="29670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d text 2">
            <a:extLst>
              <a:ext uri="{FF2B5EF4-FFF2-40B4-BE49-F238E27FC236}">
                <a16:creationId xmlns:a16="http://schemas.microsoft.com/office/drawing/2014/main" id="{ADFF7360-1997-0ADD-E936-11F230CB249F}"/>
              </a:ext>
            </a:extLst>
          </p:cNvPr>
          <p:cNvSpPr txBox="1"/>
          <p:nvPr/>
        </p:nvSpPr>
        <p:spPr>
          <a:xfrm>
            <a:off x="6937603" y="1690061"/>
            <a:ext cx="3596269"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"Home Assistant Cloud"</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plugin</a:t>
            </a:r>
          </a:p>
        </p:txBody>
      </p:sp>
      <p:grpSp>
        <p:nvGrpSpPr>
          <p:cNvPr id="15" name="Arrow 2">
            <a:extLst>
              <a:ext uri="{FF2B5EF4-FFF2-40B4-BE49-F238E27FC236}">
                <a16:creationId xmlns:a16="http://schemas.microsoft.com/office/drawing/2014/main" id="{C2B50A4F-DFCA-A39A-93A3-4F14129C2ABE}"/>
              </a:ext>
            </a:extLst>
          </p:cNvPr>
          <p:cNvGrpSpPr>
            <a:grpSpLocks noChangeAspect="1"/>
          </p:cNvGrpSpPr>
          <p:nvPr/>
        </p:nvGrpSpPr>
        <p:grpSpPr bwMode="auto">
          <a:xfrm rot="5898507" flipH="1">
            <a:off x="6121541" y="1763842"/>
            <a:ext cx="904172" cy="943180"/>
            <a:chOff x="1328" y="0"/>
            <a:chExt cx="3106" cy="3240"/>
          </a:xfrm>
          <a:solidFill>
            <a:srgbClr val="C00000"/>
          </a:solidFill>
        </p:grpSpPr>
        <p:sp>
          <p:nvSpPr>
            <p:cNvPr id="24" name="Freeform 716">
              <a:extLst>
                <a:ext uri="{FF2B5EF4-FFF2-40B4-BE49-F238E27FC236}">
                  <a16:creationId xmlns:a16="http://schemas.microsoft.com/office/drawing/2014/main" id="{E76A6E25-2904-3823-2C34-298103C95A9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17">
              <a:extLst>
                <a:ext uri="{FF2B5EF4-FFF2-40B4-BE49-F238E27FC236}">
                  <a16:creationId xmlns:a16="http://schemas.microsoft.com/office/drawing/2014/main" id="{C2E8F40D-8ED6-7F93-59A0-76542DAE634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18">
              <a:extLst>
                <a:ext uri="{FF2B5EF4-FFF2-40B4-BE49-F238E27FC236}">
                  <a16:creationId xmlns:a16="http://schemas.microsoft.com/office/drawing/2014/main" id="{E2F9A61E-297E-CC4E-1CFE-1B353715242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19">
              <a:extLst>
                <a:ext uri="{FF2B5EF4-FFF2-40B4-BE49-F238E27FC236}">
                  <a16:creationId xmlns:a16="http://schemas.microsoft.com/office/drawing/2014/main" id="{C2AFD57A-CD37-E58D-9694-9EB721C886B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0">
              <a:extLst>
                <a:ext uri="{FF2B5EF4-FFF2-40B4-BE49-F238E27FC236}">
                  <a16:creationId xmlns:a16="http://schemas.microsoft.com/office/drawing/2014/main" id="{C9BD2CF6-5A49-3ACD-C8C2-52FEFB69645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1">
              <a:extLst>
                <a:ext uri="{FF2B5EF4-FFF2-40B4-BE49-F238E27FC236}">
                  <a16:creationId xmlns:a16="http://schemas.microsoft.com/office/drawing/2014/main" id="{67587E29-F3F9-09CC-E57C-447A3836E4D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2">
              <a:extLst>
                <a:ext uri="{FF2B5EF4-FFF2-40B4-BE49-F238E27FC236}">
                  <a16:creationId xmlns:a16="http://schemas.microsoft.com/office/drawing/2014/main" id="{7A605749-773E-C4B2-249B-B0C15122EBE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23">
              <a:extLst>
                <a:ext uri="{FF2B5EF4-FFF2-40B4-BE49-F238E27FC236}">
                  <a16:creationId xmlns:a16="http://schemas.microsoft.com/office/drawing/2014/main" id="{E17B632E-A8E0-E8B3-E316-10A9EAB88F7B}"/>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24">
              <a:extLst>
                <a:ext uri="{FF2B5EF4-FFF2-40B4-BE49-F238E27FC236}">
                  <a16:creationId xmlns:a16="http://schemas.microsoft.com/office/drawing/2014/main" id="{FADCB637-6F54-897F-5E06-4BF0A49F987A}"/>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25">
              <a:extLst>
                <a:ext uri="{FF2B5EF4-FFF2-40B4-BE49-F238E27FC236}">
                  <a16:creationId xmlns:a16="http://schemas.microsoft.com/office/drawing/2014/main" id="{1F39B600-BBEE-A3CF-1A5E-C707A7F7E6EC}"/>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26">
              <a:extLst>
                <a:ext uri="{FF2B5EF4-FFF2-40B4-BE49-F238E27FC236}">
                  <a16:creationId xmlns:a16="http://schemas.microsoft.com/office/drawing/2014/main" id="{408AA643-2A4F-E32D-B748-5C00F7AC04F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27">
              <a:extLst>
                <a:ext uri="{FF2B5EF4-FFF2-40B4-BE49-F238E27FC236}">
                  <a16:creationId xmlns:a16="http://schemas.microsoft.com/office/drawing/2014/main" id="{A249EBBC-72EE-485C-A0C1-D7A7B3F5DFC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28">
              <a:extLst>
                <a:ext uri="{FF2B5EF4-FFF2-40B4-BE49-F238E27FC236}">
                  <a16:creationId xmlns:a16="http://schemas.microsoft.com/office/drawing/2014/main" id="{E3C5C1ED-C009-C16E-9C0D-2A12B5D3A88D}"/>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29">
              <a:extLst>
                <a:ext uri="{FF2B5EF4-FFF2-40B4-BE49-F238E27FC236}">
                  <a16:creationId xmlns:a16="http://schemas.microsoft.com/office/drawing/2014/main" id="{5340B7A4-CE67-290B-1251-7B41F40F888E}"/>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0">
              <a:extLst>
                <a:ext uri="{FF2B5EF4-FFF2-40B4-BE49-F238E27FC236}">
                  <a16:creationId xmlns:a16="http://schemas.microsoft.com/office/drawing/2014/main" id="{201C86C1-D121-F165-DC49-3090FE7B1655}"/>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1">
              <a:extLst>
                <a:ext uri="{FF2B5EF4-FFF2-40B4-BE49-F238E27FC236}">
                  <a16:creationId xmlns:a16="http://schemas.microsoft.com/office/drawing/2014/main" id="{1BEF62F8-3F52-308B-5D59-21A79752097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2">
              <a:extLst>
                <a:ext uri="{FF2B5EF4-FFF2-40B4-BE49-F238E27FC236}">
                  <a16:creationId xmlns:a16="http://schemas.microsoft.com/office/drawing/2014/main" id="{01A65807-669B-4EFA-F7FF-568B54068351}"/>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33">
              <a:extLst>
                <a:ext uri="{FF2B5EF4-FFF2-40B4-BE49-F238E27FC236}">
                  <a16:creationId xmlns:a16="http://schemas.microsoft.com/office/drawing/2014/main" id="{2805F1B0-4C46-51F8-0693-1EC7ED1FBDD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4">
              <a:extLst>
                <a:ext uri="{FF2B5EF4-FFF2-40B4-BE49-F238E27FC236}">
                  <a16:creationId xmlns:a16="http://schemas.microsoft.com/office/drawing/2014/main" id="{627DAF2B-BA9C-6080-1255-8D26700A11C2}"/>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5">
              <a:extLst>
                <a:ext uri="{FF2B5EF4-FFF2-40B4-BE49-F238E27FC236}">
                  <a16:creationId xmlns:a16="http://schemas.microsoft.com/office/drawing/2014/main" id="{87264C9B-A3C5-0B67-8442-4D4E1109296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6">
              <a:extLst>
                <a:ext uri="{FF2B5EF4-FFF2-40B4-BE49-F238E27FC236}">
                  <a16:creationId xmlns:a16="http://schemas.microsoft.com/office/drawing/2014/main" id="{4FAFA932-AC85-77AC-2322-0A8074E4C9C4}"/>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37">
              <a:extLst>
                <a:ext uri="{FF2B5EF4-FFF2-40B4-BE49-F238E27FC236}">
                  <a16:creationId xmlns:a16="http://schemas.microsoft.com/office/drawing/2014/main" id="{EAD99AF9-1303-4B4E-7964-521545EC8A4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38">
              <a:extLst>
                <a:ext uri="{FF2B5EF4-FFF2-40B4-BE49-F238E27FC236}">
                  <a16:creationId xmlns:a16="http://schemas.microsoft.com/office/drawing/2014/main" id="{D6FA497F-5F36-485F-1166-4937AD2FDB51}"/>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39">
              <a:extLst>
                <a:ext uri="{FF2B5EF4-FFF2-40B4-BE49-F238E27FC236}">
                  <a16:creationId xmlns:a16="http://schemas.microsoft.com/office/drawing/2014/main" id="{9A6EF76F-3896-0032-5B6B-D501E9067C5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0">
              <a:extLst>
                <a:ext uri="{FF2B5EF4-FFF2-40B4-BE49-F238E27FC236}">
                  <a16:creationId xmlns:a16="http://schemas.microsoft.com/office/drawing/2014/main" id="{AB1324DF-0770-E566-3675-221CE2F7380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1">
              <a:extLst>
                <a:ext uri="{FF2B5EF4-FFF2-40B4-BE49-F238E27FC236}">
                  <a16:creationId xmlns:a16="http://schemas.microsoft.com/office/drawing/2014/main" id="{2A7AD54D-E225-F4C0-B170-B0E353722F8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42">
              <a:extLst>
                <a:ext uri="{FF2B5EF4-FFF2-40B4-BE49-F238E27FC236}">
                  <a16:creationId xmlns:a16="http://schemas.microsoft.com/office/drawing/2014/main" id="{0899E1FE-CBA6-32B8-D7CC-8E93C66FC22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3">
              <a:extLst>
                <a:ext uri="{FF2B5EF4-FFF2-40B4-BE49-F238E27FC236}">
                  <a16:creationId xmlns:a16="http://schemas.microsoft.com/office/drawing/2014/main" id="{16593800-3B64-C013-47A8-3172ED77A404}"/>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4">
              <a:extLst>
                <a:ext uri="{FF2B5EF4-FFF2-40B4-BE49-F238E27FC236}">
                  <a16:creationId xmlns:a16="http://schemas.microsoft.com/office/drawing/2014/main" id="{D4B49B56-46A3-8CBF-768C-574AC289545B}"/>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5">
              <a:extLst>
                <a:ext uri="{FF2B5EF4-FFF2-40B4-BE49-F238E27FC236}">
                  <a16:creationId xmlns:a16="http://schemas.microsoft.com/office/drawing/2014/main" id="{3039BF4E-C7AE-779D-4ECF-1B3EFB38D23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6">
              <a:extLst>
                <a:ext uri="{FF2B5EF4-FFF2-40B4-BE49-F238E27FC236}">
                  <a16:creationId xmlns:a16="http://schemas.microsoft.com/office/drawing/2014/main" id="{FAF7D40C-64BE-FAF4-8586-30063FD99A52}"/>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47">
              <a:extLst>
                <a:ext uri="{FF2B5EF4-FFF2-40B4-BE49-F238E27FC236}">
                  <a16:creationId xmlns:a16="http://schemas.microsoft.com/office/drawing/2014/main" id="{67040AF2-05EC-61F0-5F20-98AD9A78AF7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48">
              <a:extLst>
                <a:ext uri="{FF2B5EF4-FFF2-40B4-BE49-F238E27FC236}">
                  <a16:creationId xmlns:a16="http://schemas.microsoft.com/office/drawing/2014/main" id="{BFAFD69C-FA30-B24B-9432-E6061B0EF9B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49">
              <a:extLst>
                <a:ext uri="{FF2B5EF4-FFF2-40B4-BE49-F238E27FC236}">
                  <a16:creationId xmlns:a16="http://schemas.microsoft.com/office/drawing/2014/main" id="{01EF5181-3517-09F5-48DC-ACCFB4B75A2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0">
              <a:extLst>
                <a:ext uri="{FF2B5EF4-FFF2-40B4-BE49-F238E27FC236}">
                  <a16:creationId xmlns:a16="http://schemas.microsoft.com/office/drawing/2014/main" id="{93FB7337-681C-40D5-7EB5-CBCD8E2CB914}"/>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51">
              <a:extLst>
                <a:ext uri="{FF2B5EF4-FFF2-40B4-BE49-F238E27FC236}">
                  <a16:creationId xmlns:a16="http://schemas.microsoft.com/office/drawing/2014/main" id="{2593E835-B99A-E0E9-1884-4395417F6260}"/>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52">
              <a:extLst>
                <a:ext uri="{FF2B5EF4-FFF2-40B4-BE49-F238E27FC236}">
                  <a16:creationId xmlns:a16="http://schemas.microsoft.com/office/drawing/2014/main" id="{83A0F937-CAD4-D0BB-8473-AFCA044F53B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53">
              <a:extLst>
                <a:ext uri="{FF2B5EF4-FFF2-40B4-BE49-F238E27FC236}">
                  <a16:creationId xmlns:a16="http://schemas.microsoft.com/office/drawing/2014/main" id="{3064638E-A969-0448-43B4-CE43228DA64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54">
              <a:extLst>
                <a:ext uri="{FF2B5EF4-FFF2-40B4-BE49-F238E27FC236}">
                  <a16:creationId xmlns:a16="http://schemas.microsoft.com/office/drawing/2014/main" id="{25F5876B-E941-E6E6-502F-E99801BF9D21}"/>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55">
              <a:extLst>
                <a:ext uri="{FF2B5EF4-FFF2-40B4-BE49-F238E27FC236}">
                  <a16:creationId xmlns:a16="http://schemas.microsoft.com/office/drawing/2014/main" id="{2ED9F00B-9590-26C8-EF5D-8F76C33E907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56">
              <a:extLst>
                <a:ext uri="{FF2B5EF4-FFF2-40B4-BE49-F238E27FC236}">
                  <a16:creationId xmlns:a16="http://schemas.microsoft.com/office/drawing/2014/main" id="{8C9D958C-874D-3352-FF96-076DE031084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57">
              <a:extLst>
                <a:ext uri="{FF2B5EF4-FFF2-40B4-BE49-F238E27FC236}">
                  <a16:creationId xmlns:a16="http://schemas.microsoft.com/office/drawing/2014/main" id="{1716BEAE-5B72-4FBB-31BD-DB1D328DC5F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58">
              <a:extLst>
                <a:ext uri="{FF2B5EF4-FFF2-40B4-BE49-F238E27FC236}">
                  <a16:creationId xmlns:a16="http://schemas.microsoft.com/office/drawing/2014/main" id="{CB76D2C8-90B9-651C-F831-2B7922C811D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59">
              <a:extLst>
                <a:ext uri="{FF2B5EF4-FFF2-40B4-BE49-F238E27FC236}">
                  <a16:creationId xmlns:a16="http://schemas.microsoft.com/office/drawing/2014/main" id="{A493D936-3BEA-24EB-AE68-A2506D35EDDD}"/>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0">
              <a:extLst>
                <a:ext uri="{FF2B5EF4-FFF2-40B4-BE49-F238E27FC236}">
                  <a16:creationId xmlns:a16="http://schemas.microsoft.com/office/drawing/2014/main" id="{26D7759A-80CD-5ECE-F40A-18599B55BD9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61">
              <a:extLst>
                <a:ext uri="{FF2B5EF4-FFF2-40B4-BE49-F238E27FC236}">
                  <a16:creationId xmlns:a16="http://schemas.microsoft.com/office/drawing/2014/main" id="{9CAA35AE-333E-BF60-54BF-7D3FD6A35109}"/>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62">
              <a:extLst>
                <a:ext uri="{FF2B5EF4-FFF2-40B4-BE49-F238E27FC236}">
                  <a16:creationId xmlns:a16="http://schemas.microsoft.com/office/drawing/2014/main" id="{C8AAD3E4-43D1-1587-9ACB-6D745CA3BBC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63">
              <a:extLst>
                <a:ext uri="{FF2B5EF4-FFF2-40B4-BE49-F238E27FC236}">
                  <a16:creationId xmlns:a16="http://schemas.microsoft.com/office/drawing/2014/main" id="{C0533B31-0E1E-31E1-573A-9CE08DFA09A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64">
              <a:extLst>
                <a:ext uri="{FF2B5EF4-FFF2-40B4-BE49-F238E27FC236}">
                  <a16:creationId xmlns:a16="http://schemas.microsoft.com/office/drawing/2014/main" id="{E7CFF210-88D9-CABE-23C7-DB6F373CAD0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65">
              <a:extLst>
                <a:ext uri="{FF2B5EF4-FFF2-40B4-BE49-F238E27FC236}">
                  <a16:creationId xmlns:a16="http://schemas.microsoft.com/office/drawing/2014/main" id="{D6095ED6-143F-A387-2868-1A5ABA003603}"/>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66">
              <a:extLst>
                <a:ext uri="{FF2B5EF4-FFF2-40B4-BE49-F238E27FC236}">
                  <a16:creationId xmlns:a16="http://schemas.microsoft.com/office/drawing/2014/main" id="{2D033264-9724-7D3E-1A1C-C3466B36184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67">
              <a:extLst>
                <a:ext uri="{FF2B5EF4-FFF2-40B4-BE49-F238E27FC236}">
                  <a16:creationId xmlns:a16="http://schemas.microsoft.com/office/drawing/2014/main" id="{A21C11CD-AD11-2DA4-47BE-F69164E07363}"/>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68">
              <a:extLst>
                <a:ext uri="{FF2B5EF4-FFF2-40B4-BE49-F238E27FC236}">
                  <a16:creationId xmlns:a16="http://schemas.microsoft.com/office/drawing/2014/main" id="{54424A41-8759-0DF1-4C30-1102D014481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69">
              <a:extLst>
                <a:ext uri="{FF2B5EF4-FFF2-40B4-BE49-F238E27FC236}">
                  <a16:creationId xmlns:a16="http://schemas.microsoft.com/office/drawing/2014/main" id="{67BD04D6-2833-2BC8-88CC-1D8F390AA7CE}"/>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0">
              <a:extLst>
                <a:ext uri="{FF2B5EF4-FFF2-40B4-BE49-F238E27FC236}">
                  <a16:creationId xmlns:a16="http://schemas.microsoft.com/office/drawing/2014/main" id="{AA42B825-C5E1-6E97-216E-8ADAB0F1CF7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71">
              <a:extLst>
                <a:ext uri="{FF2B5EF4-FFF2-40B4-BE49-F238E27FC236}">
                  <a16:creationId xmlns:a16="http://schemas.microsoft.com/office/drawing/2014/main" id="{9C2C409F-D671-567A-6157-99A733C1020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72">
              <a:extLst>
                <a:ext uri="{FF2B5EF4-FFF2-40B4-BE49-F238E27FC236}">
                  <a16:creationId xmlns:a16="http://schemas.microsoft.com/office/drawing/2014/main" id="{B07AFDA9-950A-05D2-FE82-BC08CA1107C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73">
              <a:extLst>
                <a:ext uri="{FF2B5EF4-FFF2-40B4-BE49-F238E27FC236}">
                  <a16:creationId xmlns:a16="http://schemas.microsoft.com/office/drawing/2014/main" id="{1D0ACB34-B658-1803-94BD-6DC322CF210E}"/>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74">
              <a:extLst>
                <a:ext uri="{FF2B5EF4-FFF2-40B4-BE49-F238E27FC236}">
                  <a16:creationId xmlns:a16="http://schemas.microsoft.com/office/drawing/2014/main" id="{80083773-A201-9606-F6CA-7E3D4A04CEE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75">
              <a:extLst>
                <a:ext uri="{FF2B5EF4-FFF2-40B4-BE49-F238E27FC236}">
                  <a16:creationId xmlns:a16="http://schemas.microsoft.com/office/drawing/2014/main" id="{3984A191-ED45-0284-26D1-ABC76EEA14B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76">
              <a:extLst>
                <a:ext uri="{FF2B5EF4-FFF2-40B4-BE49-F238E27FC236}">
                  <a16:creationId xmlns:a16="http://schemas.microsoft.com/office/drawing/2014/main" id="{4234BBD5-B4BD-E58E-7DE5-C30D0F5319ED}"/>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77">
              <a:extLst>
                <a:ext uri="{FF2B5EF4-FFF2-40B4-BE49-F238E27FC236}">
                  <a16:creationId xmlns:a16="http://schemas.microsoft.com/office/drawing/2014/main" id="{9B2C9FA2-372F-2B20-F3CC-D4E0995DB50F}"/>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78">
              <a:extLst>
                <a:ext uri="{FF2B5EF4-FFF2-40B4-BE49-F238E27FC236}">
                  <a16:creationId xmlns:a16="http://schemas.microsoft.com/office/drawing/2014/main" id="{FD8A59D1-2F09-199B-2AE0-EC7DD060B37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79">
              <a:extLst>
                <a:ext uri="{FF2B5EF4-FFF2-40B4-BE49-F238E27FC236}">
                  <a16:creationId xmlns:a16="http://schemas.microsoft.com/office/drawing/2014/main" id="{499BCA20-4E09-6E5C-C295-2F2BB04A06A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0">
              <a:extLst>
                <a:ext uri="{FF2B5EF4-FFF2-40B4-BE49-F238E27FC236}">
                  <a16:creationId xmlns:a16="http://schemas.microsoft.com/office/drawing/2014/main" id="{3344B94F-722C-D7D2-0CD5-A6D41FE7B7B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81">
              <a:extLst>
                <a:ext uri="{FF2B5EF4-FFF2-40B4-BE49-F238E27FC236}">
                  <a16:creationId xmlns:a16="http://schemas.microsoft.com/office/drawing/2014/main" id="{71DEB6DF-43F7-195F-4A36-E36767D736E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82">
              <a:extLst>
                <a:ext uri="{FF2B5EF4-FFF2-40B4-BE49-F238E27FC236}">
                  <a16:creationId xmlns:a16="http://schemas.microsoft.com/office/drawing/2014/main" id="{B37CC2D5-965F-8556-4244-55B5CBDD33B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83">
              <a:extLst>
                <a:ext uri="{FF2B5EF4-FFF2-40B4-BE49-F238E27FC236}">
                  <a16:creationId xmlns:a16="http://schemas.microsoft.com/office/drawing/2014/main" id="{4CEF14B8-40DC-DC1A-CC00-E51C37EE2664}"/>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84">
              <a:extLst>
                <a:ext uri="{FF2B5EF4-FFF2-40B4-BE49-F238E27FC236}">
                  <a16:creationId xmlns:a16="http://schemas.microsoft.com/office/drawing/2014/main" id="{31283289-1618-826E-B913-800058FBDE3F}"/>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85">
              <a:extLst>
                <a:ext uri="{FF2B5EF4-FFF2-40B4-BE49-F238E27FC236}">
                  <a16:creationId xmlns:a16="http://schemas.microsoft.com/office/drawing/2014/main" id="{16F9858B-404C-319F-8D3B-A805D6B5B57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86">
              <a:extLst>
                <a:ext uri="{FF2B5EF4-FFF2-40B4-BE49-F238E27FC236}">
                  <a16:creationId xmlns:a16="http://schemas.microsoft.com/office/drawing/2014/main" id="{51852C78-79EB-B2F4-E97E-040A22CF03FC}"/>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87">
              <a:extLst>
                <a:ext uri="{FF2B5EF4-FFF2-40B4-BE49-F238E27FC236}">
                  <a16:creationId xmlns:a16="http://schemas.microsoft.com/office/drawing/2014/main" id="{0B1A98FC-AADC-72DF-EB9A-095DEC7E5F8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88">
              <a:extLst>
                <a:ext uri="{FF2B5EF4-FFF2-40B4-BE49-F238E27FC236}">
                  <a16:creationId xmlns:a16="http://schemas.microsoft.com/office/drawing/2014/main" id="{B7D6BC55-A61C-D5B9-766C-BC61752A6D5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89">
              <a:extLst>
                <a:ext uri="{FF2B5EF4-FFF2-40B4-BE49-F238E27FC236}">
                  <a16:creationId xmlns:a16="http://schemas.microsoft.com/office/drawing/2014/main" id="{AA9A243E-BE39-4BCA-1131-B199E231FDAB}"/>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0">
              <a:extLst>
                <a:ext uri="{FF2B5EF4-FFF2-40B4-BE49-F238E27FC236}">
                  <a16:creationId xmlns:a16="http://schemas.microsoft.com/office/drawing/2014/main" id="{8F196349-9941-BD19-B592-C24D881B8A29}"/>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791">
              <a:extLst>
                <a:ext uri="{FF2B5EF4-FFF2-40B4-BE49-F238E27FC236}">
                  <a16:creationId xmlns:a16="http://schemas.microsoft.com/office/drawing/2014/main" id="{BF10023F-152C-4343-097B-EDDFEA557C11}"/>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792">
              <a:extLst>
                <a:ext uri="{FF2B5EF4-FFF2-40B4-BE49-F238E27FC236}">
                  <a16:creationId xmlns:a16="http://schemas.microsoft.com/office/drawing/2014/main" id="{0E248E4F-8793-9CB1-E82D-DB89D69F087F}"/>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793">
              <a:extLst>
                <a:ext uri="{FF2B5EF4-FFF2-40B4-BE49-F238E27FC236}">
                  <a16:creationId xmlns:a16="http://schemas.microsoft.com/office/drawing/2014/main" id="{B6214A96-240D-7EF8-07D2-92D332E8F06A}"/>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794">
              <a:extLst>
                <a:ext uri="{FF2B5EF4-FFF2-40B4-BE49-F238E27FC236}">
                  <a16:creationId xmlns:a16="http://schemas.microsoft.com/office/drawing/2014/main" id="{02ED43B7-2E9A-1B8B-E306-2BC3B85CA5DD}"/>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795">
              <a:extLst>
                <a:ext uri="{FF2B5EF4-FFF2-40B4-BE49-F238E27FC236}">
                  <a16:creationId xmlns:a16="http://schemas.microsoft.com/office/drawing/2014/main" id="{38A03FED-629A-942A-1F6F-4995A5E94D55}"/>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796">
              <a:extLst>
                <a:ext uri="{FF2B5EF4-FFF2-40B4-BE49-F238E27FC236}">
                  <a16:creationId xmlns:a16="http://schemas.microsoft.com/office/drawing/2014/main" id="{DBADF1DD-C93C-AE39-5C06-03AC01B8A3CC}"/>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797">
              <a:extLst>
                <a:ext uri="{FF2B5EF4-FFF2-40B4-BE49-F238E27FC236}">
                  <a16:creationId xmlns:a16="http://schemas.microsoft.com/office/drawing/2014/main" id="{96381B5F-5D7F-67FC-EE09-C040DEB6FC86}"/>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798">
              <a:extLst>
                <a:ext uri="{FF2B5EF4-FFF2-40B4-BE49-F238E27FC236}">
                  <a16:creationId xmlns:a16="http://schemas.microsoft.com/office/drawing/2014/main" id="{1A176EB7-9DE1-BFD6-0509-A41554A61AD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799">
              <a:extLst>
                <a:ext uri="{FF2B5EF4-FFF2-40B4-BE49-F238E27FC236}">
                  <a16:creationId xmlns:a16="http://schemas.microsoft.com/office/drawing/2014/main" id="{FD85DE84-8E67-E9AB-9999-0F11567F8C9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0">
              <a:extLst>
                <a:ext uri="{FF2B5EF4-FFF2-40B4-BE49-F238E27FC236}">
                  <a16:creationId xmlns:a16="http://schemas.microsoft.com/office/drawing/2014/main" id="{41C7CF0B-C91E-3B9F-70FF-62B00DCC16D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01">
              <a:extLst>
                <a:ext uri="{FF2B5EF4-FFF2-40B4-BE49-F238E27FC236}">
                  <a16:creationId xmlns:a16="http://schemas.microsoft.com/office/drawing/2014/main" id="{1EE347A3-9AAD-0642-BD51-205D1C128E10}"/>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02">
              <a:extLst>
                <a:ext uri="{FF2B5EF4-FFF2-40B4-BE49-F238E27FC236}">
                  <a16:creationId xmlns:a16="http://schemas.microsoft.com/office/drawing/2014/main" id="{CA33AFC7-433D-5040-0E0D-AE3B8936F1BC}"/>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03">
              <a:extLst>
                <a:ext uri="{FF2B5EF4-FFF2-40B4-BE49-F238E27FC236}">
                  <a16:creationId xmlns:a16="http://schemas.microsoft.com/office/drawing/2014/main" id="{59258960-C036-4B81-43EB-77FE5C679F47}"/>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04">
              <a:extLst>
                <a:ext uri="{FF2B5EF4-FFF2-40B4-BE49-F238E27FC236}">
                  <a16:creationId xmlns:a16="http://schemas.microsoft.com/office/drawing/2014/main" id="{CCC145BC-B4E3-8594-F547-877A0412EA6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05">
              <a:extLst>
                <a:ext uri="{FF2B5EF4-FFF2-40B4-BE49-F238E27FC236}">
                  <a16:creationId xmlns:a16="http://schemas.microsoft.com/office/drawing/2014/main" id="{2675F63D-2094-35C2-67B5-725011F3FE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0" name="Freeform 806">
              <a:extLst>
                <a:ext uri="{FF2B5EF4-FFF2-40B4-BE49-F238E27FC236}">
                  <a16:creationId xmlns:a16="http://schemas.microsoft.com/office/drawing/2014/main" id="{EC1DA3AA-8EB2-D231-BA33-C0241FD4F30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1" name="Freeform 807">
              <a:extLst>
                <a:ext uri="{FF2B5EF4-FFF2-40B4-BE49-F238E27FC236}">
                  <a16:creationId xmlns:a16="http://schemas.microsoft.com/office/drawing/2014/main" id="{6F9D1232-AA0E-6011-8702-7E2C717B30A4}"/>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808">
              <a:extLst>
                <a:ext uri="{FF2B5EF4-FFF2-40B4-BE49-F238E27FC236}">
                  <a16:creationId xmlns:a16="http://schemas.microsoft.com/office/drawing/2014/main" id="{9A0DEA01-43A8-A78A-AF0D-8D1EF51DAF9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809">
              <a:extLst>
                <a:ext uri="{FF2B5EF4-FFF2-40B4-BE49-F238E27FC236}">
                  <a16:creationId xmlns:a16="http://schemas.microsoft.com/office/drawing/2014/main" id="{2AFCE29F-F7A2-85AF-7071-D04386211B7A}"/>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810">
              <a:extLst>
                <a:ext uri="{FF2B5EF4-FFF2-40B4-BE49-F238E27FC236}">
                  <a16:creationId xmlns:a16="http://schemas.microsoft.com/office/drawing/2014/main" id="{9AC9A5A6-9B75-1CC9-17E3-879FECF64A9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811">
              <a:extLst>
                <a:ext uri="{FF2B5EF4-FFF2-40B4-BE49-F238E27FC236}">
                  <a16:creationId xmlns:a16="http://schemas.microsoft.com/office/drawing/2014/main" id="{C9C4E509-D11B-C34C-203D-EE28B46C5A0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812">
              <a:extLst>
                <a:ext uri="{FF2B5EF4-FFF2-40B4-BE49-F238E27FC236}">
                  <a16:creationId xmlns:a16="http://schemas.microsoft.com/office/drawing/2014/main" id="{F3794D6B-1789-0AC6-AFAF-1F53D8FCE2A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813">
              <a:extLst>
                <a:ext uri="{FF2B5EF4-FFF2-40B4-BE49-F238E27FC236}">
                  <a16:creationId xmlns:a16="http://schemas.microsoft.com/office/drawing/2014/main" id="{4B42ADC1-7E20-9DD0-4851-E5055E9F9F5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814">
              <a:extLst>
                <a:ext uri="{FF2B5EF4-FFF2-40B4-BE49-F238E27FC236}">
                  <a16:creationId xmlns:a16="http://schemas.microsoft.com/office/drawing/2014/main" id="{5D94CAA1-30C1-9624-5C8A-DC3925AD68C9}"/>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sp>
        <p:nvSpPr>
          <p:cNvPr id="130" name="!!Speech Bubble: Rectangle 19">
            <a:extLst>
              <a:ext uri="{FF2B5EF4-FFF2-40B4-BE49-F238E27FC236}">
                <a16:creationId xmlns:a16="http://schemas.microsoft.com/office/drawing/2014/main" id="{230B5CCC-1616-1EC1-B29E-0C4C69BFDFC6}"/>
              </a:ext>
            </a:extLst>
          </p:cNvPr>
          <p:cNvSpPr/>
          <p:nvPr/>
        </p:nvSpPr>
        <p:spPr>
          <a:xfrm>
            <a:off x="6769517" y="5017610"/>
            <a:ext cx="3203158" cy="727528"/>
          </a:xfrm>
          <a:prstGeom prst="wedgeRectCallout">
            <a:avLst>
              <a:gd name="adj1" fmla="val -25250"/>
              <a:gd name="adj2" fmla="val 74774"/>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extBox 20">
            <a:extLst>
              <a:ext uri="{FF2B5EF4-FFF2-40B4-BE49-F238E27FC236}">
                <a16:creationId xmlns:a16="http://schemas.microsoft.com/office/drawing/2014/main" id="{C12888FD-721A-2472-4726-DDB162ED72C8}"/>
              </a:ext>
            </a:extLst>
          </p:cNvPr>
          <p:cNvSpPr txBox="1"/>
          <p:nvPr/>
        </p:nvSpPr>
        <p:spPr>
          <a:xfrm>
            <a:off x="6759329" y="5035214"/>
            <a:ext cx="3279358"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Dude, I </a:t>
            </a:r>
            <a:r>
              <a:rPr lang="en-US" b="1" dirty="0">
                <a:latin typeface="Roboto Light" panose="02000000000000000000" pitchFamily="2" charset="0"/>
                <a:ea typeface="Roboto Light" panose="02000000000000000000" pitchFamily="2" charset="0"/>
              </a:rPr>
              <a:t>need</a:t>
            </a:r>
            <a:r>
              <a:rPr lang="en-US" dirty="0">
                <a:latin typeface="Roboto Light" panose="02000000000000000000" pitchFamily="2" charset="0"/>
                <a:ea typeface="Roboto Light" panose="02000000000000000000" pitchFamily="2" charset="0"/>
              </a:rPr>
              <a:t> my Alexa integration. It's a deal breaker. </a:t>
            </a:r>
          </a:p>
        </p:txBody>
      </p:sp>
      <p:pic>
        <p:nvPicPr>
          <p:cNvPr id="132" name="Person 2">
            <a:extLst>
              <a:ext uri="{FF2B5EF4-FFF2-40B4-BE49-F238E27FC236}">
                <a16:creationId xmlns:a16="http://schemas.microsoft.com/office/drawing/2014/main" id="{C0E8FC34-AA37-3198-B941-D7E28B605259}"/>
              </a:ext>
            </a:extLst>
          </p:cNvPr>
          <p:cNvPicPr>
            <a:picLocks noChangeAspect="1"/>
          </p:cNvPicPr>
          <p:nvPr/>
        </p:nvPicPr>
        <p:blipFill>
          <a:blip r:embed="rId9"/>
          <a:stretch>
            <a:fillRect/>
          </a:stretch>
        </p:blipFill>
        <p:spPr>
          <a:xfrm>
            <a:off x="7128929" y="5951654"/>
            <a:ext cx="751489" cy="1513368"/>
          </a:xfrm>
          <a:prstGeom prst="rect">
            <a:avLst/>
          </a:prstGeom>
        </p:spPr>
      </p:pic>
      <p:sp>
        <p:nvSpPr>
          <p:cNvPr id="13" name="!!Red text 3">
            <a:extLst>
              <a:ext uri="{FF2B5EF4-FFF2-40B4-BE49-F238E27FC236}">
                <a16:creationId xmlns:a16="http://schemas.microsoft.com/office/drawing/2014/main" id="{DAFB20BE-A204-7F72-B68F-975A3A43E4D7}"/>
              </a:ext>
            </a:extLst>
          </p:cNvPr>
          <p:cNvSpPr txBox="1"/>
          <p:nvPr/>
        </p:nvSpPr>
        <p:spPr>
          <a:xfrm>
            <a:off x="1563548" y="4350162"/>
            <a:ext cx="4252007"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Seamless Alexa integration</a:t>
            </a:r>
          </a:p>
        </p:txBody>
      </p:sp>
      <p:pic>
        <p:nvPicPr>
          <p:cNvPr id="12" name="!!AWS">
            <a:extLst>
              <a:ext uri="{FF2B5EF4-FFF2-40B4-BE49-F238E27FC236}">
                <a16:creationId xmlns:a16="http://schemas.microsoft.com/office/drawing/2014/main" id="{381E995E-405B-0893-D16F-EF5394FCD611}"/>
              </a:ext>
            </a:extLst>
          </p:cNvPr>
          <p:cNvPicPr>
            <a:picLocks noChangeAspect="1"/>
          </p:cNvPicPr>
          <p:nvPr/>
        </p:nvPicPr>
        <p:blipFill>
          <a:blip r:embed="rId10"/>
          <a:stretch>
            <a:fillRect/>
          </a:stretch>
        </p:blipFill>
        <p:spPr>
          <a:xfrm>
            <a:off x="2608996" y="2786256"/>
            <a:ext cx="2152331" cy="1276806"/>
          </a:xfrm>
          <a:prstGeom prst="rect">
            <a:avLst/>
          </a:prstGeom>
        </p:spPr>
      </p:pic>
      <p:pic>
        <p:nvPicPr>
          <p:cNvPr id="7" name="!!Cloud">
            <a:extLst>
              <a:ext uri="{FF2B5EF4-FFF2-40B4-BE49-F238E27FC236}">
                <a16:creationId xmlns:a16="http://schemas.microsoft.com/office/drawing/2014/main" id="{FB2EA99B-8522-9B2B-9935-8D9349B921D7}"/>
              </a:ext>
            </a:extLst>
          </p:cNvPr>
          <p:cNvPicPr>
            <a:picLocks noChangeAspect="1"/>
          </p:cNvPicPr>
          <p:nvPr/>
        </p:nvPicPr>
        <p:blipFill>
          <a:blip r:embed="rId11"/>
          <a:srcRect/>
          <a:stretch/>
        </p:blipFill>
        <p:spPr>
          <a:xfrm>
            <a:off x="5024585" y="2693344"/>
            <a:ext cx="2152331" cy="1280424"/>
          </a:xfrm>
          <a:prstGeom prst="rect">
            <a:avLst/>
          </a:prstGeom>
        </p:spPr>
      </p:pic>
      <p:pic>
        <p:nvPicPr>
          <p:cNvPr id="16" name="!!HA Config">
            <a:extLst>
              <a:ext uri="{FF2B5EF4-FFF2-40B4-BE49-F238E27FC236}">
                <a16:creationId xmlns:a16="http://schemas.microsoft.com/office/drawing/2014/main" id="{84756F36-5CCA-EAA2-BA5A-288418F29304}"/>
              </a:ext>
            </a:extLst>
          </p:cNvPr>
          <p:cNvPicPr>
            <a:picLocks noChangeAspect="1"/>
          </p:cNvPicPr>
          <p:nvPr/>
        </p:nvPicPr>
        <p:blipFill>
          <a:blip r:embed="rId12"/>
          <a:stretch>
            <a:fillRect/>
          </a:stretch>
        </p:blipFill>
        <p:spPr>
          <a:xfrm>
            <a:off x="1276570" y="784206"/>
            <a:ext cx="9234778" cy="6071766"/>
          </a:xfrm>
          <a:prstGeom prst="rect">
            <a:avLst/>
          </a:prstGeom>
        </p:spPr>
      </p:pic>
      <p:sp>
        <p:nvSpPr>
          <p:cNvPr id="23" name="!!Rectangle: Rounded 2">
            <a:extLst>
              <a:ext uri="{FF2B5EF4-FFF2-40B4-BE49-F238E27FC236}">
                <a16:creationId xmlns:a16="http://schemas.microsoft.com/office/drawing/2014/main" id="{B3E1E74D-E0AE-DAE1-8691-8F7374299DEB}"/>
              </a:ext>
            </a:extLst>
          </p:cNvPr>
          <p:cNvSpPr/>
          <p:nvPr/>
        </p:nvSpPr>
        <p:spPr>
          <a:xfrm>
            <a:off x="1536817" y="3325294"/>
            <a:ext cx="8663342" cy="814910"/>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Header whiteout">
            <a:extLst>
              <a:ext uri="{FF2B5EF4-FFF2-40B4-BE49-F238E27FC236}">
                <a16:creationId xmlns:a16="http://schemas.microsoft.com/office/drawing/2014/main" id="{573B6BBA-2725-933A-15B3-7D403F5B7E9F}"/>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Header Text 1">
            <a:extLst>
              <a:ext uri="{FF2B5EF4-FFF2-40B4-BE49-F238E27FC236}">
                <a16:creationId xmlns:a16="http://schemas.microsoft.com/office/drawing/2014/main" id="{93D101F4-5E97-474E-0CE9-F74DDEEE68A4}"/>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4029270025"/>
      </p:ext>
    </p:extLst>
  </p:cSld>
  <p:clrMapOvr>
    <a:masterClrMapping/>
  </p:clrMapOvr>
  <mc:AlternateContent xmlns:mc="http://schemas.openxmlformats.org/markup-compatibility/2006">
    <mc:Choice xmlns:p159="http://schemas.microsoft.com/office/powerpoint/2015/09/main" Requires="p159">
      <p:transition spd="slow">
        <p159:morph option="byWord"/>
      </p:transition>
    </mc:Choice>
    <mc:Fallback>
      <p:transition spd="slow">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EC51AC-F664-579B-26CC-A41AAC98C708}"/>
              </a:ext>
            </a:extLst>
          </p:cNvPr>
          <p:cNvSpPr txBox="1"/>
          <p:nvPr/>
        </p:nvSpPr>
        <p:spPr>
          <a:xfrm>
            <a:off x="5280253" y="3389028"/>
            <a:ext cx="1657350"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Dynamic DNS</a:t>
            </a:r>
          </a:p>
        </p:txBody>
      </p:sp>
      <p:sp>
        <p:nvSpPr>
          <p:cNvPr id="10" name="TextBox 9">
            <a:extLst>
              <a:ext uri="{FF2B5EF4-FFF2-40B4-BE49-F238E27FC236}">
                <a16:creationId xmlns:a16="http://schemas.microsoft.com/office/drawing/2014/main" id="{02F67C4D-4AF5-2F1D-DB8F-524A0730A97B}"/>
              </a:ext>
            </a:extLst>
          </p:cNvPr>
          <p:cNvSpPr txBox="1"/>
          <p:nvPr/>
        </p:nvSpPr>
        <p:spPr>
          <a:xfrm>
            <a:off x="5190193" y="3389028"/>
            <a:ext cx="1929416"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Port Forwarding</a:t>
            </a:r>
          </a:p>
        </p:txBody>
      </p:sp>
      <p:sp>
        <p:nvSpPr>
          <p:cNvPr id="11" name="TextBox 10">
            <a:extLst>
              <a:ext uri="{FF2B5EF4-FFF2-40B4-BE49-F238E27FC236}">
                <a16:creationId xmlns:a16="http://schemas.microsoft.com/office/drawing/2014/main" id="{B4BAA698-FD5B-889F-67AF-1795E296503C}"/>
              </a:ext>
            </a:extLst>
          </p:cNvPr>
          <p:cNvSpPr txBox="1"/>
          <p:nvPr/>
        </p:nvSpPr>
        <p:spPr>
          <a:xfrm>
            <a:off x="5362097" y="3395354"/>
            <a:ext cx="1718183"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Let's Encrypt</a:t>
            </a:r>
          </a:p>
        </p:txBody>
      </p:sp>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8991271" y="2418247"/>
            <a:ext cx="1520077" cy="1888377"/>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a:off x="1944216" y="3429000"/>
            <a:ext cx="7386260" cy="0"/>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54452"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1541614" y="33712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1307757" y="33999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9330476" y="3165953"/>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3700659" y="1103372"/>
            <a:ext cx="4791697"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voice control</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8"/>
          <a:stretch>
            <a:fillRect/>
          </a:stretch>
        </p:blipFill>
        <p:spPr>
          <a:xfrm>
            <a:off x="7841696" y="2929453"/>
            <a:ext cx="813222" cy="990412"/>
          </a:xfrm>
          <a:prstGeom prst="rect">
            <a:avLst/>
          </a:prstGeom>
        </p:spPr>
      </p:pic>
      <p:grpSp>
        <p:nvGrpSpPr>
          <p:cNvPr id="3" name="!!Group 3">
            <a:extLst>
              <a:ext uri="{FF2B5EF4-FFF2-40B4-BE49-F238E27FC236}">
                <a16:creationId xmlns:a16="http://schemas.microsoft.com/office/drawing/2014/main" id="{D6CD7F5B-D4F8-FF70-A2A4-AA4E519A23C7}"/>
              </a:ext>
            </a:extLst>
          </p:cNvPr>
          <p:cNvGrpSpPr/>
          <p:nvPr/>
        </p:nvGrpSpPr>
        <p:grpSpPr>
          <a:xfrm>
            <a:off x="1390575" y="29670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d text 2">
            <a:extLst>
              <a:ext uri="{FF2B5EF4-FFF2-40B4-BE49-F238E27FC236}">
                <a16:creationId xmlns:a16="http://schemas.microsoft.com/office/drawing/2014/main" id="{ADFF7360-1997-0ADD-E936-11F230CB249F}"/>
              </a:ext>
            </a:extLst>
          </p:cNvPr>
          <p:cNvSpPr txBox="1"/>
          <p:nvPr/>
        </p:nvSpPr>
        <p:spPr>
          <a:xfrm>
            <a:off x="6937603" y="1690061"/>
            <a:ext cx="3596269"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"Home Assistant Cloud"</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plugin</a:t>
            </a:r>
          </a:p>
        </p:txBody>
      </p:sp>
      <p:grpSp>
        <p:nvGrpSpPr>
          <p:cNvPr id="15" name="Arrow 2">
            <a:extLst>
              <a:ext uri="{FF2B5EF4-FFF2-40B4-BE49-F238E27FC236}">
                <a16:creationId xmlns:a16="http://schemas.microsoft.com/office/drawing/2014/main" id="{C2B50A4F-DFCA-A39A-93A3-4F14129C2ABE}"/>
              </a:ext>
            </a:extLst>
          </p:cNvPr>
          <p:cNvGrpSpPr>
            <a:grpSpLocks noChangeAspect="1"/>
          </p:cNvGrpSpPr>
          <p:nvPr/>
        </p:nvGrpSpPr>
        <p:grpSpPr bwMode="auto">
          <a:xfrm rot="5898507" flipH="1">
            <a:off x="6121541" y="1763842"/>
            <a:ext cx="904172" cy="943180"/>
            <a:chOff x="1328" y="0"/>
            <a:chExt cx="3106" cy="3240"/>
          </a:xfrm>
          <a:solidFill>
            <a:srgbClr val="C00000"/>
          </a:solidFill>
        </p:grpSpPr>
        <p:sp>
          <p:nvSpPr>
            <p:cNvPr id="24" name="Freeform 716">
              <a:extLst>
                <a:ext uri="{FF2B5EF4-FFF2-40B4-BE49-F238E27FC236}">
                  <a16:creationId xmlns:a16="http://schemas.microsoft.com/office/drawing/2014/main" id="{E76A6E25-2904-3823-2C34-298103C95A9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17">
              <a:extLst>
                <a:ext uri="{FF2B5EF4-FFF2-40B4-BE49-F238E27FC236}">
                  <a16:creationId xmlns:a16="http://schemas.microsoft.com/office/drawing/2014/main" id="{C2E8F40D-8ED6-7F93-59A0-76542DAE634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18">
              <a:extLst>
                <a:ext uri="{FF2B5EF4-FFF2-40B4-BE49-F238E27FC236}">
                  <a16:creationId xmlns:a16="http://schemas.microsoft.com/office/drawing/2014/main" id="{E2F9A61E-297E-CC4E-1CFE-1B353715242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19">
              <a:extLst>
                <a:ext uri="{FF2B5EF4-FFF2-40B4-BE49-F238E27FC236}">
                  <a16:creationId xmlns:a16="http://schemas.microsoft.com/office/drawing/2014/main" id="{C2AFD57A-CD37-E58D-9694-9EB721C886B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0">
              <a:extLst>
                <a:ext uri="{FF2B5EF4-FFF2-40B4-BE49-F238E27FC236}">
                  <a16:creationId xmlns:a16="http://schemas.microsoft.com/office/drawing/2014/main" id="{C9BD2CF6-5A49-3ACD-C8C2-52FEFB69645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1">
              <a:extLst>
                <a:ext uri="{FF2B5EF4-FFF2-40B4-BE49-F238E27FC236}">
                  <a16:creationId xmlns:a16="http://schemas.microsoft.com/office/drawing/2014/main" id="{67587E29-F3F9-09CC-E57C-447A3836E4D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2">
              <a:extLst>
                <a:ext uri="{FF2B5EF4-FFF2-40B4-BE49-F238E27FC236}">
                  <a16:creationId xmlns:a16="http://schemas.microsoft.com/office/drawing/2014/main" id="{7A605749-773E-C4B2-249B-B0C15122EBE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23">
              <a:extLst>
                <a:ext uri="{FF2B5EF4-FFF2-40B4-BE49-F238E27FC236}">
                  <a16:creationId xmlns:a16="http://schemas.microsoft.com/office/drawing/2014/main" id="{E17B632E-A8E0-E8B3-E316-10A9EAB88F7B}"/>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24">
              <a:extLst>
                <a:ext uri="{FF2B5EF4-FFF2-40B4-BE49-F238E27FC236}">
                  <a16:creationId xmlns:a16="http://schemas.microsoft.com/office/drawing/2014/main" id="{FADCB637-6F54-897F-5E06-4BF0A49F987A}"/>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25">
              <a:extLst>
                <a:ext uri="{FF2B5EF4-FFF2-40B4-BE49-F238E27FC236}">
                  <a16:creationId xmlns:a16="http://schemas.microsoft.com/office/drawing/2014/main" id="{1F39B600-BBEE-A3CF-1A5E-C707A7F7E6EC}"/>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26">
              <a:extLst>
                <a:ext uri="{FF2B5EF4-FFF2-40B4-BE49-F238E27FC236}">
                  <a16:creationId xmlns:a16="http://schemas.microsoft.com/office/drawing/2014/main" id="{408AA643-2A4F-E32D-B748-5C00F7AC04F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27">
              <a:extLst>
                <a:ext uri="{FF2B5EF4-FFF2-40B4-BE49-F238E27FC236}">
                  <a16:creationId xmlns:a16="http://schemas.microsoft.com/office/drawing/2014/main" id="{A249EBBC-72EE-485C-A0C1-D7A7B3F5DFC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28">
              <a:extLst>
                <a:ext uri="{FF2B5EF4-FFF2-40B4-BE49-F238E27FC236}">
                  <a16:creationId xmlns:a16="http://schemas.microsoft.com/office/drawing/2014/main" id="{E3C5C1ED-C009-C16E-9C0D-2A12B5D3A88D}"/>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29">
              <a:extLst>
                <a:ext uri="{FF2B5EF4-FFF2-40B4-BE49-F238E27FC236}">
                  <a16:creationId xmlns:a16="http://schemas.microsoft.com/office/drawing/2014/main" id="{5340B7A4-CE67-290B-1251-7B41F40F888E}"/>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0">
              <a:extLst>
                <a:ext uri="{FF2B5EF4-FFF2-40B4-BE49-F238E27FC236}">
                  <a16:creationId xmlns:a16="http://schemas.microsoft.com/office/drawing/2014/main" id="{201C86C1-D121-F165-DC49-3090FE7B1655}"/>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1">
              <a:extLst>
                <a:ext uri="{FF2B5EF4-FFF2-40B4-BE49-F238E27FC236}">
                  <a16:creationId xmlns:a16="http://schemas.microsoft.com/office/drawing/2014/main" id="{1BEF62F8-3F52-308B-5D59-21A79752097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2">
              <a:extLst>
                <a:ext uri="{FF2B5EF4-FFF2-40B4-BE49-F238E27FC236}">
                  <a16:creationId xmlns:a16="http://schemas.microsoft.com/office/drawing/2014/main" id="{01A65807-669B-4EFA-F7FF-568B54068351}"/>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33">
              <a:extLst>
                <a:ext uri="{FF2B5EF4-FFF2-40B4-BE49-F238E27FC236}">
                  <a16:creationId xmlns:a16="http://schemas.microsoft.com/office/drawing/2014/main" id="{2805F1B0-4C46-51F8-0693-1EC7ED1FBDD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4">
              <a:extLst>
                <a:ext uri="{FF2B5EF4-FFF2-40B4-BE49-F238E27FC236}">
                  <a16:creationId xmlns:a16="http://schemas.microsoft.com/office/drawing/2014/main" id="{627DAF2B-BA9C-6080-1255-8D26700A11C2}"/>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5">
              <a:extLst>
                <a:ext uri="{FF2B5EF4-FFF2-40B4-BE49-F238E27FC236}">
                  <a16:creationId xmlns:a16="http://schemas.microsoft.com/office/drawing/2014/main" id="{87264C9B-A3C5-0B67-8442-4D4E1109296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6">
              <a:extLst>
                <a:ext uri="{FF2B5EF4-FFF2-40B4-BE49-F238E27FC236}">
                  <a16:creationId xmlns:a16="http://schemas.microsoft.com/office/drawing/2014/main" id="{4FAFA932-AC85-77AC-2322-0A8074E4C9C4}"/>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37">
              <a:extLst>
                <a:ext uri="{FF2B5EF4-FFF2-40B4-BE49-F238E27FC236}">
                  <a16:creationId xmlns:a16="http://schemas.microsoft.com/office/drawing/2014/main" id="{EAD99AF9-1303-4B4E-7964-521545EC8A4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38">
              <a:extLst>
                <a:ext uri="{FF2B5EF4-FFF2-40B4-BE49-F238E27FC236}">
                  <a16:creationId xmlns:a16="http://schemas.microsoft.com/office/drawing/2014/main" id="{D6FA497F-5F36-485F-1166-4937AD2FDB51}"/>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39">
              <a:extLst>
                <a:ext uri="{FF2B5EF4-FFF2-40B4-BE49-F238E27FC236}">
                  <a16:creationId xmlns:a16="http://schemas.microsoft.com/office/drawing/2014/main" id="{9A6EF76F-3896-0032-5B6B-D501E9067C5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0">
              <a:extLst>
                <a:ext uri="{FF2B5EF4-FFF2-40B4-BE49-F238E27FC236}">
                  <a16:creationId xmlns:a16="http://schemas.microsoft.com/office/drawing/2014/main" id="{AB1324DF-0770-E566-3675-221CE2F7380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1">
              <a:extLst>
                <a:ext uri="{FF2B5EF4-FFF2-40B4-BE49-F238E27FC236}">
                  <a16:creationId xmlns:a16="http://schemas.microsoft.com/office/drawing/2014/main" id="{2A7AD54D-E225-F4C0-B170-B0E353722F8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42">
              <a:extLst>
                <a:ext uri="{FF2B5EF4-FFF2-40B4-BE49-F238E27FC236}">
                  <a16:creationId xmlns:a16="http://schemas.microsoft.com/office/drawing/2014/main" id="{0899E1FE-CBA6-32B8-D7CC-8E93C66FC22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3">
              <a:extLst>
                <a:ext uri="{FF2B5EF4-FFF2-40B4-BE49-F238E27FC236}">
                  <a16:creationId xmlns:a16="http://schemas.microsoft.com/office/drawing/2014/main" id="{16593800-3B64-C013-47A8-3172ED77A404}"/>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4">
              <a:extLst>
                <a:ext uri="{FF2B5EF4-FFF2-40B4-BE49-F238E27FC236}">
                  <a16:creationId xmlns:a16="http://schemas.microsoft.com/office/drawing/2014/main" id="{D4B49B56-46A3-8CBF-768C-574AC289545B}"/>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5">
              <a:extLst>
                <a:ext uri="{FF2B5EF4-FFF2-40B4-BE49-F238E27FC236}">
                  <a16:creationId xmlns:a16="http://schemas.microsoft.com/office/drawing/2014/main" id="{3039BF4E-C7AE-779D-4ECF-1B3EFB38D23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6">
              <a:extLst>
                <a:ext uri="{FF2B5EF4-FFF2-40B4-BE49-F238E27FC236}">
                  <a16:creationId xmlns:a16="http://schemas.microsoft.com/office/drawing/2014/main" id="{FAF7D40C-64BE-FAF4-8586-30063FD99A52}"/>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47">
              <a:extLst>
                <a:ext uri="{FF2B5EF4-FFF2-40B4-BE49-F238E27FC236}">
                  <a16:creationId xmlns:a16="http://schemas.microsoft.com/office/drawing/2014/main" id="{67040AF2-05EC-61F0-5F20-98AD9A78AF7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48">
              <a:extLst>
                <a:ext uri="{FF2B5EF4-FFF2-40B4-BE49-F238E27FC236}">
                  <a16:creationId xmlns:a16="http://schemas.microsoft.com/office/drawing/2014/main" id="{BFAFD69C-FA30-B24B-9432-E6061B0EF9B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49">
              <a:extLst>
                <a:ext uri="{FF2B5EF4-FFF2-40B4-BE49-F238E27FC236}">
                  <a16:creationId xmlns:a16="http://schemas.microsoft.com/office/drawing/2014/main" id="{01EF5181-3517-09F5-48DC-ACCFB4B75A2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0">
              <a:extLst>
                <a:ext uri="{FF2B5EF4-FFF2-40B4-BE49-F238E27FC236}">
                  <a16:creationId xmlns:a16="http://schemas.microsoft.com/office/drawing/2014/main" id="{93FB7337-681C-40D5-7EB5-CBCD8E2CB914}"/>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51">
              <a:extLst>
                <a:ext uri="{FF2B5EF4-FFF2-40B4-BE49-F238E27FC236}">
                  <a16:creationId xmlns:a16="http://schemas.microsoft.com/office/drawing/2014/main" id="{2593E835-B99A-E0E9-1884-4395417F6260}"/>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52">
              <a:extLst>
                <a:ext uri="{FF2B5EF4-FFF2-40B4-BE49-F238E27FC236}">
                  <a16:creationId xmlns:a16="http://schemas.microsoft.com/office/drawing/2014/main" id="{83A0F937-CAD4-D0BB-8473-AFCA044F53B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53">
              <a:extLst>
                <a:ext uri="{FF2B5EF4-FFF2-40B4-BE49-F238E27FC236}">
                  <a16:creationId xmlns:a16="http://schemas.microsoft.com/office/drawing/2014/main" id="{3064638E-A969-0448-43B4-CE43228DA64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54">
              <a:extLst>
                <a:ext uri="{FF2B5EF4-FFF2-40B4-BE49-F238E27FC236}">
                  <a16:creationId xmlns:a16="http://schemas.microsoft.com/office/drawing/2014/main" id="{25F5876B-E941-E6E6-502F-E99801BF9D21}"/>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55">
              <a:extLst>
                <a:ext uri="{FF2B5EF4-FFF2-40B4-BE49-F238E27FC236}">
                  <a16:creationId xmlns:a16="http://schemas.microsoft.com/office/drawing/2014/main" id="{2ED9F00B-9590-26C8-EF5D-8F76C33E907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56">
              <a:extLst>
                <a:ext uri="{FF2B5EF4-FFF2-40B4-BE49-F238E27FC236}">
                  <a16:creationId xmlns:a16="http://schemas.microsoft.com/office/drawing/2014/main" id="{8C9D958C-874D-3352-FF96-076DE031084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57">
              <a:extLst>
                <a:ext uri="{FF2B5EF4-FFF2-40B4-BE49-F238E27FC236}">
                  <a16:creationId xmlns:a16="http://schemas.microsoft.com/office/drawing/2014/main" id="{1716BEAE-5B72-4FBB-31BD-DB1D328DC5F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58">
              <a:extLst>
                <a:ext uri="{FF2B5EF4-FFF2-40B4-BE49-F238E27FC236}">
                  <a16:creationId xmlns:a16="http://schemas.microsoft.com/office/drawing/2014/main" id="{CB76D2C8-90B9-651C-F831-2B7922C811D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59">
              <a:extLst>
                <a:ext uri="{FF2B5EF4-FFF2-40B4-BE49-F238E27FC236}">
                  <a16:creationId xmlns:a16="http://schemas.microsoft.com/office/drawing/2014/main" id="{A493D936-3BEA-24EB-AE68-A2506D35EDDD}"/>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0">
              <a:extLst>
                <a:ext uri="{FF2B5EF4-FFF2-40B4-BE49-F238E27FC236}">
                  <a16:creationId xmlns:a16="http://schemas.microsoft.com/office/drawing/2014/main" id="{26D7759A-80CD-5ECE-F40A-18599B55BD9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61">
              <a:extLst>
                <a:ext uri="{FF2B5EF4-FFF2-40B4-BE49-F238E27FC236}">
                  <a16:creationId xmlns:a16="http://schemas.microsoft.com/office/drawing/2014/main" id="{9CAA35AE-333E-BF60-54BF-7D3FD6A35109}"/>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62">
              <a:extLst>
                <a:ext uri="{FF2B5EF4-FFF2-40B4-BE49-F238E27FC236}">
                  <a16:creationId xmlns:a16="http://schemas.microsoft.com/office/drawing/2014/main" id="{C8AAD3E4-43D1-1587-9ACB-6D745CA3BBC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63">
              <a:extLst>
                <a:ext uri="{FF2B5EF4-FFF2-40B4-BE49-F238E27FC236}">
                  <a16:creationId xmlns:a16="http://schemas.microsoft.com/office/drawing/2014/main" id="{C0533B31-0E1E-31E1-573A-9CE08DFA09A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64">
              <a:extLst>
                <a:ext uri="{FF2B5EF4-FFF2-40B4-BE49-F238E27FC236}">
                  <a16:creationId xmlns:a16="http://schemas.microsoft.com/office/drawing/2014/main" id="{E7CFF210-88D9-CABE-23C7-DB6F373CAD0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65">
              <a:extLst>
                <a:ext uri="{FF2B5EF4-FFF2-40B4-BE49-F238E27FC236}">
                  <a16:creationId xmlns:a16="http://schemas.microsoft.com/office/drawing/2014/main" id="{D6095ED6-143F-A387-2868-1A5ABA003603}"/>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66">
              <a:extLst>
                <a:ext uri="{FF2B5EF4-FFF2-40B4-BE49-F238E27FC236}">
                  <a16:creationId xmlns:a16="http://schemas.microsoft.com/office/drawing/2014/main" id="{2D033264-9724-7D3E-1A1C-C3466B36184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67">
              <a:extLst>
                <a:ext uri="{FF2B5EF4-FFF2-40B4-BE49-F238E27FC236}">
                  <a16:creationId xmlns:a16="http://schemas.microsoft.com/office/drawing/2014/main" id="{A21C11CD-AD11-2DA4-47BE-F69164E07363}"/>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68">
              <a:extLst>
                <a:ext uri="{FF2B5EF4-FFF2-40B4-BE49-F238E27FC236}">
                  <a16:creationId xmlns:a16="http://schemas.microsoft.com/office/drawing/2014/main" id="{54424A41-8759-0DF1-4C30-1102D014481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69">
              <a:extLst>
                <a:ext uri="{FF2B5EF4-FFF2-40B4-BE49-F238E27FC236}">
                  <a16:creationId xmlns:a16="http://schemas.microsoft.com/office/drawing/2014/main" id="{67BD04D6-2833-2BC8-88CC-1D8F390AA7CE}"/>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0">
              <a:extLst>
                <a:ext uri="{FF2B5EF4-FFF2-40B4-BE49-F238E27FC236}">
                  <a16:creationId xmlns:a16="http://schemas.microsoft.com/office/drawing/2014/main" id="{AA42B825-C5E1-6E97-216E-8ADAB0F1CF7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71">
              <a:extLst>
                <a:ext uri="{FF2B5EF4-FFF2-40B4-BE49-F238E27FC236}">
                  <a16:creationId xmlns:a16="http://schemas.microsoft.com/office/drawing/2014/main" id="{9C2C409F-D671-567A-6157-99A733C1020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72">
              <a:extLst>
                <a:ext uri="{FF2B5EF4-FFF2-40B4-BE49-F238E27FC236}">
                  <a16:creationId xmlns:a16="http://schemas.microsoft.com/office/drawing/2014/main" id="{B07AFDA9-950A-05D2-FE82-BC08CA1107C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73">
              <a:extLst>
                <a:ext uri="{FF2B5EF4-FFF2-40B4-BE49-F238E27FC236}">
                  <a16:creationId xmlns:a16="http://schemas.microsoft.com/office/drawing/2014/main" id="{1D0ACB34-B658-1803-94BD-6DC322CF210E}"/>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74">
              <a:extLst>
                <a:ext uri="{FF2B5EF4-FFF2-40B4-BE49-F238E27FC236}">
                  <a16:creationId xmlns:a16="http://schemas.microsoft.com/office/drawing/2014/main" id="{80083773-A201-9606-F6CA-7E3D4A04CEE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75">
              <a:extLst>
                <a:ext uri="{FF2B5EF4-FFF2-40B4-BE49-F238E27FC236}">
                  <a16:creationId xmlns:a16="http://schemas.microsoft.com/office/drawing/2014/main" id="{3984A191-ED45-0284-26D1-ABC76EEA14B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76">
              <a:extLst>
                <a:ext uri="{FF2B5EF4-FFF2-40B4-BE49-F238E27FC236}">
                  <a16:creationId xmlns:a16="http://schemas.microsoft.com/office/drawing/2014/main" id="{4234BBD5-B4BD-E58E-7DE5-C30D0F5319ED}"/>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77">
              <a:extLst>
                <a:ext uri="{FF2B5EF4-FFF2-40B4-BE49-F238E27FC236}">
                  <a16:creationId xmlns:a16="http://schemas.microsoft.com/office/drawing/2014/main" id="{9B2C9FA2-372F-2B20-F3CC-D4E0995DB50F}"/>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78">
              <a:extLst>
                <a:ext uri="{FF2B5EF4-FFF2-40B4-BE49-F238E27FC236}">
                  <a16:creationId xmlns:a16="http://schemas.microsoft.com/office/drawing/2014/main" id="{FD8A59D1-2F09-199B-2AE0-EC7DD060B37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79">
              <a:extLst>
                <a:ext uri="{FF2B5EF4-FFF2-40B4-BE49-F238E27FC236}">
                  <a16:creationId xmlns:a16="http://schemas.microsoft.com/office/drawing/2014/main" id="{499BCA20-4E09-6E5C-C295-2F2BB04A06A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0">
              <a:extLst>
                <a:ext uri="{FF2B5EF4-FFF2-40B4-BE49-F238E27FC236}">
                  <a16:creationId xmlns:a16="http://schemas.microsoft.com/office/drawing/2014/main" id="{3344B94F-722C-D7D2-0CD5-A6D41FE7B7B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81">
              <a:extLst>
                <a:ext uri="{FF2B5EF4-FFF2-40B4-BE49-F238E27FC236}">
                  <a16:creationId xmlns:a16="http://schemas.microsoft.com/office/drawing/2014/main" id="{71DEB6DF-43F7-195F-4A36-E36767D736E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82">
              <a:extLst>
                <a:ext uri="{FF2B5EF4-FFF2-40B4-BE49-F238E27FC236}">
                  <a16:creationId xmlns:a16="http://schemas.microsoft.com/office/drawing/2014/main" id="{B37CC2D5-965F-8556-4244-55B5CBDD33B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83">
              <a:extLst>
                <a:ext uri="{FF2B5EF4-FFF2-40B4-BE49-F238E27FC236}">
                  <a16:creationId xmlns:a16="http://schemas.microsoft.com/office/drawing/2014/main" id="{4CEF14B8-40DC-DC1A-CC00-E51C37EE2664}"/>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84">
              <a:extLst>
                <a:ext uri="{FF2B5EF4-FFF2-40B4-BE49-F238E27FC236}">
                  <a16:creationId xmlns:a16="http://schemas.microsoft.com/office/drawing/2014/main" id="{31283289-1618-826E-B913-800058FBDE3F}"/>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85">
              <a:extLst>
                <a:ext uri="{FF2B5EF4-FFF2-40B4-BE49-F238E27FC236}">
                  <a16:creationId xmlns:a16="http://schemas.microsoft.com/office/drawing/2014/main" id="{16F9858B-404C-319F-8D3B-A805D6B5B57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86">
              <a:extLst>
                <a:ext uri="{FF2B5EF4-FFF2-40B4-BE49-F238E27FC236}">
                  <a16:creationId xmlns:a16="http://schemas.microsoft.com/office/drawing/2014/main" id="{51852C78-79EB-B2F4-E97E-040A22CF03FC}"/>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87">
              <a:extLst>
                <a:ext uri="{FF2B5EF4-FFF2-40B4-BE49-F238E27FC236}">
                  <a16:creationId xmlns:a16="http://schemas.microsoft.com/office/drawing/2014/main" id="{0B1A98FC-AADC-72DF-EB9A-095DEC7E5F8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88">
              <a:extLst>
                <a:ext uri="{FF2B5EF4-FFF2-40B4-BE49-F238E27FC236}">
                  <a16:creationId xmlns:a16="http://schemas.microsoft.com/office/drawing/2014/main" id="{B7D6BC55-A61C-D5B9-766C-BC61752A6D5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89">
              <a:extLst>
                <a:ext uri="{FF2B5EF4-FFF2-40B4-BE49-F238E27FC236}">
                  <a16:creationId xmlns:a16="http://schemas.microsoft.com/office/drawing/2014/main" id="{AA9A243E-BE39-4BCA-1131-B199E231FDAB}"/>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0">
              <a:extLst>
                <a:ext uri="{FF2B5EF4-FFF2-40B4-BE49-F238E27FC236}">
                  <a16:creationId xmlns:a16="http://schemas.microsoft.com/office/drawing/2014/main" id="{8F196349-9941-BD19-B592-C24D881B8A29}"/>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791">
              <a:extLst>
                <a:ext uri="{FF2B5EF4-FFF2-40B4-BE49-F238E27FC236}">
                  <a16:creationId xmlns:a16="http://schemas.microsoft.com/office/drawing/2014/main" id="{BF10023F-152C-4343-097B-EDDFEA557C11}"/>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792">
              <a:extLst>
                <a:ext uri="{FF2B5EF4-FFF2-40B4-BE49-F238E27FC236}">
                  <a16:creationId xmlns:a16="http://schemas.microsoft.com/office/drawing/2014/main" id="{0E248E4F-8793-9CB1-E82D-DB89D69F087F}"/>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793">
              <a:extLst>
                <a:ext uri="{FF2B5EF4-FFF2-40B4-BE49-F238E27FC236}">
                  <a16:creationId xmlns:a16="http://schemas.microsoft.com/office/drawing/2014/main" id="{B6214A96-240D-7EF8-07D2-92D332E8F06A}"/>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794">
              <a:extLst>
                <a:ext uri="{FF2B5EF4-FFF2-40B4-BE49-F238E27FC236}">
                  <a16:creationId xmlns:a16="http://schemas.microsoft.com/office/drawing/2014/main" id="{02ED43B7-2E9A-1B8B-E306-2BC3B85CA5DD}"/>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795">
              <a:extLst>
                <a:ext uri="{FF2B5EF4-FFF2-40B4-BE49-F238E27FC236}">
                  <a16:creationId xmlns:a16="http://schemas.microsoft.com/office/drawing/2014/main" id="{38A03FED-629A-942A-1F6F-4995A5E94D55}"/>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796">
              <a:extLst>
                <a:ext uri="{FF2B5EF4-FFF2-40B4-BE49-F238E27FC236}">
                  <a16:creationId xmlns:a16="http://schemas.microsoft.com/office/drawing/2014/main" id="{DBADF1DD-C93C-AE39-5C06-03AC01B8A3CC}"/>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797">
              <a:extLst>
                <a:ext uri="{FF2B5EF4-FFF2-40B4-BE49-F238E27FC236}">
                  <a16:creationId xmlns:a16="http://schemas.microsoft.com/office/drawing/2014/main" id="{96381B5F-5D7F-67FC-EE09-C040DEB6FC86}"/>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798">
              <a:extLst>
                <a:ext uri="{FF2B5EF4-FFF2-40B4-BE49-F238E27FC236}">
                  <a16:creationId xmlns:a16="http://schemas.microsoft.com/office/drawing/2014/main" id="{1A176EB7-9DE1-BFD6-0509-A41554A61AD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799">
              <a:extLst>
                <a:ext uri="{FF2B5EF4-FFF2-40B4-BE49-F238E27FC236}">
                  <a16:creationId xmlns:a16="http://schemas.microsoft.com/office/drawing/2014/main" id="{FD85DE84-8E67-E9AB-9999-0F11567F8C9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0">
              <a:extLst>
                <a:ext uri="{FF2B5EF4-FFF2-40B4-BE49-F238E27FC236}">
                  <a16:creationId xmlns:a16="http://schemas.microsoft.com/office/drawing/2014/main" id="{41C7CF0B-C91E-3B9F-70FF-62B00DCC16D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01">
              <a:extLst>
                <a:ext uri="{FF2B5EF4-FFF2-40B4-BE49-F238E27FC236}">
                  <a16:creationId xmlns:a16="http://schemas.microsoft.com/office/drawing/2014/main" id="{1EE347A3-9AAD-0642-BD51-205D1C128E10}"/>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02">
              <a:extLst>
                <a:ext uri="{FF2B5EF4-FFF2-40B4-BE49-F238E27FC236}">
                  <a16:creationId xmlns:a16="http://schemas.microsoft.com/office/drawing/2014/main" id="{CA33AFC7-433D-5040-0E0D-AE3B8936F1BC}"/>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03">
              <a:extLst>
                <a:ext uri="{FF2B5EF4-FFF2-40B4-BE49-F238E27FC236}">
                  <a16:creationId xmlns:a16="http://schemas.microsoft.com/office/drawing/2014/main" id="{59258960-C036-4B81-43EB-77FE5C679F47}"/>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04">
              <a:extLst>
                <a:ext uri="{FF2B5EF4-FFF2-40B4-BE49-F238E27FC236}">
                  <a16:creationId xmlns:a16="http://schemas.microsoft.com/office/drawing/2014/main" id="{CCC145BC-B4E3-8594-F547-877A0412EA6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05">
              <a:extLst>
                <a:ext uri="{FF2B5EF4-FFF2-40B4-BE49-F238E27FC236}">
                  <a16:creationId xmlns:a16="http://schemas.microsoft.com/office/drawing/2014/main" id="{2675F63D-2094-35C2-67B5-725011F3FE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0" name="Freeform 806">
              <a:extLst>
                <a:ext uri="{FF2B5EF4-FFF2-40B4-BE49-F238E27FC236}">
                  <a16:creationId xmlns:a16="http://schemas.microsoft.com/office/drawing/2014/main" id="{EC1DA3AA-8EB2-D231-BA33-C0241FD4F30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1" name="Freeform 807">
              <a:extLst>
                <a:ext uri="{FF2B5EF4-FFF2-40B4-BE49-F238E27FC236}">
                  <a16:creationId xmlns:a16="http://schemas.microsoft.com/office/drawing/2014/main" id="{6F9D1232-AA0E-6011-8702-7E2C717B30A4}"/>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808">
              <a:extLst>
                <a:ext uri="{FF2B5EF4-FFF2-40B4-BE49-F238E27FC236}">
                  <a16:creationId xmlns:a16="http://schemas.microsoft.com/office/drawing/2014/main" id="{9A0DEA01-43A8-A78A-AF0D-8D1EF51DAF9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809">
              <a:extLst>
                <a:ext uri="{FF2B5EF4-FFF2-40B4-BE49-F238E27FC236}">
                  <a16:creationId xmlns:a16="http://schemas.microsoft.com/office/drawing/2014/main" id="{2AFCE29F-F7A2-85AF-7071-D04386211B7A}"/>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810">
              <a:extLst>
                <a:ext uri="{FF2B5EF4-FFF2-40B4-BE49-F238E27FC236}">
                  <a16:creationId xmlns:a16="http://schemas.microsoft.com/office/drawing/2014/main" id="{9AC9A5A6-9B75-1CC9-17E3-879FECF64A9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811">
              <a:extLst>
                <a:ext uri="{FF2B5EF4-FFF2-40B4-BE49-F238E27FC236}">
                  <a16:creationId xmlns:a16="http://schemas.microsoft.com/office/drawing/2014/main" id="{C9C4E509-D11B-C34C-203D-EE28B46C5A0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812">
              <a:extLst>
                <a:ext uri="{FF2B5EF4-FFF2-40B4-BE49-F238E27FC236}">
                  <a16:creationId xmlns:a16="http://schemas.microsoft.com/office/drawing/2014/main" id="{F3794D6B-1789-0AC6-AFAF-1F53D8FCE2A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813">
              <a:extLst>
                <a:ext uri="{FF2B5EF4-FFF2-40B4-BE49-F238E27FC236}">
                  <a16:creationId xmlns:a16="http://schemas.microsoft.com/office/drawing/2014/main" id="{4B42ADC1-7E20-9DD0-4851-E5055E9F9F5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814">
              <a:extLst>
                <a:ext uri="{FF2B5EF4-FFF2-40B4-BE49-F238E27FC236}">
                  <a16:creationId xmlns:a16="http://schemas.microsoft.com/office/drawing/2014/main" id="{5D94CAA1-30C1-9624-5C8A-DC3925AD68C9}"/>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pic>
        <p:nvPicPr>
          <p:cNvPr id="12" name="!!AWS">
            <a:extLst>
              <a:ext uri="{FF2B5EF4-FFF2-40B4-BE49-F238E27FC236}">
                <a16:creationId xmlns:a16="http://schemas.microsoft.com/office/drawing/2014/main" id="{381E995E-405B-0893-D16F-EF5394FCD611}"/>
              </a:ext>
            </a:extLst>
          </p:cNvPr>
          <p:cNvPicPr>
            <a:picLocks noChangeAspect="1"/>
          </p:cNvPicPr>
          <p:nvPr/>
        </p:nvPicPr>
        <p:blipFill>
          <a:blip r:embed="rId9"/>
          <a:stretch>
            <a:fillRect/>
          </a:stretch>
        </p:blipFill>
        <p:spPr>
          <a:xfrm>
            <a:off x="2608996" y="2786256"/>
            <a:ext cx="2152331" cy="1276806"/>
          </a:xfrm>
          <a:prstGeom prst="rect">
            <a:avLst/>
          </a:prstGeom>
        </p:spPr>
      </p:pic>
      <p:pic>
        <p:nvPicPr>
          <p:cNvPr id="7" name="!!Cloud">
            <a:extLst>
              <a:ext uri="{FF2B5EF4-FFF2-40B4-BE49-F238E27FC236}">
                <a16:creationId xmlns:a16="http://schemas.microsoft.com/office/drawing/2014/main" id="{FB2EA99B-8522-9B2B-9935-8D9349B921D7}"/>
              </a:ext>
            </a:extLst>
          </p:cNvPr>
          <p:cNvPicPr>
            <a:picLocks noChangeAspect="1"/>
          </p:cNvPicPr>
          <p:nvPr/>
        </p:nvPicPr>
        <p:blipFill>
          <a:blip r:embed="rId10"/>
          <a:srcRect/>
          <a:stretch/>
        </p:blipFill>
        <p:spPr>
          <a:xfrm>
            <a:off x="5024585" y="2693344"/>
            <a:ext cx="2152331" cy="1280424"/>
          </a:xfrm>
          <a:prstGeom prst="rect">
            <a:avLst/>
          </a:prstGeom>
        </p:spPr>
      </p:pic>
      <p:pic>
        <p:nvPicPr>
          <p:cNvPr id="16" name="!!HA Config">
            <a:extLst>
              <a:ext uri="{FF2B5EF4-FFF2-40B4-BE49-F238E27FC236}">
                <a16:creationId xmlns:a16="http://schemas.microsoft.com/office/drawing/2014/main" id="{84756F36-5CCA-EAA2-BA5A-288418F29304}"/>
              </a:ext>
            </a:extLst>
          </p:cNvPr>
          <p:cNvPicPr>
            <a:picLocks noChangeAspect="1"/>
          </p:cNvPicPr>
          <p:nvPr/>
        </p:nvPicPr>
        <p:blipFill>
          <a:blip r:embed="rId11"/>
          <a:stretch>
            <a:fillRect/>
          </a:stretch>
        </p:blipFill>
        <p:spPr>
          <a:xfrm>
            <a:off x="1276570" y="784206"/>
            <a:ext cx="9234778" cy="6071766"/>
          </a:xfrm>
          <a:prstGeom prst="rect">
            <a:avLst/>
          </a:prstGeom>
        </p:spPr>
      </p:pic>
      <p:sp>
        <p:nvSpPr>
          <p:cNvPr id="23" name="!!Rectangle: Rounded 2">
            <a:extLst>
              <a:ext uri="{FF2B5EF4-FFF2-40B4-BE49-F238E27FC236}">
                <a16:creationId xmlns:a16="http://schemas.microsoft.com/office/drawing/2014/main" id="{B3E1E74D-E0AE-DAE1-8691-8F7374299DEB}"/>
              </a:ext>
            </a:extLst>
          </p:cNvPr>
          <p:cNvSpPr/>
          <p:nvPr/>
        </p:nvSpPr>
        <p:spPr>
          <a:xfrm>
            <a:off x="1536817" y="5106469"/>
            <a:ext cx="8663342" cy="814910"/>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Header whiteout">
            <a:extLst>
              <a:ext uri="{FF2B5EF4-FFF2-40B4-BE49-F238E27FC236}">
                <a16:creationId xmlns:a16="http://schemas.microsoft.com/office/drawing/2014/main" id="{835D1ED5-4BF9-B6F7-09B8-C228031EE4F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Header Text 1">
            <a:extLst>
              <a:ext uri="{FF2B5EF4-FFF2-40B4-BE49-F238E27FC236}">
                <a16:creationId xmlns:a16="http://schemas.microsoft.com/office/drawing/2014/main" id="{BD1BC78D-BAA5-AE11-4FB2-5FD38B15F4B9}"/>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291618103"/>
      </p:ext>
    </p:extLst>
  </p:cSld>
  <p:clrMapOvr>
    <a:masterClrMapping/>
  </p:clrMapOvr>
  <mc:AlternateContent xmlns:mc="http://schemas.openxmlformats.org/markup-compatibility/2006">
    <mc:Choice xmlns:p159="http://schemas.microsoft.com/office/powerpoint/2015/09/main" Requires="p159">
      <p:transition spd="slow">
        <p159:morph option="byWord"/>
      </p:transition>
    </mc:Choice>
    <mc:Fallback>
      <p:transition spd="slow">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EC51AC-F664-579B-26CC-A41AAC98C708}"/>
              </a:ext>
            </a:extLst>
          </p:cNvPr>
          <p:cNvSpPr txBox="1"/>
          <p:nvPr/>
        </p:nvSpPr>
        <p:spPr>
          <a:xfrm>
            <a:off x="5280253" y="3389028"/>
            <a:ext cx="1657350"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Dynamic DNS</a:t>
            </a:r>
          </a:p>
        </p:txBody>
      </p:sp>
      <p:sp>
        <p:nvSpPr>
          <p:cNvPr id="10" name="TextBox 9">
            <a:extLst>
              <a:ext uri="{FF2B5EF4-FFF2-40B4-BE49-F238E27FC236}">
                <a16:creationId xmlns:a16="http://schemas.microsoft.com/office/drawing/2014/main" id="{02F67C4D-4AF5-2F1D-DB8F-524A0730A97B}"/>
              </a:ext>
            </a:extLst>
          </p:cNvPr>
          <p:cNvSpPr txBox="1"/>
          <p:nvPr/>
        </p:nvSpPr>
        <p:spPr>
          <a:xfrm>
            <a:off x="5190193" y="3389028"/>
            <a:ext cx="1929416"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Port Forwarding</a:t>
            </a:r>
          </a:p>
        </p:txBody>
      </p:sp>
      <p:sp>
        <p:nvSpPr>
          <p:cNvPr id="11" name="TextBox 10">
            <a:extLst>
              <a:ext uri="{FF2B5EF4-FFF2-40B4-BE49-F238E27FC236}">
                <a16:creationId xmlns:a16="http://schemas.microsoft.com/office/drawing/2014/main" id="{B4BAA698-FD5B-889F-67AF-1795E296503C}"/>
              </a:ext>
            </a:extLst>
          </p:cNvPr>
          <p:cNvSpPr txBox="1"/>
          <p:nvPr/>
        </p:nvSpPr>
        <p:spPr>
          <a:xfrm>
            <a:off x="5362097" y="3395354"/>
            <a:ext cx="1718183" cy="369332"/>
          </a:xfrm>
          <a:prstGeom prst="rect">
            <a:avLst/>
          </a:prstGeom>
          <a:noFill/>
          <a:ln>
            <a:noFill/>
          </a:ln>
        </p:spPr>
        <p:txBody>
          <a:bodyPr wrap="square" rtlCol="0">
            <a:spAutoFit/>
          </a:bodyPr>
          <a:lstStyle/>
          <a:p>
            <a:r>
              <a:rPr lang="en-US" dirty="0">
                <a:solidFill>
                  <a:schemeClr val="bg1">
                    <a:alpha val="0"/>
                  </a:schemeClr>
                </a:solidFill>
                <a:latin typeface="Aptos Black" panose="020F0502020204030204" pitchFamily="34" charset="0"/>
              </a:rPr>
              <a:t>Let's Encrypt</a:t>
            </a:r>
          </a:p>
        </p:txBody>
      </p:sp>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8991271" y="2418247"/>
            <a:ext cx="1520077" cy="1888377"/>
          </a:xfrm>
          <a:prstGeom prst="rect">
            <a:avLst/>
          </a:prstGeom>
        </p:spPr>
      </p:pic>
      <p:cxnSp>
        <p:nvCxnSpPr>
          <p:cNvPr id="27" name="!!Inbound conn">
            <a:extLst>
              <a:ext uri="{FF2B5EF4-FFF2-40B4-BE49-F238E27FC236}">
                <a16:creationId xmlns:a16="http://schemas.microsoft.com/office/drawing/2014/main" id="{FE33BF7E-0BE6-AD3A-6BCB-61AB6A1EEA92}"/>
              </a:ext>
            </a:extLst>
          </p:cNvPr>
          <p:cNvCxnSpPr>
            <a:cxnSpLocks/>
          </p:cNvCxnSpPr>
          <p:nvPr/>
        </p:nvCxnSpPr>
        <p:spPr>
          <a:xfrm flipH="1">
            <a:off x="1944216" y="3429000"/>
            <a:ext cx="7386260" cy="0"/>
          </a:xfrm>
          <a:prstGeom prst="line">
            <a:avLst/>
          </a:prstGeom>
          <a:ln w="15875">
            <a:solidFill>
              <a:srgbClr val="0070C0"/>
            </a:solidFill>
            <a:prstDash val="sysDash"/>
            <a:headEnd type="triangle"/>
          </a:ln>
        </p:spPr>
        <p:style>
          <a:lnRef idx="1">
            <a:schemeClr val="accent1"/>
          </a:lnRef>
          <a:fillRef idx="0">
            <a:schemeClr val="accent1"/>
          </a:fillRef>
          <a:effectRef idx="0">
            <a:schemeClr val="accent1"/>
          </a:effectRef>
          <a:fontRef idx="minor">
            <a:schemeClr val="tx1"/>
          </a:fontRef>
        </p:style>
      </p:cxn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54452" y="27668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1541614" y="33712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1307757" y="33999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9330476" y="3165953"/>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3700659" y="1103372"/>
            <a:ext cx="4791697"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dirty="0">
                <a:solidFill>
                  <a:srgbClr val="2D3E50"/>
                </a:solidFill>
                <a:latin typeface="Roboto" panose="02000000000000000000" pitchFamily="2" charset="0"/>
                <a:ea typeface="Roboto" panose="02000000000000000000" pitchFamily="2" charset="0"/>
              </a:rPr>
              <a:t>voice control</a:t>
            </a:r>
          </a:p>
        </p:txBody>
      </p:sp>
      <p:pic>
        <p:nvPicPr>
          <p:cNvPr id="4" name="Picture 3">
            <a:extLst>
              <a:ext uri="{FF2B5EF4-FFF2-40B4-BE49-F238E27FC236}">
                <a16:creationId xmlns:a16="http://schemas.microsoft.com/office/drawing/2014/main" id="{971D16BD-0ED7-C774-027C-4A32DCF3A23F}"/>
              </a:ext>
            </a:extLst>
          </p:cNvPr>
          <p:cNvPicPr>
            <a:picLocks noChangeAspect="1"/>
          </p:cNvPicPr>
          <p:nvPr/>
        </p:nvPicPr>
        <p:blipFill>
          <a:blip r:embed="rId8"/>
          <a:stretch>
            <a:fillRect/>
          </a:stretch>
        </p:blipFill>
        <p:spPr>
          <a:xfrm>
            <a:off x="7841696" y="2929453"/>
            <a:ext cx="813222" cy="990412"/>
          </a:xfrm>
          <a:prstGeom prst="rect">
            <a:avLst/>
          </a:prstGeom>
        </p:spPr>
      </p:pic>
      <p:grpSp>
        <p:nvGrpSpPr>
          <p:cNvPr id="3" name="!!Group 3">
            <a:extLst>
              <a:ext uri="{FF2B5EF4-FFF2-40B4-BE49-F238E27FC236}">
                <a16:creationId xmlns:a16="http://schemas.microsoft.com/office/drawing/2014/main" id="{D6CD7F5B-D4F8-FF70-A2A4-AA4E519A23C7}"/>
              </a:ext>
            </a:extLst>
          </p:cNvPr>
          <p:cNvGrpSpPr/>
          <p:nvPr/>
        </p:nvGrpSpPr>
        <p:grpSpPr>
          <a:xfrm>
            <a:off x="1390575" y="29670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d text 2">
            <a:extLst>
              <a:ext uri="{FF2B5EF4-FFF2-40B4-BE49-F238E27FC236}">
                <a16:creationId xmlns:a16="http://schemas.microsoft.com/office/drawing/2014/main" id="{ADFF7360-1997-0ADD-E936-11F230CB249F}"/>
              </a:ext>
            </a:extLst>
          </p:cNvPr>
          <p:cNvSpPr txBox="1"/>
          <p:nvPr/>
        </p:nvSpPr>
        <p:spPr>
          <a:xfrm>
            <a:off x="6937603" y="1690061"/>
            <a:ext cx="3596269" cy="707886"/>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"Home Assistant Cloud"</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plugin</a:t>
            </a:r>
          </a:p>
        </p:txBody>
      </p:sp>
      <p:grpSp>
        <p:nvGrpSpPr>
          <p:cNvPr id="15" name="Arrow 2">
            <a:extLst>
              <a:ext uri="{FF2B5EF4-FFF2-40B4-BE49-F238E27FC236}">
                <a16:creationId xmlns:a16="http://schemas.microsoft.com/office/drawing/2014/main" id="{C2B50A4F-DFCA-A39A-93A3-4F14129C2ABE}"/>
              </a:ext>
            </a:extLst>
          </p:cNvPr>
          <p:cNvGrpSpPr>
            <a:grpSpLocks noChangeAspect="1"/>
          </p:cNvGrpSpPr>
          <p:nvPr/>
        </p:nvGrpSpPr>
        <p:grpSpPr bwMode="auto">
          <a:xfrm rot="5898507" flipH="1">
            <a:off x="6121541" y="1763842"/>
            <a:ext cx="904172" cy="943180"/>
            <a:chOff x="1328" y="0"/>
            <a:chExt cx="3106" cy="3240"/>
          </a:xfrm>
          <a:solidFill>
            <a:srgbClr val="C00000"/>
          </a:solidFill>
        </p:grpSpPr>
        <p:sp>
          <p:nvSpPr>
            <p:cNvPr id="24" name="Freeform 716">
              <a:extLst>
                <a:ext uri="{FF2B5EF4-FFF2-40B4-BE49-F238E27FC236}">
                  <a16:creationId xmlns:a16="http://schemas.microsoft.com/office/drawing/2014/main" id="{E76A6E25-2904-3823-2C34-298103C95A95}"/>
                </a:ext>
              </a:extLst>
            </p:cNvPr>
            <p:cNvSpPr>
              <a:spLocks/>
            </p:cNvSpPr>
            <p:nvPr userDrawn="1"/>
          </p:nvSpPr>
          <p:spPr bwMode="auto">
            <a:xfrm>
              <a:off x="4426" y="250"/>
              <a:ext cx="1" cy="29"/>
            </a:xfrm>
            <a:custGeom>
              <a:avLst/>
              <a:gdLst>
                <a:gd name="T0" fmla="*/ 0 w 1"/>
                <a:gd name="T1" fmla="*/ 14 h 20"/>
                <a:gd name="T2" fmla="*/ 1 w 1"/>
                <a:gd name="T3" fmla="*/ 0 h 20"/>
                <a:gd name="T4" fmla="*/ 0 w 1"/>
                <a:gd name="T5" fmla="*/ 14 h 20"/>
              </a:gdLst>
              <a:ahLst/>
              <a:cxnLst>
                <a:cxn ang="0">
                  <a:pos x="T0" y="T1"/>
                </a:cxn>
                <a:cxn ang="0">
                  <a:pos x="T2" y="T3"/>
                </a:cxn>
                <a:cxn ang="0">
                  <a:pos x="T4" y="T5"/>
                </a:cxn>
              </a:cxnLst>
              <a:rect l="0" t="0" r="r" b="b"/>
              <a:pathLst>
                <a:path w="1" h="20">
                  <a:moveTo>
                    <a:pt x="0" y="14"/>
                  </a:moveTo>
                  <a:cubicBezTo>
                    <a:pt x="0" y="11"/>
                    <a:pt x="1" y="5"/>
                    <a:pt x="1" y="0"/>
                  </a:cubicBezTo>
                  <a:cubicBezTo>
                    <a:pt x="1" y="13"/>
                    <a:pt x="0" y="20"/>
                    <a:pt x="0"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5" name="Freeform 717">
              <a:extLst>
                <a:ext uri="{FF2B5EF4-FFF2-40B4-BE49-F238E27FC236}">
                  <a16:creationId xmlns:a16="http://schemas.microsoft.com/office/drawing/2014/main" id="{C2E8F40D-8ED6-7F93-59A0-76542DAE6343}"/>
                </a:ext>
              </a:extLst>
            </p:cNvPr>
            <p:cNvSpPr>
              <a:spLocks/>
            </p:cNvSpPr>
            <p:nvPr userDrawn="1"/>
          </p:nvSpPr>
          <p:spPr bwMode="auto">
            <a:xfrm>
              <a:off x="4414" y="0"/>
              <a:ext cx="20" cy="250"/>
            </a:xfrm>
            <a:custGeom>
              <a:avLst/>
              <a:gdLst>
                <a:gd name="T0" fmla="*/ 11 w 14"/>
                <a:gd name="T1" fmla="*/ 6 h 174"/>
                <a:gd name="T2" fmla="*/ 9 w 14"/>
                <a:gd name="T3" fmla="*/ 174 h 174"/>
                <a:gd name="T4" fmla="*/ 14 w 14"/>
                <a:gd name="T5" fmla="*/ 8 h 174"/>
                <a:gd name="T6" fmla="*/ 9 w 14"/>
                <a:gd name="T7" fmla="*/ 17 h 174"/>
                <a:gd name="T8" fmla="*/ 11 w 14"/>
                <a:gd name="T9" fmla="*/ 0 h 174"/>
                <a:gd name="T10" fmla="*/ 11 w 14"/>
                <a:gd name="T11" fmla="*/ 6 h 174"/>
                <a:gd name="T12" fmla="*/ 11 w 14"/>
                <a:gd name="T13" fmla="*/ 32 h 174"/>
                <a:gd name="T14" fmla="*/ 11 w 14"/>
                <a:gd name="T15" fmla="*/ 6 h 174"/>
                <a:gd name="T16" fmla="*/ 11 w 14"/>
                <a:gd name="T17" fmla="*/ 6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 h="174">
                  <a:moveTo>
                    <a:pt x="11" y="6"/>
                  </a:moveTo>
                  <a:cubicBezTo>
                    <a:pt x="13" y="62"/>
                    <a:pt x="13" y="118"/>
                    <a:pt x="9" y="174"/>
                  </a:cubicBezTo>
                  <a:cubicBezTo>
                    <a:pt x="11" y="119"/>
                    <a:pt x="3" y="63"/>
                    <a:pt x="14" y="8"/>
                  </a:cubicBezTo>
                  <a:cubicBezTo>
                    <a:pt x="14" y="12"/>
                    <a:pt x="12" y="16"/>
                    <a:pt x="9" y="17"/>
                  </a:cubicBezTo>
                  <a:cubicBezTo>
                    <a:pt x="11" y="12"/>
                    <a:pt x="11" y="6"/>
                    <a:pt x="11" y="0"/>
                  </a:cubicBezTo>
                  <a:cubicBezTo>
                    <a:pt x="12" y="24"/>
                    <a:pt x="0" y="48"/>
                    <a:pt x="11" y="6"/>
                  </a:cubicBezTo>
                  <a:cubicBezTo>
                    <a:pt x="11" y="15"/>
                    <a:pt x="12" y="24"/>
                    <a:pt x="11" y="32"/>
                  </a:cubicBezTo>
                  <a:cubicBezTo>
                    <a:pt x="13" y="24"/>
                    <a:pt x="9" y="14"/>
                    <a:pt x="11" y="6"/>
                  </a:cubicBezTo>
                  <a:cubicBezTo>
                    <a:pt x="13" y="62"/>
                    <a:pt x="9" y="13"/>
                    <a:pt x="11"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6" name="Freeform 718">
              <a:extLst>
                <a:ext uri="{FF2B5EF4-FFF2-40B4-BE49-F238E27FC236}">
                  <a16:creationId xmlns:a16="http://schemas.microsoft.com/office/drawing/2014/main" id="{E2F9A61E-297E-CC4E-1CFE-1B353715242A}"/>
                </a:ext>
              </a:extLst>
            </p:cNvPr>
            <p:cNvSpPr>
              <a:spLocks/>
            </p:cNvSpPr>
            <p:nvPr userDrawn="1"/>
          </p:nvSpPr>
          <p:spPr bwMode="auto">
            <a:xfrm>
              <a:off x="4416" y="198"/>
              <a:ext cx="4" cy="84"/>
            </a:xfrm>
            <a:custGeom>
              <a:avLst/>
              <a:gdLst>
                <a:gd name="T0" fmla="*/ 0 w 3"/>
                <a:gd name="T1" fmla="*/ 58 h 58"/>
                <a:gd name="T2" fmla="*/ 3 w 3"/>
                <a:gd name="T3" fmla="*/ 0 h 58"/>
                <a:gd name="T4" fmla="*/ 0 w 3"/>
                <a:gd name="T5" fmla="*/ 58 h 58"/>
              </a:gdLst>
              <a:ahLst/>
              <a:cxnLst>
                <a:cxn ang="0">
                  <a:pos x="T0" y="T1"/>
                </a:cxn>
                <a:cxn ang="0">
                  <a:pos x="T2" y="T3"/>
                </a:cxn>
                <a:cxn ang="0">
                  <a:pos x="T4" y="T5"/>
                </a:cxn>
              </a:cxnLst>
              <a:rect l="0" t="0" r="r" b="b"/>
              <a:pathLst>
                <a:path w="3" h="58">
                  <a:moveTo>
                    <a:pt x="0" y="58"/>
                  </a:moveTo>
                  <a:cubicBezTo>
                    <a:pt x="1" y="39"/>
                    <a:pt x="2" y="19"/>
                    <a:pt x="3" y="0"/>
                  </a:cubicBezTo>
                  <a:cubicBezTo>
                    <a:pt x="3" y="34"/>
                    <a:pt x="1" y="28"/>
                    <a:pt x="0"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28" name="Freeform 719">
              <a:extLst>
                <a:ext uri="{FF2B5EF4-FFF2-40B4-BE49-F238E27FC236}">
                  <a16:creationId xmlns:a16="http://schemas.microsoft.com/office/drawing/2014/main" id="{C2AFD57A-CD37-E58D-9694-9EB721C886B9}"/>
                </a:ext>
              </a:extLst>
            </p:cNvPr>
            <p:cNvSpPr>
              <a:spLocks/>
            </p:cNvSpPr>
            <p:nvPr userDrawn="1"/>
          </p:nvSpPr>
          <p:spPr bwMode="auto">
            <a:xfrm>
              <a:off x="4420" y="224"/>
              <a:ext cx="4" cy="77"/>
            </a:xfrm>
            <a:custGeom>
              <a:avLst/>
              <a:gdLst>
                <a:gd name="T0" fmla="*/ 2 w 3"/>
                <a:gd name="T1" fmla="*/ 19 h 53"/>
                <a:gd name="T2" fmla="*/ 0 w 3"/>
                <a:gd name="T3" fmla="*/ 53 h 53"/>
                <a:gd name="T4" fmla="*/ 2 w 3"/>
                <a:gd name="T5" fmla="*/ 19 h 53"/>
                <a:gd name="T6" fmla="*/ 2 w 3"/>
                <a:gd name="T7" fmla="*/ 27 h 53"/>
                <a:gd name="T8" fmla="*/ 2 w 3"/>
                <a:gd name="T9" fmla="*/ 19 h 53"/>
                <a:gd name="T10" fmla="*/ 2 w 3"/>
                <a:gd name="T11" fmla="*/ 19 h 53"/>
              </a:gdLst>
              <a:ahLst/>
              <a:cxnLst>
                <a:cxn ang="0">
                  <a:pos x="T0" y="T1"/>
                </a:cxn>
                <a:cxn ang="0">
                  <a:pos x="T2" y="T3"/>
                </a:cxn>
                <a:cxn ang="0">
                  <a:pos x="T4" y="T5"/>
                </a:cxn>
                <a:cxn ang="0">
                  <a:pos x="T6" y="T7"/>
                </a:cxn>
                <a:cxn ang="0">
                  <a:pos x="T8" y="T9"/>
                </a:cxn>
                <a:cxn ang="0">
                  <a:pos x="T10" y="T11"/>
                </a:cxn>
              </a:cxnLst>
              <a:rect l="0" t="0" r="r" b="b"/>
              <a:pathLst>
                <a:path w="3" h="53">
                  <a:moveTo>
                    <a:pt x="2" y="19"/>
                  </a:moveTo>
                  <a:cubicBezTo>
                    <a:pt x="3" y="30"/>
                    <a:pt x="2" y="42"/>
                    <a:pt x="0" y="53"/>
                  </a:cubicBezTo>
                  <a:cubicBezTo>
                    <a:pt x="1" y="42"/>
                    <a:pt x="1" y="30"/>
                    <a:pt x="2" y="19"/>
                  </a:cubicBezTo>
                  <a:cubicBezTo>
                    <a:pt x="3" y="22"/>
                    <a:pt x="3" y="25"/>
                    <a:pt x="2" y="27"/>
                  </a:cubicBezTo>
                  <a:cubicBezTo>
                    <a:pt x="1" y="0"/>
                    <a:pt x="1" y="46"/>
                    <a:pt x="2" y="19"/>
                  </a:cubicBezTo>
                  <a:cubicBezTo>
                    <a:pt x="3" y="30"/>
                    <a:pt x="1" y="30"/>
                    <a:pt x="2"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1" name="Freeform 720">
              <a:extLst>
                <a:ext uri="{FF2B5EF4-FFF2-40B4-BE49-F238E27FC236}">
                  <a16:creationId xmlns:a16="http://schemas.microsoft.com/office/drawing/2014/main" id="{C9BD2CF6-5A49-3ACD-C8C2-52FEFB696454}"/>
                </a:ext>
              </a:extLst>
            </p:cNvPr>
            <p:cNvSpPr>
              <a:spLocks/>
            </p:cNvSpPr>
            <p:nvPr userDrawn="1"/>
          </p:nvSpPr>
          <p:spPr bwMode="auto">
            <a:xfrm>
              <a:off x="2098" y="3108"/>
              <a:ext cx="13" cy="7"/>
            </a:xfrm>
            <a:custGeom>
              <a:avLst/>
              <a:gdLst>
                <a:gd name="T0" fmla="*/ 0 w 9"/>
                <a:gd name="T1" fmla="*/ 0 h 5"/>
                <a:gd name="T2" fmla="*/ 6 w 9"/>
                <a:gd name="T3" fmla="*/ 5 h 5"/>
                <a:gd name="T4" fmla="*/ 0 w 9"/>
                <a:gd name="T5" fmla="*/ 0 h 5"/>
              </a:gdLst>
              <a:ahLst/>
              <a:cxnLst>
                <a:cxn ang="0">
                  <a:pos x="T0" y="T1"/>
                </a:cxn>
                <a:cxn ang="0">
                  <a:pos x="T2" y="T3"/>
                </a:cxn>
                <a:cxn ang="0">
                  <a:pos x="T4" y="T5"/>
                </a:cxn>
              </a:cxnLst>
              <a:rect l="0" t="0" r="r" b="b"/>
              <a:pathLst>
                <a:path w="9" h="5">
                  <a:moveTo>
                    <a:pt x="0" y="0"/>
                  </a:moveTo>
                  <a:cubicBezTo>
                    <a:pt x="6" y="3"/>
                    <a:pt x="9" y="5"/>
                    <a:pt x="6" y="5"/>
                  </a:cubicBezTo>
                  <a:lnTo>
                    <a:pt x="0"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2" name="Freeform 721">
              <a:extLst>
                <a:ext uri="{FF2B5EF4-FFF2-40B4-BE49-F238E27FC236}">
                  <a16:creationId xmlns:a16="http://schemas.microsoft.com/office/drawing/2014/main" id="{67587E29-F3F9-09CC-E57C-447A3836E4DC}"/>
                </a:ext>
              </a:extLst>
            </p:cNvPr>
            <p:cNvSpPr>
              <a:spLocks/>
            </p:cNvSpPr>
            <p:nvPr userDrawn="1"/>
          </p:nvSpPr>
          <p:spPr bwMode="auto">
            <a:xfrm>
              <a:off x="1876" y="3029"/>
              <a:ext cx="39" cy="12"/>
            </a:xfrm>
            <a:custGeom>
              <a:avLst/>
              <a:gdLst>
                <a:gd name="T0" fmla="*/ 27 w 27"/>
                <a:gd name="T1" fmla="*/ 9 h 9"/>
                <a:gd name="T2" fmla="*/ 0 w 27"/>
                <a:gd name="T3" fmla="*/ 0 h 9"/>
                <a:gd name="T4" fmla="*/ 27 w 27"/>
                <a:gd name="T5" fmla="*/ 9 h 9"/>
              </a:gdLst>
              <a:ahLst/>
              <a:cxnLst>
                <a:cxn ang="0">
                  <a:pos x="T0" y="T1"/>
                </a:cxn>
                <a:cxn ang="0">
                  <a:pos x="T2" y="T3"/>
                </a:cxn>
                <a:cxn ang="0">
                  <a:pos x="T4" y="T5"/>
                </a:cxn>
              </a:cxnLst>
              <a:rect l="0" t="0" r="r" b="b"/>
              <a:pathLst>
                <a:path w="27" h="9">
                  <a:moveTo>
                    <a:pt x="27" y="9"/>
                  </a:moveTo>
                  <a:cubicBezTo>
                    <a:pt x="0" y="0"/>
                    <a:pt x="0" y="0"/>
                    <a:pt x="0" y="0"/>
                  </a:cubicBezTo>
                  <a:cubicBezTo>
                    <a:pt x="8" y="3"/>
                    <a:pt x="15" y="5"/>
                    <a:pt x="27"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3" name="Freeform 722">
              <a:extLst>
                <a:ext uri="{FF2B5EF4-FFF2-40B4-BE49-F238E27FC236}">
                  <a16:creationId xmlns:a16="http://schemas.microsoft.com/office/drawing/2014/main" id="{7A605749-773E-C4B2-249B-B0C15122EBE3}"/>
                </a:ext>
              </a:extLst>
            </p:cNvPr>
            <p:cNvSpPr>
              <a:spLocks/>
            </p:cNvSpPr>
            <p:nvPr userDrawn="1"/>
          </p:nvSpPr>
          <p:spPr bwMode="auto">
            <a:xfrm>
              <a:off x="2234" y="3149"/>
              <a:ext cx="33" cy="10"/>
            </a:xfrm>
            <a:custGeom>
              <a:avLst/>
              <a:gdLst>
                <a:gd name="T0" fmla="*/ 23 w 23"/>
                <a:gd name="T1" fmla="*/ 7 h 7"/>
                <a:gd name="T2" fmla="*/ 0 w 23"/>
                <a:gd name="T3" fmla="*/ 0 h 7"/>
                <a:gd name="T4" fmla="*/ 23 w 23"/>
                <a:gd name="T5" fmla="*/ 7 h 7"/>
              </a:gdLst>
              <a:ahLst/>
              <a:cxnLst>
                <a:cxn ang="0">
                  <a:pos x="T0" y="T1"/>
                </a:cxn>
                <a:cxn ang="0">
                  <a:pos x="T2" y="T3"/>
                </a:cxn>
                <a:cxn ang="0">
                  <a:pos x="T4" y="T5"/>
                </a:cxn>
              </a:cxnLst>
              <a:rect l="0" t="0" r="r" b="b"/>
              <a:pathLst>
                <a:path w="23" h="7">
                  <a:moveTo>
                    <a:pt x="23" y="7"/>
                  </a:moveTo>
                  <a:cubicBezTo>
                    <a:pt x="0" y="0"/>
                    <a:pt x="0" y="0"/>
                    <a:pt x="0" y="0"/>
                  </a:cubicBezTo>
                  <a:cubicBezTo>
                    <a:pt x="8" y="2"/>
                    <a:pt x="16" y="4"/>
                    <a:pt x="23"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4" name="Freeform 723">
              <a:extLst>
                <a:ext uri="{FF2B5EF4-FFF2-40B4-BE49-F238E27FC236}">
                  <a16:creationId xmlns:a16="http://schemas.microsoft.com/office/drawing/2014/main" id="{E17B632E-A8E0-E8B3-E316-10A9EAB88F7B}"/>
                </a:ext>
              </a:extLst>
            </p:cNvPr>
            <p:cNvSpPr>
              <a:spLocks/>
            </p:cNvSpPr>
            <p:nvPr userDrawn="1"/>
          </p:nvSpPr>
          <p:spPr bwMode="auto">
            <a:xfrm>
              <a:off x="3654" y="1951"/>
              <a:ext cx="61" cy="61"/>
            </a:xfrm>
            <a:custGeom>
              <a:avLst/>
              <a:gdLst>
                <a:gd name="T0" fmla="*/ 0 w 43"/>
                <a:gd name="T1" fmla="*/ 42 h 42"/>
                <a:gd name="T2" fmla="*/ 43 w 43"/>
                <a:gd name="T3" fmla="*/ 0 h 42"/>
                <a:gd name="T4" fmla="*/ 0 w 43"/>
                <a:gd name="T5" fmla="*/ 42 h 42"/>
              </a:gdLst>
              <a:ahLst/>
              <a:cxnLst>
                <a:cxn ang="0">
                  <a:pos x="T0" y="T1"/>
                </a:cxn>
                <a:cxn ang="0">
                  <a:pos x="T2" y="T3"/>
                </a:cxn>
                <a:cxn ang="0">
                  <a:pos x="T4" y="T5"/>
                </a:cxn>
              </a:cxnLst>
              <a:rect l="0" t="0" r="r" b="b"/>
              <a:pathLst>
                <a:path w="43" h="42">
                  <a:moveTo>
                    <a:pt x="0" y="42"/>
                  </a:moveTo>
                  <a:cubicBezTo>
                    <a:pt x="17" y="26"/>
                    <a:pt x="32" y="12"/>
                    <a:pt x="43" y="0"/>
                  </a:cubicBezTo>
                  <a:cubicBezTo>
                    <a:pt x="14" y="33"/>
                    <a:pt x="10" y="34"/>
                    <a:pt x="0" y="4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5" name="Freeform 724">
              <a:extLst>
                <a:ext uri="{FF2B5EF4-FFF2-40B4-BE49-F238E27FC236}">
                  <a16:creationId xmlns:a16="http://schemas.microsoft.com/office/drawing/2014/main" id="{FADCB637-6F54-897F-5E06-4BF0A49F987A}"/>
                </a:ext>
              </a:extLst>
            </p:cNvPr>
            <p:cNvSpPr>
              <a:spLocks/>
            </p:cNvSpPr>
            <p:nvPr userDrawn="1"/>
          </p:nvSpPr>
          <p:spPr bwMode="auto">
            <a:xfrm>
              <a:off x="1865" y="2995"/>
              <a:ext cx="14" cy="6"/>
            </a:xfrm>
            <a:custGeom>
              <a:avLst/>
              <a:gdLst>
                <a:gd name="T0" fmla="*/ 10 w 10"/>
                <a:gd name="T1" fmla="*/ 2 h 4"/>
                <a:gd name="T2" fmla="*/ 0 w 10"/>
                <a:gd name="T3" fmla="*/ 0 h 4"/>
                <a:gd name="T4" fmla="*/ 10 w 10"/>
                <a:gd name="T5" fmla="*/ 2 h 4"/>
                <a:gd name="T6" fmla="*/ 10 w 10"/>
                <a:gd name="T7" fmla="*/ 2 h 4"/>
              </a:gdLst>
              <a:ahLst/>
              <a:cxnLst>
                <a:cxn ang="0">
                  <a:pos x="T0" y="T1"/>
                </a:cxn>
                <a:cxn ang="0">
                  <a:pos x="T2" y="T3"/>
                </a:cxn>
                <a:cxn ang="0">
                  <a:pos x="T4" y="T5"/>
                </a:cxn>
                <a:cxn ang="0">
                  <a:pos x="T6" y="T7"/>
                </a:cxn>
              </a:cxnLst>
              <a:rect l="0" t="0" r="r" b="b"/>
              <a:pathLst>
                <a:path w="10" h="4">
                  <a:moveTo>
                    <a:pt x="10" y="2"/>
                  </a:moveTo>
                  <a:cubicBezTo>
                    <a:pt x="10" y="4"/>
                    <a:pt x="0" y="1"/>
                    <a:pt x="0" y="0"/>
                  </a:cubicBezTo>
                  <a:cubicBezTo>
                    <a:pt x="3" y="1"/>
                    <a:pt x="6" y="2"/>
                    <a:pt x="10" y="2"/>
                  </a:cubicBezTo>
                  <a:cubicBezTo>
                    <a:pt x="10" y="4"/>
                    <a:pt x="10" y="2"/>
                    <a:pt x="1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6" name="Freeform 725">
              <a:extLst>
                <a:ext uri="{FF2B5EF4-FFF2-40B4-BE49-F238E27FC236}">
                  <a16:creationId xmlns:a16="http://schemas.microsoft.com/office/drawing/2014/main" id="{1F39B600-BBEE-A3CF-1A5E-C707A7F7E6EC}"/>
                </a:ext>
              </a:extLst>
            </p:cNvPr>
            <p:cNvSpPr>
              <a:spLocks/>
            </p:cNvSpPr>
            <p:nvPr userDrawn="1"/>
          </p:nvSpPr>
          <p:spPr bwMode="auto">
            <a:xfrm>
              <a:off x="2369" y="3191"/>
              <a:ext cx="59" cy="14"/>
            </a:xfrm>
            <a:custGeom>
              <a:avLst/>
              <a:gdLst>
                <a:gd name="T0" fmla="*/ 21 w 41"/>
                <a:gd name="T1" fmla="*/ 3 h 10"/>
                <a:gd name="T2" fmla="*/ 41 w 41"/>
                <a:gd name="T3" fmla="*/ 10 h 10"/>
                <a:gd name="T4" fmla="*/ 0 w 41"/>
                <a:gd name="T5" fmla="*/ 0 h 10"/>
                <a:gd name="T6" fmla="*/ 25 w 41"/>
                <a:gd name="T7" fmla="*/ 5 h 10"/>
                <a:gd name="T8" fmla="*/ 21 w 41"/>
                <a:gd name="T9" fmla="*/ 3 h 10"/>
                <a:gd name="T10" fmla="*/ 21 w 41"/>
                <a:gd name="T11" fmla="*/ 3 h 10"/>
              </a:gdLst>
              <a:ahLst/>
              <a:cxnLst>
                <a:cxn ang="0">
                  <a:pos x="T0" y="T1"/>
                </a:cxn>
                <a:cxn ang="0">
                  <a:pos x="T2" y="T3"/>
                </a:cxn>
                <a:cxn ang="0">
                  <a:pos x="T4" y="T5"/>
                </a:cxn>
                <a:cxn ang="0">
                  <a:pos x="T6" y="T7"/>
                </a:cxn>
                <a:cxn ang="0">
                  <a:pos x="T8" y="T9"/>
                </a:cxn>
                <a:cxn ang="0">
                  <a:pos x="T10" y="T11"/>
                </a:cxn>
              </a:cxnLst>
              <a:rect l="0" t="0" r="r" b="b"/>
              <a:pathLst>
                <a:path w="41" h="10">
                  <a:moveTo>
                    <a:pt x="21" y="3"/>
                  </a:moveTo>
                  <a:cubicBezTo>
                    <a:pt x="28" y="6"/>
                    <a:pt x="35" y="8"/>
                    <a:pt x="41" y="10"/>
                  </a:cubicBezTo>
                  <a:cubicBezTo>
                    <a:pt x="28" y="6"/>
                    <a:pt x="14" y="3"/>
                    <a:pt x="0" y="0"/>
                  </a:cubicBezTo>
                  <a:cubicBezTo>
                    <a:pt x="9" y="0"/>
                    <a:pt x="17" y="2"/>
                    <a:pt x="25" y="5"/>
                  </a:cubicBezTo>
                  <a:cubicBezTo>
                    <a:pt x="13" y="1"/>
                    <a:pt x="33" y="9"/>
                    <a:pt x="21" y="3"/>
                  </a:cubicBezTo>
                  <a:cubicBezTo>
                    <a:pt x="28" y="6"/>
                    <a:pt x="25" y="5"/>
                    <a:pt x="21"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38" name="Freeform 726">
              <a:extLst>
                <a:ext uri="{FF2B5EF4-FFF2-40B4-BE49-F238E27FC236}">
                  <a16:creationId xmlns:a16="http://schemas.microsoft.com/office/drawing/2014/main" id="{408AA643-2A4F-E32D-B748-5C00F7AC04F3}"/>
                </a:ext>
              </a:extLst>
            </p:cNvPr>
            <p:cNvSpPr>
              <a:spLocks/>
            </p:cNvSpPr>
            <p:nvPr userDrawn="1"/>
          </p:nvSpPr>
          <p:spPr bwMode="auto">
            <a:xfrm>
              <a:off x="1859" y="2524"/>
              <a:ext cx="33" cy="20"/>
            </a:xfrm>
            <a:custGeom>
              <a:avLst/>
              <a:gdLst>
                <a:gd name="T0" fmla="*/ 2 w 23"/>
                <a:gd name="T1" fmla="*/ 12 h 14"/>
                <a:gd name="T2" fmla="*/ 23 w 23"/>
                <a:gd name="T3" fmla="*/ 0 h 14"/>
                <a:gd name="T4" fmla="*/ 2 w 23"/>
                <a:gd name="T5" fmla="*/ 12 h 14"/>
              </a:gdLst>
              <a:ahLst/>
              <a:cxnLst>
                <a:cxn ang="0">
                  <a:pos x="T0" y="T1"/>
                </a:cxn>
                <a:cxn ang="0">
                  <a:pos x="T2" y="T3"/>
                </a:cxn>
                <a:cxn ang="0">
                  <a:pos x="T4" y="T5"/>
                </a:cxn>
              </a:cxnLst>
              <a:rect l="0" t="0" r="r" b="b"/>
              <a:pathLst>
                <a:path w="23" h="14">
                  <a:moveTo>
                    <a:pt x="2" y="12"/>
                  </a:moveTo>
                  <a:cubicBezTo>
                    <a:pt x="10" y="7"/>
                    <a:pt x="17" y="3"/>
                    <a:pt x="23" y="0"/>
                  </a:cubicBezTo>
                  <a:cubicBezTo>
                    <a:pt x="8" y="10"/>
                    <a:pt x="0" y="14"/>
                    <a:pt x="2" y="1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0" name="Freeform 727">
              <a:extLst>
                <a:ext uri="{FF2B5EF4-FFF2-40B4-BE49-F238E27FC236}">
                  <a16:creationId xmlns:a16="http://schemas.microsoft.com/office/drawing/2014/main" id="{A249EBBC-72EE-485C-A0C1-D7A7B3F5DFCD}"/>
                </a:ext>
              </a:extLst>
            </p:cNvPr>
            <p:cNvSpPr>
              <a:spLocks/>
            </p:cNvSpPr>
            <p:nvPr userDrawn="1"/>
          </p:nvSpPr>
          <p:spPr bwMode="auto">
            <a:xfrm>
              <a:off x="1868" y="3026"/>
              <a:ext cx="18" cy="5"/>
            </a:xfrm>
            <a:custGeom>
              <a:avLst/>
              <a:gdLst>
                <a:gd name="T0" fmla="*/ 3 w 13"/>
                <a:gd name="T1" fmla="*/ 1 h 4"/>
                <a:gd name="T2" fmla="*/ 3 w 13"/>
                <a:gd name="T3" fmla="*/ 1 h 4"/>
                <a:gd name="T4" fmla="*/ 3 w 13"/>
                <a:gd name="T5" fmla="*/ 1 h 4"/>
              </a:gdLst>
              <a:ahLst/>
              <a:cxnLst>
                <a:cxn ang="0">
                  <a:pos x="T0" y="T1"/>
                </a:cxn>
                <a:cxn ang="0">
                  <a:pos x="T2" y="T3"/>
                </a:cxn>
                <a:cxn ang="0">
                  <a:pos x="T4" y="T5"/>
                </a:cxn>
              </a:cxnLst>
              <a:rect l="0" t="0" r="r" b="b"/>
              <a:pathLst>
                <a:path w="13" h="4">
                  <a:moveTo>
                    <a:pt x="3" y="1"/>
                  </a:moveTo>
                  <a:cubicBezTo>
                    <a:pt x="0" y="0"/>
                    <a:pt x="13" y="4"/>
                    <a:pt x="3" y="1"/>
                  </a:cubicBezTo>
                  <a:cubicBezTo>
                    <a:pt x="3" y="1"/>
                    <a:pt x="3" y="1"/>
                    <a:pt x="3"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1" name="Freeform 728">
              <a:extLst>
                <a:ext uri="{FF2B5EF4-FFF2-40B4-BE49-F238E27FC236}">
                  <a16:creationId xmlns:a16="http://schemas.microsoft.com/office/drawing/2014/main" id="{E3C5C1ED-C009-C16E-9C0D-2A12B5D3A88D}"/>
                </a:ext>
              </a:extLst>
            </p:cNvPr>
            <p:cNvSpPr>
              <a:spLocks/>
            </p:cNvSpPr>
            <p:nvPr userDrawn="1"/>
          </p:nvSpPr>
          <p:spPr bwMode="auto">
            <a:xfrm>
              <a:off x="2105" y="3069"/>
              <a:ext cx="43" cy="14"/>
            </a:xfrm>
            <a:custGeom>
              <a:avLst/>
              <a:gdLst>
                <a:gd name="T0" fmla="*/ 30 w 30"/>
                <a:gd name="T1" fmla="*/ 10 h 10"/>
                <a:gd name="T2" fmla="*/ 0 w 30"/>
                <a:gd name="T3" fmla="*/ 0 h 10"/>
                <a:gd name="T4" fmla="*/ 30 w 30"/>
                <a:gd name="T5" fmla="*/ 10 h 10"/>
              </a:gdLst>
              <a:ahLst/>
              <a:cxnLst>
                <a:cxn ang="0">
                  <a:pos x="T0" y="T1"/>
                </a:cxn>
                <a:cxn ang="0">
                  <a:pos x="T2" y="T3"/>
                </a:cxn>
                <a:cxn ang="0">
                  <a:pos x="T4" y="T5"/>
                </a:cxn>
              </a:cxnLst>
              <a:rect l="0" t="0" r="r" b="b"/>
              <a:pathLst>
                <a:path w="30" h="10">
                  <a:moveTo>
                    <a:pt x="30" y="10"/>
                  </a:moveTo>
                  <a:cubicBezTo>
                    <a:pt x="0" y="0"/>
                    <a:pt x="0" y="0"/>
                    <a:pt x="0" y="0"/>
                  </a:cubicBezTo>
                  <a:cubicBezTo>
                    <a:pt x="13" y="4"/>
                    <a:pt x="23" y="7"/>
                    <a:pt x="30" y="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2" name="Freeform 729">
              <a:extLst>
                <a:ext uri="{FF2B5EF4-FFF2-40B4-BE49-F238E27FC236}">
                  <a16:creationId xmlns:a16="http://schemas.microsoft.com/office/drawing/2014/main" id="{5340B7A4-CE67-290B-1251-7B41F40F888E}"/>
                </a:ext>
              </a:extLst>
            </p:cNvPr>
            <p:cNvSpPr>
              <a:spLocks/>
            </p:cNvSpPr>
            <p:nvPr userDrawn="1"/>
          </p:nvSpPr>
          <p:spPr bwMode="auto">
            <a:xfrm>
              <a:off x="3633" y="2012"/>
              <a:ext cx="21" cy="19"/>
            </a:xfrm>
            <a:custGeom>
              <a:avLst/>
              <a:gdLst>
                <a:gd name="T0" fmla="*/ 14 w 14"/>
                <a:gd name="T1" fmla="*/ 0 h 13"/>
                <a:gd name="T2" fmla="*/ 0 w 14"/>
                <a:gd name="T3" fmla="*/ 13 h 13"/>
                <a:gd name="T4" fmla="*/ 14 w 14"/>
                <a:gd name="T5" fmla="*/ 0 h 13"/>
              </a:gdLst>
              <a:ahLst/>
              <a:cxnLst>
                <a:cxn ang="0">
                  <a:pos x="T0" y="T1"/>
                </a:cxn>
                <a:cxn ang="0">
                  <a:pos x="T2" y="T3"/>
                </a:cxn>
                <a:cxn ang="0">
                  <a:pos x="T4" y="T5"/>
                </a:cxn>
              </a:cxnLst>
              <a:rect l="0" t="0" r="r" b="b"/>
              <a:pathLst>
                <a:path w="14" h="13">
                  <a:moveTo>
                    <a:pt x="14" y="0"/>
                  </a:moveTo>
                  <a:cubicBezTo>
                    <a:pt x="0" y="13"/>
                    <a:pt x="0" y="13"/>
                    <a:pt x="0" y="13"/>
                  </a:cubicBezTo>
                  <a:cubicBezTo>
                    <a:pt x="6" y="6"/>
                    <a:pt x="10" y="3"/>
                    <a:pt x="14"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3" name="Freeform 730">
              <a:extLst>
                <a:ext uri="{FF2B5EF4-FFF2-40B4-BE49-F238E27FC236}">
                  <a16:creationId xmlns:a16="http://schemas.microsoft.com/office/drawing/2014/main" id="{201C86C1-D121-F165-DC49-3090FE7B1655}"/>
                </a:ext>
              </a:extLst>
            </p:cNvPr>
            <p:cNvSpPr>
              <a:spLocks/>
            </p:cNvSpPr>
            <p:nvPr userDrawn="1"/>
          </p:nvSpPr>
          <p:spPr bwMode="auto">
            <a:xfrm>
              <a:off x="4403" y="496"/>
              <a:ext cx="7" cy="39"/>
            </a:xfrm>
            <a:custGeom>
              <a:avLst/>
              <a:gdLst>
                <a:gd name="T0" fmla="*/ 5 w 5"/>
                <a:gd name="T1" fmla="*/ 0 h 27"/>
                <a:gd name="T2" fmla="*/ 0 w 5"/>
                <a:gd name="T3" fmla="*/ 27 h 27"/>
                <a:gd name="T4" fmla="*/ 5 w 5"/>
                <a:gd name="T5" fmla="*/ 0 h 27"/>
              </a:gdLst>
              <a:ahLst/>
              <a:cxnLst>
                <a:cxn ang="0">
                  <a:pos x="T0" y="T1"/>
                </a:cxn>
                <a:cxn ang="0">
                  <a:pos x="T2" y="T3"/>
                </a:cxn>
                <a:cxn ang="0">
                  <a:pos x="T4" y="T5"/>
                </a:cxn>
              </a:cxnLst>
              <a:rect l="0" t="0" r="r" b="b"/>
              <a:pathLst>
                <a:path w="5" h="27">
                  <a:moveTo>
                    <a:pt x="5" y="0"/>
                  </a:moveTo>
                  <a:cubicBezTo>
                    <a:pt x="3" y="19"/>
                    <a:pt x="1" y="24"/>
                    <a:pt x="0" y="27"/>
                  </a:cubicBezTo>
                  <a:cubicBezTo>
                    <a:pt x="2" y="17"/>
                    <a:pt x="3" y="8"/>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4" name="Freeform 731">
              <a:extLst>
                <a:ext uri="{FF2B5EF4-FFF2-40B4-BE49-F238E27FC236}">
                  <a16:creationId xmlns:a16="http://schemas.microsoft.com/office/drawing/2014/main" id="{1BEF62F8-3F52-308B-5D59-21A797520975}"/>
                </a:ext>
              </a:extLst>
            </p:cNvPr>
            <p:cNvSpPr>
              <a:spLocks/>
            </p:cNvSpPr>
            <p:nvPr userDrawn="1"/>
          </p:nvSpPr>
          <p:spPr bwMode="auto">
            <a:xfrm>
              <a:off x="4413" y="63"/>
              <a:ext cx="0" cy="12"/>
            </a:xfrm>
            <a:custGeom>
              <a:avLst/>
              <a:gdLst>
                <a:gd name="T0" fmla="*/ 8 h 8"/>
                <a:gd name="T1" fmla="*/ 0 h 8"/>
                <a:gd name="T2" fmla="*/ 8 h 8"/>
              </a:gdLst>
              <a:ahLst/>
              <a:cxnLst>
                <a:cxn ang="0">
                  <a:pos x="0" y="T0"/>
                </a:cxn>
                <a:cxn ang="0">
                  <a:pos x="0" y="T1"/>
                </a:cxn>
                <a:cxn ang="0">
                  <a:pos x="0" y="T2"/>
                </a:cxn>
              </a:cxnLst>
              <a:rect l="0" t="0" r="r" b="b"/>
              <a:pathLst>
                <a:path h="8">
                  <a:moveTo>
                    <a:pt x="0" y="8"/>
                  </a:moveTo>
                  <a:cubicBezTo>
                    <a:pt x="0" y="0"/>
                    <a:pt x="0" y="0"/>
                    <a:pt x="0" y="0"/>
                  </a:cubicBezTo>
                  <a:cubicBezTo>
                    <a:pt x="0" y="3"/>
                    <a:pt x="0" y="6"/>
                    <a:pt x="0" y="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5" name="Freeform 732">
              <a:extLst>
                <a:ext uri="{FF2B5EF4-FFF2-40B4-BE49-F238E27FC236}">
                  <a16:creationId xmlns:a16="http://schemas.microsoft.com/office/drawing/2014/main" id="{01A65807-669B-4EFA-F7FF-568B54068351}"/>
                </a:ext>
              </a:extLst>
            </p:cNvPr>
            <p:cNvSpPr>
              <a:spLocks/>
            </p:cNvSpPr>
            <p:nvPr userDrawn="1"/>
          </p:nvSpPr>
          <p:spPr bwMode="auto">
            <a:xfrm>
              <a:off x="4147" y="1073"/>
              <a:ext cx="7" cy="11"/>
            </a:xfrm>
            <a:custGeom>
              <a:avLst/>
              <a:gdLst>
                <a:gd name="T0" fmla="*/ 5 w 5"/>
                <a:gd name="T1" fmla="*/ 0 h 8"/>
                <a:gd name="T2" fmla="*/ 0 w 5"/>
                <a:gd name="T3" fmla="*/ 8 h 8"/>
                <a:gd name="T4" fmla="*/ 5 w 5"/>
                <a:gd name="T5" fmla="*/ 0 h 8"/>
              </a:gdLst>
              <a:ahLst/>
              <a:cxnLst>
                <a:cxn ang="0">
                  <a:pos x="T0" y="T1"/>
                </a:cxn>
                <a:cxn ang="0">
                  <a:pos x="T2" y="T3"/>
                </a:cxn>
                <a:cxn ang="0">
                  <a:pos x="T4" y="T5"/>
                </a:cxn>
              </a:cxnLst>
              <a:rect l="0" t="0" r="r" b="b"/>
              <a:pathLst>
                <a:path w="5" h="8">
                  <a:moveTo>
                    <a:pt x="5" y="0"/>
                  </a:moveTo>
                  <a:cubicBezTo>
                    <a:pt x="3" y="3"/>
                    <a:pt x="2" y="6"/>
                    <a:pt x="0" y="8"/>
                  </a:cubicBezTo>
                  <a:cubicBezTo>
                    <a:pt x="2" y="3"/>
                    <a:pt x="4"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6" name="Freeform 733">
              <a:extLst>
                <a:ext uri="{FF2B5EF4-FFF2-40B4-BE49-F238E27FC236}">
                  <a16:creationId xmlns:a16="http://schemas.microsoft.com/office/drawing/2014/main" id="{2805F1B0-4C46-51F8-0693-1EC7ED1FBDD4}"/>
                </a:ext>
              </a:extLst>
            </p:cNvPr>
            <p:cNvSpPr>
              <a:spLocks noEditPoints="1"/>
            </p:cNvSpPr>
            <p:nvPr userDrawn="1"/>
          </p:nvSpPr>
          <p:spPr bwMode="auto">
            <a:xfrm>
              <a:off x="1328" y="7"/>
              <a:ext cx="3095" cy="3233"/>
            </a:xfrm>
            <a:custGeom>
              <a:avLst/>
              <a:gdLst>
                <a:gd name="T0" fmla="*/ 135 w 2152"/>
                <a:gd name="T1" fmla="*/ 2033 h 2248"/>
                <a:gd name="T2" fmla="*/ 459 w 2152"/>
                <a:gd name="T3" fmla="*/ 1694 h 2248"/>
                <a:gd name="T4" fmla="*/ 823 w 2152"/>
                <a:gd name="T5" fmla="*/ 2146 h 2248"/>
                <a:gd name="T6" fmla="*/ 1239 w 2152"/>
                <a:gd name="T7" fmla="*/ 1566 h 2248"/>
                <a:gd name="T8" fmla="*/ 1395 w 2152"/>
                <a:gd name="T9" fmla="*/ 1593 h 2248"/>
                <a:gd name="T10" fmla="*/ 1895 w 2152"/>
                <a:gd name="T11" fmla="*/ 923 h 2248"/>
                <a:gd name="T12" fmla="*/ 1964 w 2152"/>
                <a:gd name="T13" fmla="*/ 893 h 2248"/>
                <a:gd name="T14" fmla="*/ 2067 w 2152"/>
                <a:gd name="T15" fmla="*/ 658 h 2248"/>
                <a:gd name="T16" fmla="*/ 1967 w 2152"/>
                <a:gd name="T17" fmla="*/ 888 h 2248"/>
                <a:gd name="T18" fmla="*/ 2065 w 2152"/>
                <a:gd name="T19" fmla="*/ 506 h 2248"/>
                <a:gd name="T20" fmla="*/ 2136 w 2152"/>
                <a:gd name="T21" fmla="*/ 5 h 2248"/>
                <a:gd name="T22" fmla="*/ 1478 w 2152"/>
                <a:gd name="T23" fmla="*/ 1400 h 2248"/>
                <a:gd name="T24" fmla="*/ 705 w 2152"/>
                <a:gd name="T25" fmla="*/ 1560 h 2248"/>
                <a:gd name="T26" fmla="*/ 276 w 2152"/>
                <a:gd name="T27" fmla="*/ 1806 h 2248"/>
                <a:gd name="T28" fmla="*/ 705 w 2152"/>
                <a:gd name="T29" fmla="*/ 1561 h 2248"/>
                <a:gd name="T30" fmla="*/ 982 w 2152"/>
                <a:gd name="T31" fmla="*/ 1727 h 2248"/>
                <a:gd name="T32" fmla="*/ 2071 w 2152"/>
                <a:gd name="T33" fmla="*/ 545 h 2248"/>
                <a:gd name="T34" fmla="*/ 1053 w 2152"/>
                <a:gd name="T35" fmla="*/ 1689 h 2248"/>
                <a:gd name="T36" fmla="*/ 703 w 2152"/>
                <a:gd name="T37" fmla="*/ 1555 h 2248"/>
                <a:gd name="T38" fmla="*/ 325 w 2152"/>
                <a:gd name="T39" fmla="*/ 1777 h 2248"/>
                <a:gd name="T40" fmla="*/ 823 w 2152"/>
                <a:gd name="T41" fmla="*/ 2146 h 2248"/>
                <a:gd name="T42" fmla="*/ 1912 w 2152"/>
                <a:gd name="T43" fmla="*/ 992 h 2248"/>
                <a:gd name="T44" fmla="*/ 1478 w 2152"/>
                <a:gd name="T45" fmla="*/ 1399 h 2248"/>
                <a:gd name="T46" fmla="*/ 703 w 2152"/>
                <a:gd name="T47" fmla="*/ 1555 h 2248"/>
                <a:gd name="T48" fmla="*/ 2149 w 2152"/>
                <a:gd name="T49" fmla="*/ 144 h 2248"/>
                <a:gd name="T50" fmla="*/ 1111 w 2152"/>
                <a:gd name="T51" fmla="*/ 1633 h 2248"/>
                <a:gd name="T52" fmla="*/ 791 w 2152"/>
                <a:gd name="T53" fmla="*/ 1938 h 2248"/>
                <a:gd name="T54" fmla="*/ 964 w 2152"/>
                <a:gd name="T55" fmla="*/ 1835 h 2248"/>
                <a:gd name="T56" fmla="*/ 824 w 2152"/>
                <a:gd name="T57" fmla="*/ 2154 h 2248"/>
                <a:gd name="T58" fmla="*/ 687 w 2152"/>
                <a:gd name="T59" fmla="*/ 1597 h 2248"/>
                <a:gd name="T60" fmla="*/ 1839 w 2152"/>
                <a:gd name="T61" fmla="*/ 1094 h 2248"/>
                <a:gd name="T62" fmla="*/ 323 w 2152"/>
                <a:gd name="T63" fmla="*/ 1778 h 2248"/>
                <a:gd name="T64" fmla="*/ 981 w 2152"/>
                <a:gd name="T65" fmla="*/ 1727 h 2248"/>
                <a:gd name="T66" fmla="*/ 1059 w 2152"/>
                <a:gd name="T67" fmla="*/ 1687 h 2248"/>
                <a:gd name="T68" fmla="*/ 1476 w 2152"/>
                <a:gd name="T69" fmla="*/ 1401 h 2248"/>
                <a:gd name="T70" fmla="*/ 2022 w 2152"/>
                <a:gd name="T71" fmla="*/ 616 h 2248"/>
                <a:gd name="T72" fmla="*/ 1478 w 2152"/>
                <a:gd name="T73" fmla="*/ 1400 h 2248"/>
                <a:gd name="T74" fmla="*/ 806 w 2152"/>
                <a:gd name="T75" fmla="*/ 1921 h 2248"/>
                <a:gd name="T76" fmla="*/ 824 w 2152"/>
                <a:gd name="T77" fmla="*/ 2153 h 2248"/>
                <a:gd name="T78" fmla="*/ 707 w 2152"/>
                <a:gd name="T79" fmla="*/ 1611 h 2248"/>
                <a:gd name="T80" fmla="*/ 2111 w 2152"/>
                <a:gd name="T81" fmla="*/ 362 h 2248"/>
                <a:gd name="T82" fmla="*/ 1345 w 2152"/>
                <a:gd name="T83" fmla="*/ 1524 h 2248"/>
                <a:gd name="T84" fmla="*/ 807 w 2152"/>
                <a:gd name="T85" fmla="*/ 1921 h 2248"/>
                <a:gd name="T86" fmla="*/ 824 w 2152"/>
                <a:gd name="T87" fmla="*/ 2153 h 2248"/>
                <a:gd name="T88" fmla="*/ 707 w 2152"/>
                <a:gd name="T89" fmla="*/ 1613 h 2248"/>
                <a:gd name="T90" fmla="*/ 1478 w 2152"/>
                <a:gd name="T91" fmla="*/ 1400 h 2248"/>
                <a:gd name="T92" fmla="*/ 1849 w 2152"/>
                <a:gd name="T93" fmla="*/ 1070 h 2248"/>
                <a:gd name="T94" fmla="*/ 1054 w 2152"/>
                <a:gd name="T95" fmla="*/ 1689 h 2248"/>
                <a:gd name="T96" fmla="*/ 728 w 2152"/>
                <a:gd name="T97" fmla="*/ 2185 h 2248"/>
                <a:gd name="T98" fmla="*/ 703 w 2152"/>
                <a:gd name="T99" fmla="*/ 1555 h 2248"/>
                <a:gd name="T100" fmla="*/ 580 w 2152"/>
                <a:gd name="T101" fmla="*/ 2148 h 2248"/>
                <a:gd name="T102" fmla="*/ 814 w 2152"/>
                <a:gd name="T103" fmla="*/ 2131 h 2248"/>
                <a:gd name="T104" fmla="*/ 824 w 2152"/>
                <a:gd name="T105" fmla="*/ 2154 h 2248"/>
                <a:gd name="T106" fmla="*/ 815 w 2152"/>
                <a:gd name="T107" fmla="*/ 2140 h 2248"/>
                <a:gd name="T108" fmla="*/ 1507 w 2152"/>
                <a:gd name="T109" fmla="*/ 1483 h 2248"/>
                <a:gd name="T110" fmla="*/ 855 w 2152"/>
                <a:gd name="T111" fmla="*/ 1891 h 2248"/>
                <a:gd name="T112" fmla="*/ 192 w 2152"/>
                <a:gd name="T113" fmla="*/ 2040 h 2248"/>
                <a:gd name="T114" fmla="*/ 1324 w 2152"/>
                <a:gd name="T115" fmla="*/ 1515 h 2248"/>
                <a:gd name="T116" fmla="*/ 2072 w 2152"/>
                <a:gd name="T117" fmla="*/ 479 h 2248"/>
                <a:gd name="T118" fmla="*/ 2111 w 2152"/>
                <a:gd name="T119" fmla="*/ 361 h 2248"/>
                <a:gd name="T120" fmla="*/ 859 w 2152"/>
                <a:gd name="T121" fmla="*/ 1772 h 2248"/>
                <a:gd name="T122" fmla="*/ 1059 w 2152"/>
                <a:gd name="T123" fmla="*/ 1687 h 2248"/>
                <a:gd name="T124" fmla="*/ 1346 w 2152"/>
                <a:gd name="T125" fmla="*/ 1524 h 2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52" h="2248">
                  <a:moveTo>
                    <a:pt x="21" y="1998"/>
                  </a:moveTo>
                  <a:cubicBezTo>
                    <a:pt x="21" y="1998"/>
                    <a:pt x="20" y="1998"/>
                    <a:pt x="20" y="1998"/>
                  </a:cubicBezTo>
                  <a:cubicBezTo>
                    <a:pt x="25" y="2002"/>
                    <a:pt x="32" y="2004"/>
                    <a:pt x="40" y="2007"/>
                  </a:cubicBezTo>
                  <a:cubicBezTo>
                    <a:pt x="33" y="2004"/>
                    <a:pt x="26" y="2002"/>
                    <a:pt x="21" y="1998"/>
                  </a:cubicBezTo>
                  <a:close/>
                  <a:moveTo>
                    <a:pt x="42" y="2007"/>
                  </a:moveTo>
                  <a:cubicBezTo>
                    <a:pt x="46" y="2008"/>
                    <a:pt x="49" y="2009"/>
                    <a:pt x="53" y="2010"/>
                  </a:cubicBezTo>
                  <a:cubicBezTo>
                    <a:pt x="49" y="2009"/>
                    <a:pt x="46" y="2008"/>
                    <a:pt x="42" y="2007"/>
                  </a:cubicBezTo>
                  <a:close/>
                  <a:moveTo>
                    <a:pt x="64" y="2011"/>
                  </a:moveTo>
                  <a:cubicBezTo>
                    <a:pt x="61" y="2011"/>
                    <a:pt x="57" y="2011"/>
                    <a:pt x="54" y="2010"/>
                  </a:cubicBezTo>
                  <a:cubicBezTo>
                    <a:pt x="61" y="2011"/>
                    <a:pt x="68" y="2013"/>
                    <a:pt x="73" y="2014"/>
                  </a:cubicBezTo>
                  <a:cubicBezTo>
                    <a:pt x="70" y="2013"/>
                    <a:pt x="67" y="2012"/>
                    <a:pt x="64" y="2011"/>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89" y="2050"/>
                  </a:moveTo>
                  <a:cubicBezTo>
                    <a:pt x="191" y="2050"/>
                    <a:pt x="194" y="2049"/>
                    <a:pt x="196" y="2049"/>
                  </a:cubicBezTo>
                  <a:cubicBezTo>
                    <a:pt x="175" y="2044"/>
                    <a:pt x="155" y="2038"/>
                    <a:pt x="135" y="2033"/>
                  </a:cubicBezTo>
                  <a:cubicBezTo>
                    <a:pt x="160" y="2040"/>
                    <a:pt x="184" y="2051"/>
                    <a:pt x="210" y="2059"/>
                  </a:cubicBezTo>
                  <a:cubicBezTo>
                    <a:pt x="205" y="2057"/>
                    <a:pt x="194" y="2049"/>
                    <a:pt x="189" y="2050"/>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196" y="2049"/>
                  </a:moveTo>
                  <a:cubicBezTo>
                    <a:pt x="196" y="2049"/>
                    <a:pt x="196" y="2049"/>
                    <a:pt x="196" y="2049"/>
                  </a:cubicBezTo>
                  <a:cubicBezTo>
                    <a:pt x="197" y="2050"/>
                    <a:pt x="199" y="2050"/>
                    <a:pt x="200" y="2051"/>
                  </a:cubicBezTo>
                  <a:cubicBezTo>
                    <a:pt x="199" y="2050"/>
                    <a:pt x="198" y="2050"/>
                    <a:pt x="196" y="2049"/>
                  </a:cubicBezTo>
                  <a:close/>
                  <a:moveTo>
                    <a:pt x="196" y="2049"/>
                  </a:moveTo>
                  <a:cubicBezTo>
                    <a:pt x="196" y="2049"/>
                    <a:pt x="196" y="2049"/>
                    <a:pt x="196" y="2049"/>
                  </a:cubicBezTo>
                  <a:cubicBezTo>
                    <a:pt x="197" y="2050"/>
                    <a:pt x="199" y="2050"/>
                    <a:pt x="200" y="2051"/>
                  </a:cubicBezTo>
                  <a:cubicBezTo>
                    <a:pt x="199" y="2050"/>
                    <a:pt x="198" y="2050"/>
                    <a:pt x="196" y="2049"/>
                  </a:cubicBezTo>
                  <a:close/>
                  <a:moveTo>
                    <a:pt x="233" y="2061"/>
                  </a:moveTo>
                  <a:cubicBezTo>
                    <a:pt x="231" y="2061"/>
                    <a:pt x="236" y="2064"/>
                    <a:pt x="251" y="2070"/>
                  </a:cubicBezTo>
                  <a:cubicBezTo>
                    <a:pt x="246" y="2068"/>
                    <a:pt x="239" y="2064"/>
                    <a:pt x="233" y="2061"/>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3" y="1735"/>
                  </a:moveTo>
                  <a:cubicBezTo>
                    <a:pt x="754" y="1737"/>
                    <a:pt x="754" y="1739"/>
                    <a:pt x="755" y="1741"/>
                  </a:cubicBezTo>
                  <a:cubicBezTo>
                    <a:pt x="756" y="1745"/>
                    <a:pt x="756" y="1744"/>
                    <a:pt x="753" y="173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6" y="1980"/>
                  </a:moveTo>
                  <a:cubicBezTo>
                    <a:pt x="806" y="1982"/>
                    <a:pt x="806" y="1985"/>
                    <a:pt x="807" y="1987"/>
                  </a:cubicBezTo>
                  <a:cubicBezTo>
                    <a:pt x="807" y="1985"/>
                    <a:pt x="806" y="1982"/>
                    <a:pt x="806" y="1980"/>
                  </a:cubicBezTo>
                  <a:close/>
                  <a:moveTo>
                    <a:pt x="805" y="1984"/>
                  </a:moveTo>
                  <a:cubicBezTo>
                    <a:pt x="806" y="1988"/>
                    <a:pt x="807" y="1992"/>
                    <a:pt x="808" y="1995"/>
                  </a:cubicBezTo>
                  <a:cubicBezTo>
                    <a:pt x="808" y="1993"/>
                    <a:pt x="807" y="1989"/>
                    <a:pt x="805" y="1984"/>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200" y="1734"/>
                  </a:moveTo>
                  <a:cubicBezTo>
                    <a:pt x="1214" y="1737"/>
                    <a:pt x="1226" y="1724"/>
                    <a:pt x="1236" y="1712"/>
                  </a:cubicBezTo>
                  <a:cubicBezTo>
                    <a:pt x="1224" y="1719"/>
                    <a:pt x="1212" y="1727"/>
                    <a:pt x="1200" y="1734"/>
                  </a:cubicBezTo>
                  <a:close/>
                  <a:moveTo>
                    <a:pt x="1239" y="1566"/>
                  </a:moveTo>
                  <a:cubicBezTo>
                    <a:pt x="1240" y="1566"/>
                    <a:pt x="1241" y="1565"/>
                    <a:pt x="1242" y="1565"/>
                  </a:cubicBezTo>
                  <a:cubicBezTo>
                    <a:pt x="1246" y="1562"/>
                    <a:pt x="1250" y="1559"/>
                    <a:pt x="1254" y="1556"/>
                  </a:cubicBezTo>
                  <a:cubicBezTo>
                    <a:pt x="1256" y="1554"/>
                    <a:pt x="1256" y="1552"/>
                    <a:pt x="1257" y="1550"/>
                  </a:cubicBezTo>
                  <a:cubicBezTo>
                    <a:pt x="1256" y="1552"/>
                    <a:pt x="1248" y="1559"/>
                    <a:pt x="1239" y="1566"/>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76" y="1615"/>
                  </a:moveTo>
                  <a:cubicBezTo>
                    <a:pt x="1384" y="1612"/>
                    <a:pt x="1395" y="1601"/>
                    <a:pt x="1403" y="1592"/>
                  </a:cubicBezTo>
                  <a:cubicBezTo>
                    <a:pt x="1395" y="1600"/>
                    <a:pt x="1385" y="1608"/>
                    <a:pt x="1376"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68" y="1615"/>
                  </a:moveTo>
                  <a:cubicBezTo>
                    <a:pt x="1368" y="1615"/>
                    <a:pt x="1369" y="1615"/>
                    <a:pt x="1369" y="1615"/>
                  </a:cubicBezTo>
                  <a:cubicBezTo>
                    <a:pt x="1378" y="1608"/>
                    <a:pt x="1387" y="1601"/>
                    <a:pt x="1395" y="1593"/>
                  </a:cubicBezTo>
                  <a:cubicBezTo>
                    <a:pt x="1386" y="1601"/>
                    <a:pt x="1377" y="1608"/>
                    <a:pt x="1368" y="1615"/>
                  </a:cubicBezTo>
                  <a:close/>
                  <a:moveTo>
                    <a:pt x="1397" y="1567"/>
                  </a:moveTo>
                  <a:cubicBezTo>
                    <a:pt x="1398" y="1566"/>
                    <a:pt x="1400" y="1565"/>
                    <a:pt x="1401" y="1564"/>
                  </a:cubicBezTo>
                  <a:cubicBezTo>
                    <a:pt x="1399" y="1565"/>
                    <a:pt x="1398" y="1566"/>
                    <a:pt x="1397" y="1567"/>
                  </a:cubicBezTo>
                  <a:close/>
                  <a:moveTo>
                    <a:pt x="1403" y="1592"/>
                  </a:moveTo>
                  <a:cubicBezTo>
                    <a:pt x="1408" y="1588"/>
                    <a:pt x="1412" y="1584"/>
                    <a:pt x="1416" y="1580"/>
                  </a:cubicBezTo>
                  <a:cubicBezTo>
                    <a:pt x="1414" y="1582"/>
                    <a:pt x="1409" y="1586"/>
                    <a:pt x="1403" y="159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584" y="1282"/>
                  </a:moveTo>
                  <a:cubicBezTo>
                    <a:pt x="1586" y="1280"/>
                    <a:pt x="1588" y="1278"/>
                    <a:pt x="1591" y="1275"/>
                  </a:cubicBezTo>
                  <a:cubicBezTo>
                    <a:pt x="1591" y="1274"/>
                    <a:pt x="1589" y="1276"/>
                    <a:pt x="1584" y="1282"/>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648" y="1214"/>
                  </a:moveTo>
                  <a:cubicBezTo>
                    <a:pt x="1652" y="1212"/>
                    <a:pt x="1657" y="1210"/>
                    <a:pt x="1661" y="1207"/>
                  </a:cubicBezTo>
                  <a:cubicBezTo>
                    <a:pt x="1669" y="1198"/>
                    <a:pt x="1665" y="1201"/>
                    <a:pt x="1648" y="1214"/>
                  </a:cubicBezTo>
                  <a:close/>
                  <a:moveTo>
                    <a:pt x="1704" y="1288"/>
                  </a:moveTo>
                  <a:cubicBezTo>
                    <a:pt x="1704" y="1288"/>
                    <a:pt x="1704" y="1288"/>
                    <a:pt x="1704" y="1288"/>
                  </a:cubicBezTo>
                  <a:cubicBezTo>
                    <a:pt x="1704" y="1288"/>
                    <a:pt x="1704" y="1288"/>
                    <a:pt x="1704" y="1288"/>
                  </a:cubicBezTo>
                  <a:close/>
                  <a:moveTo>
                    <a:pt x="1798" y="1174"/>
                  </a:moveTo>
                  <a:cubicBezTo>
                    <a:pt x="1808" y="1161"/>
                    <a:pt x="1818" y="1148"/>
                    <a:pt x="1827" y="1135"/>
                  </a:cubicBezTo>
                  <a:cubicBezTo>
                    <a:pt x="1815" y="1145"/>
                    <a:pt x="1805" y="1159"/>
                    <a:pt x="1798" y="1174"/>
                  </a:cubicBezTo>
                  <a:close/>
                  <a:moveTo>
                    <a:pt x="1828" y="1135"/>
                  </a:moveTo>
                  <a:cubicBezTo>
                    <a:pt x="1828" y="1135"/>
                    <a:pt x="1827" y="1135"/>
                    <a:pt x="1827" y="1135"/>
                  </a:cubicBezTo>
                  <a:cubicBezTo>
                    <a:pt x="1829" y="1134"/>
                    <a:pt x="1830" y="1133"/>
                    <a:pt x="1831" y="1132"/>
                  </a:cubicBezTo>
                  <a:cubicBezTo>
                    <a:pt x="1830" y="1133"/>
                    <a:pt x="1829" y="1134"/>
                    <a:pt x="1828" y="1135"/>
                  </a:cubicBezTo>
                  <a:close/>
                  <a:moveTo>
                    <a:pt x="1849" y="1070"/>
                  </a:moveTo>
                  <a:cubicBezTo>
                    <a:pt x="1851" y="1071"/>
                    <a:pt x="1853" y="1070"/>
                    <a:pt x="1856" y="1069"/>
                  </a:cubicBezTo>
                  <a:cubicBezTo>
                    <a:pt x="1863" y="1058"/>
                    <a:pt x="1861" y="1058"/>
                    <a:pt x="1849" y="1070"/>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895" y="921"/>
                  </a:moveTo>
                  <a:cubicBezTo>
                    <a:pt x="1894" y="921"/>
                    <a:pt x="1894" y="920"/>
                    <a:pt x="1894" y="920"/>
                  </a:cubicBezTo>
                  <a:cubicBezTo>
                    <a:pt x="1893" y="917"/>
                    <a:pt x="1892" y="914"/>
                    <a:pt x="1891" y="912"/>
                  </a:cubicBezTo>
                  <a:cubicBezTo>
                    <a:pt x="1890" y="921"/>
                    <a:pt x="1890" y="916"/>
                    <a:pt x="1890" y="911"/>
                  </a:cubicBezTo>
                  <a:cubicBezTo>
                    <a:pt x="1887" y="915"/>
                    <a:pt x="1884" y="919"/>
                    <a:pt x="1881" y="924"/>
                  </a:cubicBezTo>
                  <a:cubicBezTo>
                    <a:pt x="1881" y="926"/>
                    <a:pt x="1881" y="929"/>
                    <a:pt x="1882" y="932"/>
                  </a:cubicBezTo>
                  <a:cubicBezTo>
                    <a:pt x="1882" y="932"/>
                    <a:pt x="1882" y="932"/>
                    <a:pt x="1882" y="933"/>
                  </a:cubicBezTo>
                  <a:cubicBezTo>
                    <a:pt x="1882" y="933"/>
                    <a:pt x="1882" y="933"/>
                    <a:pt x="1882" y="933"/>
                  </a:cubicBezTo>
                  <a:cubicBezTo>
                    <a:pt x="1882" y="933"/>
                    <a:pt x="1882" y="933"/>
                    <a:pt x="1882" y="933"/>
                  </a:cubicBezTo>
                  <a:cubicBezTo>
                    <a:pt x="1882" y="936"/>
                    <a:pt x="1882" y="938"/>
                    <a:pt x="1883" y="941"/>
                  </a:cubicBezTo>
                  <a:cubicBezTo>
                    <a:pt x="1887" y="933"/>
                    <a:pt x="1890" y="928"/>
                    <a:pt x="1895" y="922"/>
                  </a:cubicBezTo>
                  <a:cubicBezTo>
                    <a:pt x="1895" y="921"/>
                    <a:pt x="1895" y="921"/>
                    <a:pt x="1895" y="921"/>
                  </a:cubicBezTo>
                  <a:close/>
                  <a:moveTo>
                    <a:pt x="1952" y="921"/>
                  </a:moveTo>
                  <a:cubicBezTo>
                    <a:pt x="1941" y="942"/>
                    <a:pt x="1929" y="962"/>
                    <a:pt x="1917" y="983"/>
                  </a:cubicBezTo>
                  <a:cubicBezTo>
                    <a:pt x="1917" y="983"/>
                    <a:pt x="1917" y="983"/>
                    <a:pt x="1917" y="983"/>
                  </a:cubicBezTo>
                  <a:cubicBezTo>
                    <a:pt x="1917" y="983"/>
                    <a:pt x="1917" y="983"/>
                    <a:pt x="1917" y="983"/>
                  </a:cubicBezTo>
                  <a:cubicBezTo>
                    <a:pt x="1917" y="983"/>
                    <a:pt x="1917" y="983"/>
                    <a:pt x="1917" y="983"/>
                  </a:cubicBezTo>
                  <a:cubicBezTo>
                    <a:pt x="1917" y="983"/>
                    <a:pt x="1917" y="983"/>
                    <a:pt x="1917" y="983"/>
                  </a:cubicBezTo>
                  <a:cubicBezTo>
                    <a:pt x="1915" y="986"/>
                    <a:pt x="1914" y="989"/>
                    <a:pt x="1912" y="992"/>
                  </a:cubicBezTo>
                  <a:cubicBezTo>
                    <a:pt x="1908" y="1000"/>
                    <a:pt x="1903" y="1007"/>
                    <a:pt x="1899" y="1014"/>
                  </a:cubicBezTo>
                  <a:cubicBezTo>
                    <a:pt x="1894" y="1023"/>
                    <a:pt x="1889" y="1031"/>
                    <a:pt x="1884" y="1039"/>
                  </a:cubicBezTo>
                  <a:cubicBezTo>
                    <a:pt x="1887" y="1035"/>
                    <a:pt x="1890" y="1030"/>
                    <a:pt x="1894" y="1025"/>
                  </a:cubicBezTo>
                  <a:cubicBezTo>
                    <a:pt x="1894" y="1025"/>
                    <a:pt x="1894" y="1025"/>
                    <a:pt x="1894" y="1025"/>
                  </a:cubicBezTo>
                  <a:cubicBezTo>
                    <a:pt x="1896" y="1022"/>
                    <a:pt x="1898" y="1019"/>
                    <a:pt x="1900" y="1016"/>
                  </a:cubicBezTo>
                  <a:cubicBezTo>
                    <a:pt x="1904" y="1009"/>
                    <a:pt x="1908" y="1002"/>
                    <a:pt x="1912" y="995"/>
                  </a:cubicBezTo>
                  <a:cubicBezTo>
                    <a:pt x="1913" y="993"/>
                    <a:pt x="1914" y="991"/>
                    <a:pt x="1915" y="989"/>
                  </a:cubicBezTo>
                  <a:cubicBezTo>
                    <a:pt x="1916" y="988"/>
                    <a:pt x="1917" y="987"/>
                    <a:pt x="1917" y="986"/>
                  </a:cubicBezTo>
                  <a:cubicBezTo>
                    <a:pt x="1920" y="982"/>
                    <a:pt x="1922" y="978"/>
                    <a:pt x="1924" y="975"/>
                  </a:cubicBezTo>
                  <a:cubicBezTo>
                    <a:pt x="1926" y="971"/>
                    <a:pt x="1928" y="967"/>
                    <a:pt x="1930" y="964"/>
                  </a:cubicBezTo>
                  <a:cubicBezTo>
                    <a:pt x="1937" y="950"/>
                    <a:pt x="1944" y="936"/>
                    <a:pt x="1952" y="921"/>
                  </a:cubicBezTo>
                  <a:cubicBezTo>
                    <a:pt x="1953" y="919"/>
                    <a:pt x="1954" y="916"/>
                    <a:pt x="1956" y="914"/>
                  </a:cubicBezTo>
                  <a:cubicBezTo>
                    <a:pt x="1954" y="916"/>
                    <a:pt x="1953" y="919"/>
                    <a:pt x="1952" y="921"/>
                  </a:cubicBezTo>
                  <a:close/>
                  <a:moveTo>
                    <a:pt x="1950" y="917"/>
                  </a:moveTo>
                  <a:cubicBezTo>
                    <a:pt x="1949" y="919"/>
                    <a:pt x="1949" y="922"/>
                    <a:pt x="1948" y="925"/>
                  </a:cubicBezTo>
                  <a:cubicBezTo>
                    <a:pt x="1949" y="923"/>
                    <a:pt x="1950" y="921"/>
                    <a:pt x="1951" y="919"/>
                  </a:cubicBezTo>
                  <a:cubicBezTo>
                    <a:pt x="1951" y="918"/>
                    <a:pt x="1951" y="918"/>
                    <a:pt x="1950" y="917"/>
                  </a:cubicBezTo>
                  <a:close/>
                  <a:moveTo>
                    <a:pt x="1895" y="923"/>
                  </a:moveTo>
                  <a:cubicBezTo>
                    <a:pt x="1892" y="929"/>
                    <a:pt x="1888" y="936"/>
                    <a:pt x="1883" y="943"/>
                  </a:cubicBezTo>
                  <a:cubicBezTo>
                    <a:pt x="1883" y="945"/>
                    <a:pt x="1884" y="947"/>
                    <a:pt x="1884" y="949"/>
                  </a:cubicBezTo>
                  <a:cubicBezTo>
                    <a:pt x="1888" y="942"/>
                    <a:pt x="1893" y="935"/>
                    <a:pt x="1897" y="927"/>
                  </a:cubicBezTo>
                  <a:cubicBezTo>
                    <a:pt x="1896" y="926"/>
                    <a:pt x="1896" y="924"/>
                    <a:pt x="1895" y="923"/>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7" y="806"/>
                  </a:moveTo>
                  <a:cubicBezTo>
                    <a:pt x="1968" y="806"/>
                    <a:pt x="1969" y="804"/>
                    <a:pt x="1972" y="797"/>
                  </a:cubicBezTo>
                  <a:cubicBezTo>
                    <a:pt x="1970" y="800"/>
                    <a:pt x="1969" y="803"/>
                    <a:pt x="1967" y="806"/>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2067" y="658"/>
                  </a:moveTo>
                  <a:cubicBezTo>
                    <a:pt x="2057" y="686"/>
                    <a:pt x="2047" y="715"/>
                    <a:pt x="2035" y="743"/>
                  </a:cubicBezTo>
                  <a:cubicBezTo>
                    <a:pt x="2033" y="751"/>
                    <a:pt x="2030" y="759"/>
                    <a:pt x="2026" y="763"/>
                  </a:cubicBezTo>
                  <a:cubicBezTo>
                    <a:pt x="2023" y="769"/>
                    <a:pt x="2020" y="775"/>
                    <a:pt x="2017" y="780"/>
                  </a:cubicBezTo>
                  <a:cubicBezTo>
                    <a:pt x="2020" y="775"/>
                    <a:pt x="2022" y="770"/>
                    <a:pt x="2024" y="765"/>
                  </a:cubicBezTo>
                  <a:cubicBezTo>
                    <a:pt x="2025" y="764"/>
                    <a:pt x="2025" y="764"/>
                    <a:pt x="2026" y="763"/>
                  </a:cubicBezTo>
                  <a:cubicBezTo>
                    <a:pt x="2029" y="756"/>
                    <a:pt x="2032" y="749"/>
                    <a:pt x="2035" y="743"/>
                  </a:cubicBezTo>
                  <a:cubicBezTo>
                    <a:pt x="2036" y="739"/>
                    <a:pt x="2037" y="735"/>
                    <a:pt x="2038" y="732"/>
                  </a:cubicBezTo>
                  <a:cubicBezTo>
                    <a:pt x="2035" y="740"/>
                    <a:pt x="2031" y="749"/>
                    <a:pt x="2027" y="757"/>
                  </a:cubicBezTo>
                  <a:cubicBezTo>
                    <a:pt x="2032" y="746"/>
                    <a:pt x="2036" y="736"/>
                    <a:pt x="2040" y="726"/>
                  </a:cubicBezTo>
                  <a:cubicBezTo>
                    <a:pt x="2039" y="728"/>
                    <a:pt x="2039" y="730"/>
                    <a:pt x="2038" y="732"/>
                  </a:cubicBezTo>
                  <a:cubicBezTo>
                    <a:pt x="2039" y="729"/>
                    <a:pt x="2040" y="726"/>
                    <a:pt x="2041" y="723"/>
                  </a:cubicBezTo>
                  <a:cubicBezTo>
                    <a:pt x="2040" y="724"/>
                    <a:pt x="2040" y="725"/>
                    <a:pt x="2040" y="726"/>
                  </a:cubicBezTo>
                  <a:cubicBezTo>
                    <a:pt x="2040" y="723"/>
                    <a:pt x="2041" y="720"/>
                    <a:pt x="2042" y="719"/>
                  </a:cubicBezTo>
                  <a:cubicBezTo>
                    <a:pt x="2041" y="720"/>
                    <a:pt x="2041" y="722"/>
                    <a:pt x="2041" y="723"/>
                  </a:cubicBezTo>
                  <a:cubicBezTo>
                    <a:pt x="2054" y="689"/>
                    <a:pt x="2063" y="661"/>
                    <a:pt x="2065" y="647"/>
                  </a:cubicBezTo>
                  <a:cubicBezTo>
                    <a:pt x="2075" y="627"/>
                    <a:pt x="2080" y="605"/>
                    <a:pt x="2084" y="582"/>
                  </a:cubicBezTo>
                  <a:cubicBezTo>
                    <a:pt x="2077" y="600"/>
                    <a:pt x="2070" y="620"/>
                    <a:pt x="2065" y="637"/>
                  </a:cubicBezTo>
                  <a:cubicBezTo>
                    <a:pt x="2063" y="640"/>
                    <a:pt x="2062" y="643"/>
                    <a:pt x="2062" y="645"/>
                  </a:cubicBezTo>
                  <a:cubicBezTo>
                    <a:pt x="2058" y="657"/>
                    <a:pt x="2055" y="668"/>
                    <a:pt x="2054" y="675"/>
                  </a:cubicBezTo>
                  <a:cubicBezTo>
                    <a:pt x="2052" y="667"/>
                    <a:pt x="2039" y="717"/>
                    <a:pt x="2038" y="720"/>
                  </a:cubicBezTo>
                  <a:cubicBezTo>
                    <a:pt x="2031" y="735"/>
                    <a:pt x="2025" y="750"/>
                    <a:pt x="2019" y="766"/>
                  </a:cubicBezTo>
                  <a:cubicBezTo>
                    <a:pt x="2021" y="766"/>
                    <a:pt x="2022" y="766"/>
                    <a:pt x="2023" y="765"/>
                  </a:cubicBezTo>
                  <a:cubicBezTo>
                    <a:pt x="2017" y="777"/>
                    <a:pt x="2011" y="789"/>
                    <a:pt x="2006" y="801"/>
                  </a:cubicBezTo>
                  <a:cubicBezTo>
                    <a:pt x="2010" y="794"/>
                    <a:pt x="2014" y="788"/>
                    <a:pt x="2017" y="781"/>
                  </a:cubicBezTo>
                  <a:cubicBezTo>
                    <a:pt x="2000" y="821"/>
                    <a:pt x="1980" y="865"/>
                    <a:pt x="1960" y="906"/>
                  </a:cubicBezTo>
                  <a:cubicBezTo>
                    <a:pt x="1958" y="909"/>
                    <a:pt x="1957" y="911"/>
                    <a:pt x="1956" y="914"/>
                  </a:cubicBezTo>
                  <a:cubicBezTo>
                    <a:pt x="1957" y="911"/>
                    <a:pt x="1958" y="909"/>
                    <a:pt x="1960" y="906"/>
                  </a:cubicBezTo>
                  <a:cubicBezTo>
                    <a:pt x="2002" y="826"/>
                    <a:pt x="2039" y="743"/>
                    <a:pt x="2070" y="658"/>
                  </a:cubicBezTo>
                  <a:cubicBezTo>
                    <a:pt x="2067" y="665"/>
                    <a:pt x="2066" y="665"/>
                    <a:pt x="2067" y="658"/>
                  </a:cubicBezTo>
                  <a:close/>
                  <a:moveTo>
                    <a:pt x="1963" y="896"/>
                  </a:move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ubicBezTo>
                    <a:pt x="1955" y="906"/>
                    <a:pt x="1952" y="911"/>
                    <a:pt x="1950" y="917"/>
                  </a:cubicBezTo>
                  <a:cubicBezTo>
                    <a:pt x="1951" y="918"/>
                    <a:pt x="1951" y="918"/>
                    <a:pt x="1951" y="919"/>
                  </a:cubicBezTo>
                  <a:cubicBezTo>
                    <a:pt x="1954" y="914"/>
                    <a:pt x="1956" y="909"/>
                    <a:pt x="1959" y="904"/>
                  </a:cubicBezTo>
                  <a:cubicBezTo>
                    <a:pt x="1960" y="901"/>
                    <a:pt x="1962" y="899"/>
                    <a:pt x="1963" y="896"/>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64" y="893"/>
                  </a:moveTo>
                  <a:cubicBezTo>
                    <a:pt x="1964" y="893"/>
                    <a:pt x="1964" y="893"/>
                    <a:pt x="1964" y="893"/>
                  </a:cubicBezTo>
                  <a:cubicBezTo>
                    <a:pt x="1964" y="893"/>
                    <a:pt x="1964" y="893"/>
                    <a:pt x="1964" y="893"/>
                  </a:cubicBezTo>
                  <a:close/>
                  <a:moveTo>
                    <a:pt x="1964" y="894"/>
                  </a:moveTo>
                  <a:cubicBezTo>
                    <a:pt x="1964" y="894"/>
                    <a:pt x="1964" y="894"/>
                    <a:pt x="1964" y="894"/>
                  </a:cubicBezTo>
                  <a:cubicBezTo>
                    <a:pt x="1964" y="894"/>
                    <a:pt x="1964" y="894"/>
                    <a:pt x="1964" y="894"/>
                  </a:cubicBezTo>
                  <a:cubicBezTo>
                    <a:pt x="1964" y="894"/>
                    <a:pt x="1964" y="894"/>
                    <a:pt x="1964" y="894"/>
                  </a:cubicBezTo>
                  <a:close/>
                  <a:moveTo>
                    <a:pt x="1930" y="871"/>
                  </a:move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ubicBezTo>
                    <a:pt x="1933" y="867"/>
                    <a:pt x="1931" y="869"/>
                    <a:pt x="1930" y="871"/>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02" y="536"/>
                  </a:moveTo>
                  <a:cubicBezTo>
                    <a:pt x="2102" y="539"/>
                    <a:pt x="2102" y="541"/>
                    <a:pt x="2102" y="543"/>
                  </a:cubicBezTo>
                  <a:cubicBezTo>
                    <a:pt x="2105" y="538"/>
                    <a:pt x="2106" y="533"/>
                    <a:pt x="2107" y="527"/>
                  </a:cubicBezTo>
                  <a:cubicBezTo>
                    <a:pt x="2106" y="528"/>
                    <a:pt x="2104" y="532"/>
                    <a:pt x="2102" y="536"/>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065" y="506"/>
                  </a:moveTo>
                  <a:cubicBezTo>
                    <a:pt x="2069" y="499"/>
                    <a:pt x="2071" y="491"/>
                    <a:pt x="2072" y="483"/>
                  </a:cubicBezTo>
                  <a:cubicBezTo>
                    <a:pt x="2070" y="491"/>
                    <a:pt x="2067" y="498"/>
                    <a:pt x="2065" y="506"/>
                  </a:cubicBezTo>
                  <a:close/>
                  <a:moveTo>
                    <a:pt x="2111" y="361"/>
                  </a:moveTo>
                  <a:cubicBezTo>
                    <a:pt x="2111" y="361"/>
                    <a:pt x="2111" y="361"/>
                    <a:pt x="2111" y="362"/>
                  </a:cubicBezTo>
                  <a:cubicBezTo>
                    <a:pt x="2111" y="362"/>
                    <a:pt x="2111" y="362"/>
                    <a:pt x="2111" y="362"/>
                  </a:cubicBezTo>
                  <a:cubicBezTo>
                    <a:pt x="2111" y="362"/>
                    <a:pt x="2111" y="362"/>
                    <a:pt x="2111" y="362"/>
                  </a:cubicBezTo>
                  <a:cubicBezTo>
                    <a:pt x="2111" y="362"/>
                    <a:pt x="2111" y="362"/>
                    <a:pt x="2111" y="361"/>
                  </a:cubicBezTo>
                  <a:close/>
                  <a:moveTo>
                    <a:pt x="2146" y="276"/>
                  </a:moveTo>
                  <a:cubicBezTo>
                    <a:pt x="2146" y="307"/>
                    <a:pt x="2145" y="338"/>
                    <a:pt x="2135" y="368"/>
                  </a:cubicBezTo>
                  <a:cubicBezTo>
                    <a:pt x="2134" y="365"/>
                    <a:pt x="2133" y="362"/>
                    <a:pt x="2133" y="359"/>
                  </a:cubicBezTo>
                  <a:cubicBezTo>
                    <a:pt x="2130" y="372"/>
                    <a:pt x="2128" y="385"/>
                    <a:pt x="2125" y="399"/>
                  </a:cubicBezTo>
                  <a:cubicBezTo>
                    <a:pt x="2123" y="409"/>
                    <a:pt x="2106" y="481"/>
                    <a:pt x="2107" y="486"/>
                  </a:cubicBezTo>
                  <a:cubicBezTo>
                    <a:pt x="2093" y="514"/>
                    <a:pt x="2090" y="548"/>
                    <a:pt x="2084" y="582"/>
                  </a:cubicBezTo>
                  <a:cubicBezTo>
                    <a:pt x="2091" y="563"/>
                    <a:pt x="2098" y="546"/>
                    <a:pt x="2102" y="536"/>
                  </a:cubicBezTo>
                  <a:cubicBezTo>
                    <a:pt x="2102" y="520"/>
                    <a:pt x="2105" y="502"/>
                    <a:pt x="2109" y="483"/>
                  </a:cubicBezTo>
                  <a:cubicBezTo>
                    <a:pt x="2109" y="483"/>
                    <a:pt x="2109" y="483"/>
                    <a:pt x="2109" y="483"/>
                  </a:cubicBezTo>
                  <a:cubicBezTo>
                    <a:pt x="2109" y="483"/>
                    <a:pt x="2109" y="483"/>
                    <a:pt x="2109" y="483"/>
                  </a:cubicBezTo>
                  <a:cubicBezTo>
                    <a:pt x="2109" y="482"/>
                    <a:pt x="2110" y="481"/>
                    <a:pt x="2110" y="480"/>
                  </a:cubicBezTo>
                  <a:cubicBezTo>
                    <a:pt x="2110" y="480"/>
                    <a:pt x="2110" y="481"/>
                    <a:pt x="2109" y="482"/>
                  </a:cubicBezTo>
                  <a:cubicBezTo>
                    <a:pt x="2114" y="459"/>
                    <a:pt x="2121" y="436"/>
                    <a:pt x="2127" y="419"/>
                  </a:cubicBezTo>
                  <a:cubicBezTo>
                    <a:pt x="2124" y="439"/>
                    <a:pt x="2120" y="459"/>
                    <a:pt x="2115" y="480"/>
                  </a:cubicBezTo>
                  <a:cubicBezTo>
                    <a:pt x="2124" y="444"/>
                    <a:pt x="2129" y="408"/>
                    <a:pt x="2135" y="372"/>
                  </a:cubicBezTo>
                  <a:cubicBezTo>
                    <a:pt x="2132" y="389"/>
                    <a:pt x="2134" y="384"/>
                    <a:pt x="2140" y="355"/>
                  </a:cubicBezTo>
                  <a:cubicBezTo>
                    <a:pt x="2146" y="329"/>
                    <a:pt x="2152" y="302"/>
                    <a:pt x="2146" y="276"/>
                  </a:cubicBezTo>
                  <a:close/>
                  <a:moveTo>
                    <a:pt x="2072" y="483"/>
                  </a:moveTo>
                  <a:cubicBezTo>
                    <a:pt x="2070" y="491"/>
                    <a:pt x="2067" y="498"/>
                    <a:pt x="2065" y="506"/>
                  </a:cubicBezTo>
                  <a:cubicBezTo>
                    <a:pt x="2069" y="499"/>
                    <a:pt x="2071" y="491"/>
                    <a:pt x="2072" y="483"/>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5" y="188"/>
                  </a:moveTo>
                  <a:cubicBezTo>
                    <a:pt x="2115" y="188"/>
                    <a:pt x="2115" y="187"/>
                    <a:pt x="2116" y="187"/>
                  </a:cubicBezTo>
                  <a:cubicBezTo>
                    <a:pt x="2116" y="186"/>
                    <a:pt x="2116" y="186"/>
                    <a:pt x="2116" y="185"/>
                  </a:cubicBezTo>
                  <a:cubicBezTo>
                    <a:pt x="2116" y="186"/>
                    <a:pt x="2115" y="187"/>
                    <a:pt x="2115" y="188"/>
                  </a:cubicBezTo>
                  <a:close/>
                  <a:moveTo>
                    <a:pt x="2116" y="185"/>
                  </a:moveTo>
                  <a:cubicBezTo>
                    <a:pt x="2119" y="177"/>
                    <a:pt x="2121" y="170"/>
                    <a:pt x="2122" y="162"/>
                  </a:cubicBezTo>
                  <a:cubicBezTo>
                    <a:pt x="2119" y="169"/>
                    <a:pt x="2117" y="177"/>
                    <a:pt x="2116" y="185"/>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36" y="30"/>
                  </a:moveTo>
                  <a:cubicBezTo>
                    <a:pt x="2132" y="44"/>
                    <a:pt x="2129" y="58"/>
                    <a:pt x="2135" y="70"/>
                  </a:cubicBezTo>
                  <a:cubicBezTo>
                    <a:pt x="2135" y="69"/>
                    <a:pt x="2135" y="69"/>
                    <a:pt x="2135" y="69"/>
                  </a:cubicBezTo>
                  <a:cubicBezTo>
                    <a:pt x="2132" y="61"/>
                    <a:pt x="2133" y="52"/>
                    <a:pt x="2136" y="42"/>
                  </a:cubicBezTo>
                  <a:cubicBezTo>
                    <a:pt x="2136" y="38"/>
                    <a:pt x="2136" y="33"/>
                    <a:pt x="2136" y="30"/>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3"/>
                    <a:pt x="2136" y="2"/>
                    <a:pt x="2136" y="0"/>
                  </a:cubicBezTo>
                  <a:cubicBezTo>
                    <a:pt x="2136" y="1"/>
                    <a:pt x="2136" y="3"/>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36" y="5"/>
                  </a:moveTo>
                  <a:cubicBezTo>
                    <a:pt x="2136" y="11"/>
                    <a:pt x="2136" y="20"/>
                    <a:pt x="2136" y="30"/>
                  </a:cubicBezTo>
                  <a:cubicBezTo>
                    <a:pt x="2138" y="20"/>
                    <a:pt x="2141" y="11"/>
                    <a:pt x="2141" y="3"/>
                  </a:cubicBezTo>
                  <a:cubicBezTo>
                    <a:pt x="2138" y="18"/>
                    <a:pt x="2136" y="11"/>
                    <a:pt x="2136" y="5"/>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19" y="1289"/>
                    <a:pt x="1619" y="1289"/>
                    <a:pt x="1619" y="1289"/>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92" y="1716"/>
                  </a:moveTo>
                  <a:cubicBezTo>
                    <a:pt x="392" y="1716"/>
                    <a:pt x="392" y="1716"/>
                    <a:pt x="392" y="1717"/>
                  </a:cubicBezTo>
                  <a:cubicBezTo>
                    <a:pt x="392" y="1716"/>
                    <a:pt x="392" y="1716"/>
                    <a:pt x="392" y="171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79" y="1728"/>
                  </a:moveTo>
                  <a:cubicBezTo>
                    <a:pt x="979" y="1728"/>
                    <a:pt x="979" y="1728"/>
                    <a:pt x="979" y="1728"/>
                  </a:cubicBezTo>
                  <a:cubicBezTo>
                    <a:pt x="979" y="1728"/>
                    <a:pt x="979" y="1728"/>
                    <a:pt x="979" y="1728"/>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5" y="1729"/>
                  </a:moveTo>
                  <a:cubicBezTo>
                    <a:pt x="975" y="1729"/>
                    <a:pt x="975" y="1729"/>
                    <a:pt x="975" y="1729"/>
                  </a:cubicBezTo>
                  <a:cubicBezTo>
                    <a:pt x="975" y="1729"/>
                    <a:pt x="975" y="1729"/>
                    <a:pt x="975" y="1729"/>
                  </a:cubicBezTo>
                  <a:cubicBezTo>
                    <a:pt x="975" y="1729"/>
                    <a:pt x="975" y="1729"/>
                    <a:pt x="975" y="1729"/>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693" y="1520"/>
                  </a:moveTo>
                  <a:cubicBezTo>
                    <a:pt x="694" y="1533"/>
                    <a:pt x="699" y="1546"/>
                    <a:pt x="703" y="1558"/>
                  </a:cubicBezTo>
                  <a:cubicBezTo>
                    <a:pt x="700" y="1546"/>
                    <a:pt x="696" y="1533"/>
                    <a:pt x="693" y="1520"/>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92" y="1716"/>
                  </a:moveTo>
                  <a:cubicBezTo>
                    <a:pt x="392" y="1716"/>
                    <a:pt x="392" y="1716"/>
                    <a:pt x="392" y="1717"/>
                  </a:cubicBezTo>
                  <a:cubicBezTo>
                    <a:pt x="392" y="1716"/>
                    <a:pt x="392" y="1716"/>
                    <a:pt x="392" y="1716"/>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498" y="1664"/>
                  </a:moveTo>
                  <a:cubicBezTo>
                    <a:pt x="484" y="1676"/>
                    <a:pt x="470" y="1686"/>
                    <a:pt x="459" y="1694"/>
                  </a:cubicBezTo>
                  <a:cubicBezTo>
                    <a:pt x="473" y="1692"/>
                    <a:pt x="515" y="1664"/>
                    <a:pt x="514" y="1656"/>
                  </a:cubicBezTo>
                  <a:cubicBezTo>
                    <a:pt x="509" y="1659"/>
                    <a:pt x="504" y="1662"/>
                    <a:pt x="498" y="1664"/>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728" y="2185"/>
                  </a:moveTo>
                  <a:cubicBezTo>
                    <a:pt x="734" y="2187"/>
                    <a:pt x="740" y="2188"/>
                    <a:pt x="746" y="2190"/>
                  </a:cubicBezTo>
                  <a:cubicBezTo>
                    <a:pt x="740" y="2188"/>
                    <a:pt x="734" y="2186"/>
                    <a:pt x="728" y="2185"/>
                  </a:cubicBezTo>
                  <a:close/>
                  <a:moveTo>
                    <a:pt x="755" y="1824"/>
                  </a:moveTo>
                  <a:cubicBezTo>
                    <a:pt x="755" y="1832"/>
                    <a:pt x="762" y="1831"/>
                    <a:pt x="769" y="1829"/>
                  </a:cubicBezTo>
                  <a:cubicBezTo>
                    <a:pt x="762" y="1829"/>
                    <a:pt x="757" y="1827"/>
                    <a:pt x="755" y="1824"/>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14" y="2167"/>
                  </a:moveTo>
                  <a:cubicBezTo>
                    <a:pt x="814" y="2171"/>
                    <a:pt x="815" y="2175"/>
                    <a:pt x="816" y="2179"/>
                  </a:cubicBezTo>
                  <a:cubicBezTo>
                    <a:pt x="815" y="2175"/>
                    <a:pt x="815" y="2171"/>
                    <a:pt x="814" y="2167"/>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981" y="1727"/>
                  </a:moveTo>
                  <a:cubicBezTo>
                    <a:pt x="981" y="1727"/>
                    <a:pt x="981" y="1727"/>
                    <a:pt x="981" y="1727"/>
                  </a:cubicBezTo>
                  <a:cubicBezTo>
                    <a:pt x="981" y="1727"/>
                    <a:pt x="981" y="1727"/>
                    <a:pt x="981" y="1727"/>
                  </a:cubicBezTo>
                  <a:cubicBezTo>
                    <a:pt x="981" y="1727"/>
                    <a:pt x="981" y="1727"/>
                    <a:pt x="981" y="172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397" y="1567"/>
                  </a:moveTo>
                  <a:cubicBezTo>
                    <a:pt x="1398" y="1566"/>
                    <a:pt x="1400" y="1565"/>
                    <a:pt x="1401" y="1564"/>
                  </a:cubicBezTo>
                  <a:cubicBezTo>
                    <a:pt x="1399" y="1565"/>
                    <a:pt x="1398" y="1566"/>
                    <a:pt x="1397" y="1567"/>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522" y="1388"/>
                  </a:moveTo>
                  <a:cubicBezTo>
                    <a:pt x="1523" y="1391"/>
                    <a:pt x="1526" y="1389"/>
                    <a:pt x="1529" y="1382"/>
                  </a:cubicBezTo>
                  <a:cubicBezTo>
                    <a:pt x="1527" y="1384"/>
                    <a:pt x="1524" y="1387"/>
                    <a:pt x="1522" y="1388"/>
                  </a:cubicBezTo>
                  <a:close/>
                  <a:moveTo>
                    <a:pt x="1704" y="1288"/>
                  </a:moveTo>
                  <a:cubicBezTo>
                    <a:pt x="1704" y="1288"/>
                    <a:pt x="1704" y="1288"/>
                    <a:pt x="1704" y="1288"/>
                  </a:cubicBezTo>
                  <a:cubicBezTo>
                    <a:pt x="1704" y="1288"/>
                    <a:pt x="1704" y="1288"/>
                    <a:pt x="1704" y="1288"/>
                  </a:cubicBezTo>
                  <a:close/>
                  <a:moveTo>
                    <a:pt x="1849" y="1070"/>
                  </a:moveTo>
                  <a:cubicBezTo>
                    <a:pt x="1851" y="1071"/>
                    <a:pt x="1853" y="1070"/>
                    <a:pt x="1856" y="1069"/>
                  </a:cubicBezTo>
                  <a:cubicBezTo>
                    <a:pt x="1863" y="1058"/>
                    <a:pt x="1861" y="1058"/>
                    <a:pt x="1849" y="1070"/>
                  </a:cubicBezTo>
                  <a:close/>
                  <a:moveTo>
                    <a:pt x="1917" y="983"/>
                  </a:moveTo>
                  <a:cubicBezTo>
                    <a:pt x="1917" y="983"/>
                    <a:pt x="1917" y="983"/>
                    <a:pt x="1917" y="983"/>
                  </a:cubicBezTo>
                  <a:cubicBezTo>
                    <a:pt x="1915" y="986"/>
                    <a:pt x="1914" y="989"/>
                    <a:pt x="1912" y="992"/>
                  </a:cubicBezTo>
                  <a:cubicBezTo>
                    <a:pt x="1912" y="993"/>
                    <a:pt x="1912" y="993"/>
                    <a:pt x="1912" y="993"/>
                  </a:cubicBezTo>
                  <a:cubicBezTo>
                    <a:pt x="1912" y="994"/>
                    <a:pt x="1912" y="994"/>
                    <a:pt x="1912" y="995"/>
                  </a:cubicBezTo>
                  <a:cubicBezTo>
                    <a:pt x="1913" y="993"/>
                    <a:pt x="1914" y="991"/>
                    <a:pt x="1915" y="989"/>
                  </a:cubicBezTo>
                  <a:cubicBezTo>
                    <a:pt x="1915" y="989"/>
                    <a:pt x="1915" y="989"/>
                    <a:pt x="1916" y="989"/>
                  </a:cubicBezTo>
                  <a:cubicBezTo>
                    <a:pt x="1916" y="988"/>
                    <a:pt x="1916" y="987"/>
                    <a:pt x="1916" y="987"/>
                  </a:cubicBezTo>
                  <a:cubicBezTo>
                    <a:pt x="1916" y="986"/>
                    <a:pt x="1916" y="986"/>
                    <a:pt x="1916" y="986"/>
                  </a:cubicBezTo>
                  <a:cubicBezTo>
                    <a:pt x="1916" y="986"/>
                    <a:pt x="1917" y="986"/>
                    <a:pt x="1917" y="986"/>
                  </a:cubicBezTo>
                  <a:cubicBezTo>
                    <a:pt x="1917" y="986"/>
                    <a:pt x="1917" y="985"/>
                    <a:pt x="1917" y="985"/>
                  </a:cubicBezTo>
                  <a:cubicBezTo>
                    <a:pt x="1917" y="985"/>
                    <a:pt x="1917" y="985"/>
                    <a:pt x="1917" y="985"/>
                  </a:cubicBezTo>
                  <a:cubicBezTo>
                    <a:pt x="1917" y="985"/>
                    <a:pt x="1917" y="984"/>
                    <a:pt x="1917" y="984"/>
                  </a:cubicBezTo>
                  <a:cubicBezTo>
                    <a:pt x="1917" y="984"/>
                    <a:pt x="1917" y="983"/>
                    <a:pt x="1917" y="983"/>
                  </a:cubicBezTo>
                  <a:cubicBezTo>
                    <a:pt x="1917" y="983"/>
                    <a:pt x="1917" y="983"/>
                    <a:pt x="1917" y="983"/>
                  </a:cubicBezTo>
                  <a:close/>
                  <a:moveTo>
                    <a:pt x="1967" y="806"/>
                  </a:moveTo>
                  <a:cubicBezTo>
                    <a:pt x="1968" y="806"/>
                    <a:pt x="1969" y="804"/>
                    <a:pt x="1972" y="797"/>
                  </a:cubicBezTo>
                  <a:cubicBezTo>
                    <a:pt x="1970" y="800"/>
                    <a:pt x="1969" y="803"/>
                    <a:pt x="1967" y="806"/>
                  </a:cubicBezTo>
                  <a:close/>
                  <a:moveTo>
                    <a:pt x="2071" y="545"/>
                  </a:moveTo>
                  <a:cubicBezTo>
                    <a:pt x="2070" y="547"/>
                    <a:pt x="2070" y="549"/>
                    <a:pt x="2070" y="551"/>
                  </a:cubicBezTo>
                  <a:cubicBezTo>
                    <a:pt x="2079" y="550"/>
                    <a:pt x="2079" y="527"/>
                    <a:pt x="2081" y="520"/>
                  </a:cubicBezTo>
                  <a:cubicBezTo>
                    <a:pt x="2078" y="528"/>
                    <a:pt x="2074" y="537"/>
                    <a:pt x="2071" y="545"/>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65" y="506"/>
                  </a:moveTo>
                  <a:cubicBezTo>
                    <a:pt x="2069" y="499"/>
                    <a:pt x="2071" y="491"/>
                    <a:pt x="2072" y="483"/>
                  </a:cubicBezTo>
                  <a:cubicBezTo>
                    <a:pt x="2070" y="491"/>
                    <a:pt x="2067" y="498"/>
                    <a:pt x="2065" y="506"/>
                  </a:cubicBezTo>
                  <a:close/>
                  <a:moveTo>
                    <a:pt x="1609" y="1300"/>
                  </a:moveTo>
                  <a:cubicBezTo>
                    <a:pt x="1609" y="1300"/>
                    <a:pt x="1608" y="1300"/>
                    <a:pt x="1608" y="1300"/>
                  </a:cubicBezTo>
                  <a:cubicBezTo>
                    <a:pt x="1608" y="1300"/>
                    <a:pt x="1609" y="1300"/>
                    <a:pt x="1609" y="1300"/>
                  </a:cubicBezTo>
                  <a:cubicBezTo>
                    <a:pt x="1609" y="1300"/>
                    <a:pt x="1609" y="1300"/>
                    <a:pt x="1609" y="13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lose/>
                  <a:moveTo>
                    <a:pt x="1053" y="1689"/>
                  </a:move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708" y="1615"/>
                  </a:moveTo>
                  <a:cubicBezTo>
                    <a:pt x="708" y="1614"/>
                    <a:pt x="708" y="1614"/>
                    <a:pt x="707" y="1613"/>
                  </a:cubicBezTo>
                  <a:cubicBezTo>
                    <a:pt x="707" y="1613"/>
                    <a:pt x="707" y="1613"/>
                    <a:pt x="707" y="1613"/>
                  </a:cubicBezTo>
                  <a:cubicBezTo>
                    <a:pt x="708" y="1614"/>
                    <a:pt x="708" y="1614"/>
                    <a:pt x="708" y="1615"/>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0"/>
                  </a:moveTo>
                  <a:cubicBezTo>
                    <a:pt x="707" y="1610"/>
                    <a:pt x="707" y="1611"/>
                    <a:pt x="707" y="1611"/>
                  </a:cubicBezTo>
                  <a:cubicBezTo>
                    <a:pt x="707" y="1611"/>
                    <a:pt x="707" y="1611"/>
                    <a:pt x="707" y="1611"/>
                  </a:cubicBezTo>
                  <a:cubicBezTo>
                    <a:pt x="707" y="1611"/>
                    <a:pt x="707" y="1610"/>
                    <a:pt x="707" y="1609"/>
                  </a:cubicBezTo>
                  <a:lnTo>
                    <a:pt x="707" y="1610"/>
                  </a:ln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6"/>
                  </a:cubicBezTo>
                  <a:cubicBezTo>
                    <a:pt x="703" y="1556"/>
                    <a:pt x="703" y="1556"/>
                    <a:pt x="703" y="1555"/>
                  </a:cubicBezTo>
                  <a:cubicBezTo>
                    <a:pt x="703" y="1556"/>
                    <a:pt x="703" y="1556"/>
                    <a:pt x="703" y="1556"/>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lose/>
                  <a:moveTo>
                    <a:pt x="703" y="1558"/>
                  </a:moveTo>
                  <a:cubicBezTo>
                    <a:pt x="700" y="1546"/>
                    <a:pt x="696" y="1533"/>
                    <a:pt x="693" y="1520"/>
                  </a:cubicBezTo>
                  <a:cubicBezTo>
                    <a:pt x="694" y="1533"/>
                    <a:pt x="699" y="1546"/>
                    <a:pt x="703" y="1558"/>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1" y="1779"/>
                  </a:moveTo>
                  <a:cubicBezTo>
                    <a:pt x="321" y="1779"/>
                    <a:pt x="321" y="1779"/>
                    <a:pt x="321" y="1779"/>
                  </a:cubicBezTo>
                  <a:cubicBezTo>
                    <a:pt x="321" y="1779"/>
                    <a:pt x="320" y="1779"/>
                    <a:pt x="320" y="1779"/>
                  </a:cubicBezTo>
                  <a:cubicBezTo>
                    <a:pt x="320" y="1779"/>
                    <a:pt x="320" y="1779"/>
                    <a:pt x="321" y="1779"/>
                  </a:cubicBezTo>
                  <a:close/>
                  <a:moveTo>
                    <a:pt x="392" y="1717"/>
                  </a:moveTo>
                  <a:cubicBezTo>
                    <a:pt x="392" y="1716"/>
                    <a:pt x="392" y="1716"/>
                    <a:pt x="392" y="1716"/>
                  </a:cubicBezTo>
                  <a:cubicBezTo>
                    <a:pt x="392" y="1716"/>
                    <a:pt x="392" y="1716"/>
                    <a:pt x="392" y="1716"/>
                  </a:cubicBezTo>
                  <a:cubicBezTo>
                    <a:pt x="392" y="1716"/>
                    <a:pt x="392" y="1716"/>
                    <a:pt x="392" y="1717"/>
                  </a:cubicBezTo>
                  <a:close/>
                  <a:moveTo>
                    <a:pt x="824" y="2149"/>
                  </a:moveTo>
                  <a:cubicBezTo>
                    <a:pt x="824" y="2149"/>
                    <a:pt x="824" y="2149"/>
                    <a:pt x="824" y="2149"/>
                  </a:cubicBezTo>
                  <a:cubicBezTo>
                    <a:pt x="824" y="2149"/>
                    <a:pt x="824" y="2149"/>
                    <a:pt x="824" y="2149"/>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49"/>
                  </a:moveTo>
                  <a:cubicBezTo>
                    <a:pt x="824" y="2149"/>
                    <a:pt x="824" y="2149"/>
                    <a:pt x="824" y="2149"/>
                  </a:cubicBezTo>
                  <a:cubicBezTo>
                    <a:pt x="824" y="2149"/>
                    <a:pt x="824" y="2149"/>
                    <a:pt x="824" y="2149"/>
                  </a:cubicBezTo>
                  <a:cubicBezTo>
                    <a:pt x="824" y="2149"/>
                    <a:pt x="824" y="2149"/>
                    <a:pt x="824" y="2149"/>
                  </a:cubicBezTo>
                  <a:close/>
                  <a:moveTo>
                    <a:pt x="1704" y="1288"/>
                  </a:moveTo>
                  <a:cubicBezTo>
                    <a:pt x="1704" y="1288"/>
                    <a:pt x="1704" y="1288"/>
                    <a:pt x="1704" y="1288"/>
                  </a:cubicBezTo>
                  <a:cubicBezTo>
                    <a:pt x="1704" y="1288"/>
                    <a:pt x="1704" y="1288"/>
                    <a:pt x="1704" y="1288"/>
                  </a:cubicBezTo>
                  <a:close/>
                  <a:moveTo>
                    <a:pt x="2150" y="149"/>
                  </a:moveTo>
                  <a:cubicBezTo>
                    <a:pt x="2150" y="149"/>
                    <a:pt x="2150" y="149"/>
                    <a:pt x="2150" y="149"/>
                  </a:cubicBezTo>
                  <a:cubicBezTo>
                    <a:pt x="2150" y="149"/>
                    <a:pt x="2150" y="149"/>
                    <a:pt x="2150" y="149"/>
                  </a:cubicBezTo>
                  <a:cubicBezTo>
                    <a:pt x="2150" y="149"/>
                    <a:pt x="2150" y="149"/>
                    <a:pt x="2150" y="149"/>
                  </a:cubicBezTo>
                  <a:cubicBezTo>
                    <a:pt x="2150" y="148"/>
                    <a:pt x="2150" y="146"/>
                    <a:pt x="2149" y="145"/>
                  </a:cubicBezTo>
                  <a:cubicBezTo>
                    <a:pt x="2149" y="144"/>
                    <a:pt x="2149" y="144"/>
                    <a:pt x="2149" y="144"/>
                  </a:cubicBezTo>
                  <a:cubicBezTo>
                    <a:pt x="2149" y="144"/>
                    <a:pt x="2149" y="144"/>
                    <a:pt x="2149" y="144"/>
                  </a:cubicBezTo>
                  <a:cubicBezTo>
                    <a:pt x="2149" y="144"/>
                    <a:pt x="2149" y="144"/>
                    <a:pt x="2149" y="144"/>
                  </a:cubicBezTo>
                  <a:cubicBezTo>
                    <a:pt x="2149" y="138"/>
                    <a:pt x="2148" y="132"/>
                    <a:pt x="2149" y="126"/>
                  </a:cubicBezTo>
                  <a:cubicBezTo>
                    <a:pt x="2145" y="148"/>
                    <a:pt x="2142" y="170"/>
                    <a:pt x="2138" y="192"/>
                  </a:cubicBezTo>
                  <a:cubicBezTo>
                    <a:pt x="2141" y="153"/>
                    <a:pt x="2149" y="114"/>
                    <a:pt x="2152" y="76"/>
                  </a:cubicBezTo>
                  <a:cubicBezTo>
                    <a:pt x="2133" y="141"/>
                    <a:pt x="2142" y="73"/>
                    <a:pt x="2146" y="57"/>
                  </a:cubicBezTo>
                  <a:cubicBezTo>
                    <a:pt x="2144" y="62"/>
                    <a:pt x="2140" y="71"/>
                    <a:pt x="2141" y="75"/>
                  </a:cubicBezTo>
                  <a:cubicBezTo>
                    <a:pt x="2135" y="53"/>
                    <a:pt x="2144" y="29"/>
                    <a:pt x="2146" y="7"/>
                  </a:cubicBezTo>
                  <a:cubicBezTo>
                    <a:pt x="2144" y="17"/>
                    <a:pt x="2139" y="30"/>
                    <a:pt x="2136" y="42"/>
                  </a:cubicBezTo>
                  <a:cubicBezTo>
                    <a:pt x="2136" y="50"/>
                    <a:pt x="2136" y="60"/>
                    <a:pt x="2135" y="69"/>
                  </a:cubicBezTo>
                  <a:cubicBezTo>
                    <a:pt x="2136" y="71"/>
                    <a:pt x="2137" y="72"/>
                    <a:pt x="2138" y="73"/>
                  </a:cubicBezTo>
                  <a:cubicBezTo>
                    <a:pt x="2137" y="72"/>
                    <a:pt x="2136" y="71"/>
                    <a:pt x="2135" y="70"/>
                  </a:cubicBezTo>
                  <a:cubicBezTo>
                    <a:pt x="2134" y="118"/>
                    <a:pt x="2131" y="175"/>
                    <a:pt x="2116" y="187"/>
                  </a:cubicBezTo>
                  <a:cubicBezTo>
                    <a:pt x="2112" y="208"/>
                    <a:pt x="2112" y="230"/>
                    <a:pt x="2110" y="251"/>
                  </a:cubicBezTo>
                  <a:cubicBezTo>
                    <a:pt x="2111" y="245"/>
                    <a:pt x="2112" y="207"/>
                    <a:pt x="2119" y="207"/>
                  </a:cubicBezTo>
                  <a:cubicBezTo>
                    <a:pt x="2118" y="230"/>
                    <a:pt x="2129" y="304"/>
                    <a:pt x="2101" y="316"/>
                  </a:cubicBezTo>
                  <a:cubicBezTo>
                    <a:pt x="2111" y="296"/>
                    <a:pt x="2088" y="337"/>
                    <a:pt x="2087" y="341"/>
                  </a:cubicBezTo>
                  <a:cubicBezTo>
                    <a:pt x="2079" y="375"/>
                    <a:pt x="2083" y="414"/>
                    <a:pt x="2070" y="447"/>
                  </a:cubicBezTo>
                  <a:cubicBezTo>
                    <a:pt x="2073" y="441"/>
                    <a:pt x="2079" y="430"/>
                    <a:pt x="2080" y="424"/>
                  </a:cubicBezTo>
                  <a:cubicBezTo>
                    <a:pt x="2079" y="429"/>
                    <a:pt x="2079" y="435"/>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2" y="474"/>
                    <a:pt x="2057" y="504"/>
                    <a:pt x="2046" y="534"/>
                  </a:cubicBezTo>
                  <a:cubicBezTo>
                    <a:pt x="2036" y="551"/>
                    <a:pt x="2023" y="614"/>
                    <a:pt x="2009" y="644"/>
                  </a:cubicBezTo>
                  <a:cubicBezTo>
                    <a:pt x="1993" y="676"/>
                    <a:pt x="1979" y="709"/>
                    <a:pt x="1964" y="742"/>
                  </a:cubicBezTo>
                  <a:cubicBezTo>
                    <a:pt x="1964" y="742"/>
                    <a:pt x="1964" y="742"/>
                    <a:pt x="1964" y="742"/>
                  </a:cubicBezTo>
                  <a:cubicBezTo>
                    <a:pt x="1964" y="743"/>
                    <a:pt x="1963" y="744"/>
                    <a:pt x="1963" y="745"/>
                  </a:cubicBezTo>
                  <a:cubicBezTo>
                    <a:pt x="1962" y="745"/>
                    <a:pt x="1962" y="746"/>
                    <a:pt x="1962" y="746"/>
                  </a:cubicBezTo>
                  <a:cubicBezTo>
                    <a:pt x="1950" y="774"/>
                    <a:pt x="1937" y="802"/>
                    <a:pt x="1923" y="829"/>
                  </a:cubicBezTo>
                  <a:cubicBezTo>
                    <a:pt x="1932" y="816"/>
                    <a:pt x="1940" y="804"/>
                    <a:pt x="1949" y="791"/>
                  </a:cubicBezTo>
                  <a:cubicBezTo>
                    <a:pt x="1940" y="810"/>
                    <a:pt x="1928" y="826"/>
                    <a:pt x="1916" y="842"/>
                  </a:cubicBezTo>
                  <a:cubicBezTo>
                    <a:pt x="1916" y="842"/>
                    <a:pt x="1916" y="842"/>
                    <a:pt x="1916" y="842"/>
                  </a:cubicBezTo>
                  <a:cubicBezTo>
                    <a:pt x="1915" y="843"/>
                    <a:pt x="1915" y="843"/>
                    <a:pt x="1915" y="844"/>
                  </a:cubicBezTo>
                  <a:cubicBezTo>
                    <a:pt x="1915" y="844"/>
                    <a:pt x="1915" y="844"/>
                    <a:pt x="1915" y="844"/>
                  </a:cubicBezTo>
                  <a:cubicBezTo>
                    <a:pt x="1904" y="858"/>
                    <a:pt x="1895" y="873"/>
                    <a:pt x="1890" y="891"/>
                  </a:cubicBezTo>
                  <a:cubicBezTo>
                    <a:pt x="1896" y="877"/>
                    <a:pt x="1904" y="865"/>
                    <a:pt x="1914" y="855"/>
                  </a:cubicBezTo>
                  <a:cubicBezTo>
                    <a:pt x="1878" y="915"/>
                    <a:pt x="1851" y="983"/>
                    <a:pt x="1802" y="1035"/>
                  </a:cubicBezTo>
                  <a:cubicBezTo>
                    <a:pt x="1808" y="1025"/>
                    <a:pt x="1814" y="1015"/>
                    <a:pt x="1819" y="1006"/>
                  </a:cubicBezTo>
                  <a:cubicBezTo>
                    <a:pt x="1816" y="1011"/>
                    <a:pt x="1788" y="1052"/>
                    <a:pt x="1794" y="1040"/>
                  </a:cubicBezTo>
                  <a:cubicBezTo>
                    <a:pt x="1786" y="1053"/>
                    <a:pt x="1777" y="1069"/>
                    <a:pt x="1766" y="1085"/>
                  </a:cubicBezTo>
                  <a:cubicBezTo>
                    <a:pt x="1770" y="1081"/>
                    <a:pt x="1774" y="1076"/>
                    <a:pt x="1777" y="1071"/>
                  </a:cubicBezTo>
                  <a:cubicBezTo>
                    <a:pt x="1773" y="1078"/>
                    <a:pt x="1769" y="1084"/>
                    <a:pt x="1763" y="1091"/>
                  </a:cubicBezTo>
                  <a:cubicBezTo>
                    <a:pt x="1763" y="1091"/>
                    <a:pt x="1763" y="1092"/>
                    <a:pt x="1762" y="1092"/>
                  </a:cubicBezTo>
                  <a:cubicBezTo>
                    <a:pt x="1762" y="1092"/>
                    <a:pt x="1762" y="1092"/>
                    <a:pt x="1762" y="1093"/>
                  </a:cubicBezTo>
                  <a:cubicBezTo>
                    <a:pt x="1761" y="1093"/>
                    <a:pt x="1761" y="1093"/>
                    <a:pt x="1761" y="1094"/>
                  </a:cubicBezTo>
                  <a:cubicBezTo>
                    <a:pt x="1760" y="1095"/>
                    <a:pt x="1759" y="1096"/>
                    <a:pt x="1759" y="1096"/>
                  </a:cubicBezTo>
                  <a:cubicBezTo>
                    <a:pt x="1759" y="1096"/>
                    <a:pt x="1759" y="1096"/>
                    <a:pt x="1759" y="1096"/>
                  </a:cubicBezTo>
                  <a:cubicBezTo>
                    <a:pt x="1759" y="1097"/>
                    <a:pt x="1758" y="1097"/>
                    <a:pt x="1758" y="1097"/>
                  </a:cubicBezTo>
                  <a:cubicBezTo>
                    <a:pt x="1730" y="1140"/>
                    <a:pt x="1695" y="1186"/>
                    <a:pt x="1661" y="1207"/>
                  </a:cubicBezTo>
                  <a:cubicBezTo>
                    <a:pt x="1658" y="1211"/>
                    <a:pt x="1653" y="1216"/>
                    <a:pt x="1646" y="1223"/>
                  </a:cubicBezTo>
                  <a:cubicBezTo>
                    <a:pt x="1628" y="1241"/>
                    <a:pt x="1608" y="1257"/>
                    <a:pt x="1591" y="1275"/>
                  </a:cubicBezTo>
                  <a:cubicBezTo>
                    <a:pt x="1589" y="1278"/>
                    <a:pt x="1557" y="1320"/>
                    <a:pt x="1552" y="1326"/>
                  </a:cubicBezTo>
                  <a:cubicBezTo>
                    <a:pt x="1523" y="1353"/>
                    <a:pt x="1491" y="1377"/>
                    <a:pt x="1460" y="1403"/>
                  </a:cubicBezTo>
                  <a:cubicBezTo>
                    <a:pt x="1402" y="1450"/>
                    <a:pt x="1323" y="1480"/>
                    <a:pt x="1277" y="1540"/>
                  </a:cubicBezTo>
                  <a:cubicBezTo>
                    <a:pt x="1286" y="1531"/>
                    <a:pt x="1297" y="1526"/>
                    <a:pt x="1309" y="1523"/>
                  </a:cubicBezTo>
                  <a:cubicBezTo>
                    <a:pt x="1289" y="1531"/>
                    <a:pt x="1272" y="1543"/>
                    <a:pt x="1254" y="1556"/>
                  </a:cubicBezTo>
                  <a:cubicBezTo>
                    <a:pt x="1252" y="1560"/>
                    <a:pt x="1247" y="1563"/>
                    <a:pt x="1242" y="1565"/>
                  </a:cubicBezTo>
                  <a:cubicBezTo>
                    <a:pt x="1235" y="1570"/>
                    <a:pt x="1229" y="1574"/>
                    <a:pt x="1222" y="1579"/>
                  </a:cubicBezTo>
                  <a:cubicBezTo>
                    <a:pt x="1225" y="1577"/>
                    <a:pt x="1232" y="1572"/>
                    <a:pt x="1239" y="1566"/>
                  </a:cubicBezTo>
                  <a:cubicBezTo>
                    <a:pt x="1229" y="1570"/>
                    <a:pt x="1216" y="1572"/>
                    <a:pt x="1210" y="1578"/>
                  </a:cubicBezTo>
                  <a:cubicBezTo>
                    <a:pt x="1222" y="1567"/>
                    <a:pt x="1235" y="1559"/>
                    <a:pt x="1250" y="1554"/>
                  </a:cubicBezTo>
                  <a:cubicBezTo>
                    <a:pt x="1227" y="1557"/>
                    <a:pt x="1198" y="1579"/>
                    <a:pt x="1171" y="1598"/>
                  </a:cubicBezTo>
                  <a:cubicBezTo>
                    <a:pt x="1171" y="1598"/>
                    <a:pt x="1171" y="1598"/>
                    <a:pt x="1171" y="1598"/>
                  </a:cubicBezTo>
                  <a:cubicBezTo>
                    <a:pt x="1165" y="1602"/>
                    <a:pt x="1158" y="1606"/>
                    <a:pt x="1151" y="1610"/>
                  </a:cubicBezTo>
                  <a:cubicBezTo>
                    <a:pt x="1138" y="1618"/>
                    <a:pt x="1124" y="1625"/>
                    <a:pt x="1111" y="1633"/>
                  </a:cubicBezTo>
                  <a:cubicBezTo>
                    <a:pt x="1045" y="1669"/>
                    <a:pt x="978" y="1701"/>
                    <a:pt x="911" y="1735"/>
                  </a:cubicBezTo>
                  <a:cubicBezTo>
                    <a:pt x="905" y="1737"/>
                    <a:pt x="900" y="1740"/>
                    <a:pt x="895" y="1743"/>
                  </a:cubicBezTo>
                  <a:cubicBezTo>
                    <a:pt x="887" y="1748"/>
                    <a:pt x="879" y="1752"/>
                    <a:pt x="871" y="1757"/>
                  </a:cubicBezTo>
                  <a:cubicBezTo>
                    <a:pt x="844" y="1772"/>
                    <a:pt x="816" y="1787"/>
                    <a:pt x="788" y="1790"/>
                  </a:cubicBezTo>
                  <a:cubicBezTo>
                    <a:pt x="761" y="1793"/>
                    <a:pt x="758" y="1762"/>
                    <a:pt x="755" y="1741"/>
                  </a:cubicBezTo>
                  <a:cubicBezTo>
                    <a:pt x="751" y="1731"/>
                    <a:pt x="736" y="1684"/>
                    <a:pt x="734" y="1672"/>
                  </a:cubicBezTo>
                  <a:cubicBezTo>
                    <a:pt x="725" y="1616"/>
                    <a:pt x="708" y="1561"/>
                    <a:pt x="692" y="1508"/>
                  </a:cubicBezTo>
                  <a:cubicBezTo>
                    <a:pt x="692" y="1512"/>
                    <a:pt x="692" y="1516"/>
                    <a:pt x="693" y="1520"/>
                  </a:cubicBezTo>
                  <a:cubicBezTo>
                    <a:pt x="691" y="1515"/>
                    <a:pt x="690" y="1509"/>
                    <a:pt x="688" y="1504"/>
                  </a:cubicBezTo>
                  <a:cubicBezTo>
                    <a:pt x="652" y="1529"/>
                    <a:pt x="616" y="1555"/>
                    <a:pt x="580" y="1581"/>
                  </a:cubicBezTo>
                  <a:cubicBezTo>
                    <a:pt x="580" y="1582"/>
                    <a:pt x="580" y="1582"/>
                    <a:pt x="580" y="1582"/>
                  </a:cubicBezTo>
                  <a:cubicBezTo>
                    <a:pt x="546" y="1606"/>
                    <a:pt x="513" y="1630"/>
                    <a:pt x="479" y="1653"/>
                  </a:cubicBezTo>
                  <a:cubicBezTo>
                    <a:pt x="482" y="1651"/>
                    <a:pt x="483" y="1650"/>
                    <a:pt x="483" y="1649"/>
                  </a:cubicBezTo>
                  <a:cubicBezTo>
                    <a:pt x="508" y="1638"/>
                    <a:pt x="524" y="1612"/>
                    <a:pt x="547" y="1596"/>
                  </a:cubicBezTo>
                  <a:cubicBezTo>
                    <a:pt x="438" y="1650"/>
                    <a:pt x="349" y="1734"/>
                    <a:pt x="253" y="1806"/>
                  </a:cubicBezTo>
                  <a:cubicBezTo>
                    <a:pt x="291" y="1782"/>
                    <a:pt x="322" y="1745"/>
                    <a:pt x="366" y="1730"/>
                  </a:cubicBezTo>
                  <a:cubicBezTo>
                    <a:pt x="344" y="1738"/>
                    <a:pt x="327" y="1760"/>
                    <a:pt x="311" y="1775"/>
                  </a:cubicBezTo>
                  <a:cubicBezTo>
                    <a:pt x="283" y="1801"/>
                    <a:pt x="248" y="1817"/>
                    <a:pt x="215" y="1836"/>
                  </a:cubicBezTo>
                  <a:cubicBezTo>
                    <a:pt x="215" y="1836"/>
                    <a:pt x="215" y="1836"/>
                    <a:pt x="215" y="1836"/>
                  </a:cubicBezTo>
                  <a:cubicBezTo>
                    <a:pt x="215" y="1836"/>
                    <a:pt x="215" y="1836"/>
                    <a:pt x="215" y="1836"/>
                  </a:cubicBezTo>
                  <a:cubicBezTo>
                    <a:pt x="215" y="1836"/>
                    <a:pt x="215" y="1836"/>
                    <a:pt x="214" y="1836"/>
                  </a:cubicBezTo>
                  <a:cubicBezTo>
                    <a:pt x="210" y="1839"/>
                    <a:pt x="206" y="1841"/>
                    <a:pt x="202" y="1844"/>
                  </a:cubicBezTo>
                  <a:cubicBezTo>
                    <a:pt x="131" y="1888"/>
                    <a:pt x="67" y="1942"/>
                    <a:pt x="0" y="1992"/>
                  </a:cubicBezTo>
                  <a:cubicBezTo>
                    <a:pt x="6" y="1994"/>
                    <a:pt x="13" y="1996"/>
                    <a:pt x="20" y="1998"/>
                  </a:cubicBezTo>
                  <a:cubicBezTo>
                    <a:pt x="16" y="1995"/>
                    <a:pt x="13" y="1991"/>
                    <a:pt x="11" y="1987"/>
                  </a:cubicBezTo>
                  <a:cubicBezTo>
                    <a:pt x="13" y="1991"/>
                    <a:pt x="17" y="1995"/>
                    <a:pt x="21" y="1998"/>
                  </a:cubicBezTo>
                  <a:cubicBezTo>
                    <a:pt x="35" y="2002"/>
                    <a:pt x="50" y="2007"/>
                    <a:pt x="64" y="2011"/>
                  </a:cubicBezTo>
                  <a:cubicBezTo>
                    <a:pt x="74" y="2013"/>
                    <a:pt x="83" y="2012"/>
                    <a:pt x="89" y="2011"/>
                  </a:cubicBezTo>
                  <a:cubicBezTo>
                    <a:pt x="65" y="2003"/>
                    <a:pt x="41" y="1993"/>
                    <a:pt x="16" y="1989"/>
                  </a:cubicBezTo>
                  <a:cubicBezTo>
                    <a:pt x="56" y="1942"/>
                    <a:pt x="114" y="1919"/>
                    <a:pt x="164" y="1884"/>
                  </a:cubicBezTo>
                  <a:cubicBezTo>
                    <a:pt x="120" y="1922"/>
                    <a:pt x="71" y="1953"/>
                    <a:pt x="24" y="1987"/>
                  </a:cubicBezTo>
                  <a:cubicBezTo>
                    <a:pt x="83" y="2005"/>
                    <a:pt x="138" y="2031"/>
                    <a:pt x="196" y="2049"/>
                  </a:cubicBezTo>
                  <a:cubicBezTo>
                    <a:pt x="198" y="2049"/>
                    <a:pt x="199" y="2049"/>
                    <a:pt x="201" y="2049"/>
                  </a:cubicBezTo>
                  <a:cubicBezTo>
                    <a:pt x="205" y="2051"/>
                    <a:pt x="210" y="2053"/>
                    <a:pt x="215" y="2053"/>
                  </a:cubicBezTo>
                  <a:cubicBezTo>
                    <a:pt x="215" y="2053"/>
                    <a:pt x="216" y="2053"/>
                    <a:pt x="217" y="2054"/>
                  </a:cubicBezTo>
                  <a:cubicBezTo>
                    <a:pt x="222" y="2056"/>
                    <a:pt x="227" y="2058"/>
                    <a:pt x="233" y="2061"/>
                  </a:cubicBezTo>
                  <a:cubicBezTo>
                    <a:pt x="237" y="2060"/>
                    <a:pt x="293" y="2079"/>
                    <a:pt x="317" y="2087"/>
                  </a:cubicBezTo>
                  <a:cubicBezTo>
                    <a:pt x="277" y="2073"/>
                    <a:pt x="347" y="2088"/>
                    <a:pt x="358" y="2092"/>
                  </a:cubicBezTo>
                  <a:cubicBezTo>
                    <a:pt x="391" y="2103"/>
                    <a:pt x="422" y="2115"/>
                    <a:pt x="454" y="2128"/>
                  </a:cubicBezTo>
                  <a:cubicBezTo>
                    <a:pt x="583" y="2177"/>
                    <a:pt x="719" y="2205"/>
                    <a:pt x="850" y="2248"/>
                  </a:cubicBezTo>
                  <a:cubicBezTo>
                    <a:pt x="847" y="2225"/>
                    <a:pt x="844" y="2202"/>
                    <a:pt x="840" y="2179"/>
                  </a:cubicBezTo>
                  <a:cubicBezTo>
                    <a:pt x="841" y="2127"/>
                    <a:pt x="821" y="2061"/>
                    <a:pt x="815" y="2009"/>
                  </a:cubicBezTo>
                  <a:cubicBezTo>
                    <a:pt x="815" y="2015"/>
                    <a:pt x="816" y="2022"/>
                    <a:pt x="817" y="2028"/>
                  </a:cubicBezTo>
                  <a:cubicBezTo>
                    <a:pt x="815" y="2019"/>
                    <a:pt x="812" y="2009"/>
                    <a:pt x="810" y="1999"/>
                  </a:cubicBezTo>
                  <a:cubicBezTo>
                    <a:pt x="811" y="2001"/>
                    <a:pt x="811" y="2002"/>
                    <a:pt x="812" y="2002"/>
                  </a:cubicBezTo>
                  <a:cubicBezTo>
                    <a:pt x="810" y="1997"/>
                    <a:pt x="808" y="1993"/>
                    <a:pt x="807" y="1988"/>
                  </a:cubicBezTo>
                  <a:cubicBezTo>
                    <a:pt x="808" y="1992"/>
                    <a:pt x="809" y="1995"/>
                    <a:pt x="810" y="1999"/>
                  </a:cubicBezTo>
                  <a:cubicBezTo>
                    <a:pt x="809" y="1998"/>
                    <a:pt x="809" y="1996"/>
                    <a:pt x="808" y="1995"/>
                  </a:cubicBezTo>
                  <a:cubicBezTo>
                    <a:pt x="810" y="2014"/>
                    <a:pt x="809" y="2034"/>
                    <a:pt x="812" y="2053"/>
                  </a:cubicBezTo>
                  <a:cubicBezTo>
                    <a:pt x="808" y="2024"/>
                    <a:pt x="802" y="1988"/>
                    <a:pt x="799" y="1964"/>
                  </a:cubicBezTo>
                  <a:cubicBezTo>
                    <a:pt x="799" y="1966"/>
                    <a:pt x="799" y="1966"/>
                    <a:pt x="799" y="1966"/>
                  </a:cubicBezTo>
                  <a:cubicBezTo>
                    <a:pt x="799" y="1969"/>
                    <a:pt x="798" y="1972"/>
                    <a:pt x="798" y="1975"/>
                  </a:cubicBezTo>
                  <a:cubicBezTo>
                    <a:pt x="797" y="1967"/>
                    <a:pt x="796" y="1962"/>
                    <a:pt x="796" y="1960"/>
                  </a:cubicBezTo>
                  <a:cubicBezTo>
                    <a:pt x="796" y="1960"/>
                    <a:pt x="796" y="1960"/>
                    <a:pt x="796" y="1960"/>
                  </a:cubicBezTo>
                  <a:cubicBezTo>
                    <a:pt x="796" y="1960"/>
                    <a:pt x="796" y="1960"/>
                    <a:pt x="796" y="1960"/>
                  </a:cubicBezTo>
                  <a:cubicBezTo>
                    <a:pt x="796" y="1959"/>
                    <a:pt x="796" y="1959"/>
                    <a:pt x="797" y="1959"/>
                  </a:cubicBezTo>
                  <a:cubicBezTo>
                    <a:pt x="797" y="1959"/>
                    <a:pt x="797" y="1959"/>
                    <a:pt x="797" y="1960"/>
                  </a:cubicBezTo>
                  <a:cubicBezTo>
                    <a:pt x="797" y="1960"/>
                    <a:pt x="797" y="1960"/>
                    <a:pt x="797" y="1960"/>
                  </a:cubicBezTo>
                  <a:cubicBezTo>
                    <a:pt x="799" y="1963"/>
                    <a:pt x="803" y="1975"/>
                    <a:pt x="805" y="1984"/>
                  </a:cubicBezTo>
                  <a:cubicBezTo>
                    <a:pt x="801" y="1965"/>
                    <a:pt x="798" y="1937"/>
                    <a:pt x="801" y="1928"/>
                  </a:cubicBezTo>
                  <a:cubicBezTo>
                    <a:pt x="797" y="1933"/>
                    <a:pt x="795" y="1938"/>
                    <a:pt x="794" y="1945"/>
                  </a:cubicBezTo>
                  <a:cubicBezTo>
                    <a:pt x="794" y="1945"/>
                    <a:pt x="794" y="1944"/>
                    <a:pt x="793" y="1944"/>
                  </a:cubicBezTo>
                  <a:cubicBezTo>
                    <a:pt x="793" y="1943"/>
                    <a:pt x="793" y="1942"/>
                    <a:pt x="793" y="1942"/>
                  </a:cubicBezTo>
                  <a:cubicBezTo>
                    <a:pt x="792" y="1941"/>
                    <a:pt x="792" y="1941"/>
                    <a:pt x="792" y="1940"/>
                  </a:cubicBezTo>
                  <a:cubicBezTo>
                    <a:pt x="792" y="1940"/>
                    <a:pt x="791" y="1939"/>
                    <a:pt x="791" y="1938"/>
                  </a:cubicBezTo>
                  <a:cubicBezTo>
                    <a:pt x="791" y="1938"/>
                    <a:pt x="791" y="1938"/>
                    <a:pt x="791" y="1938"/>
                  </a:cubicBezTo>
                  <a:cubicBezTo>
                    <a:pt x="791" y="1938"/>
                    <a:pt x="791" y="1938"/>
                    <a:pt x="791" y="1938"/>
                  </a:cubicBezTo>
                  <a:cubicBezTo>
                    <a:pt x="791" y="1938"/>
                    <a:pt x="791" y="1938"/>
                    <a:pt x="791" y="1938"/>
                  </a:cubicBezTo>
                  <a:cubicBezTo>
                    <a:pt x="791" y="1937"/>
                    <a:pt x="791" y="1936"/>
                    <a:pt x="791" y="1936"/>
                  </a:cubicBezTo>
                  <a:cubicBezTo>
                    <a:pt x="791" y="1936"/>
                    <a:pt x="791" y="1937"/>
                    <a:pt x="792" y="1939"/>
                  </a:cubicBezTo>
                  <a:cubicBezTo>
                    <a:pt x="789" y="1928"/>
                    <a:pt x="790" y="1917"/>
                    <a:pt x="798" y="1912"/>
                  </a:cubicBezTo>
                  <a:cubicBezTo>
                    <a:pt x="797" y="1913"/>
                    <a:pt x="795" y="1913"/>
                    <a:pt x="793" y="1914"/>
                  </a:cubicBezTo>
                  <a:cubicBezTo>
                    <a:pt x="796" y="1906"/>
                    <a:pt x="853" y="1896"/>
                    <a:pt x="863" y="1893"/>
                  </a:cubicBezTo>
                  <a:cubicBezTo>
                    <a:pt x="860" y="1894"/>
                    <a:pt x="858" y="1895"/>
                    <a:pt x="856" y="1896"/>
                  </a:cubicBezTo>
                  <a:cubicBezTo>
                    <a:pt x="860" y="1895"/>
                    <a:pt x="864" y="1894"/>
                    <a:pt x="868" y="1893"/>
                  </a:cubicBezTo>
                  <a:cubicBezTo>
                    <a:pt x="868" y="1893"/>
                    <a:pt x="868" y="1893"/>
                    <a:pt x="869" y="1893"/>
                  </a:cubicBezTo>
                  <a:cubicBezTo>
                    <a:pt x="869" y="1893"/>
                    <a:pt x="869" y="1893"/>
                    <a:pt x="869" y="1893"/>
                  </a:cubicBezTo>
                  <a:cubicBezTo>
                    <a:pt x="876" y="1892"/>
                    <a:pt x="883" y="1890"/>
                    <a:pt x="889" y="1889"/>
                  </a:cubicBezTo>
                  <a:cubicBezTo>
                    <a:pt x="893" y="1889"/>
                    <a:pt x="897" y="1888"/>
                    <a:pt x="900" y="1887"/>
                  </a:cubicBezTo>
                  <a:cubicBezTo>
                    <a:pt x="896" y="1888"/>
                    <a:pt x="893" y="1889"/>
                    <a:pt x="889" y="1890"/>
                  </a:cubicBezTo>
                  <a:cubicBezTo>
                    <a:pt x="882" y="1891"/>
                    <a:pt x="876" y="1893"/>
                    <a:pt x="869" y="1896"/>
                  </a:cubicBezTo>
                  <a:cubicBezTo>
                    <a:pt x="854" y="1900"/>
                    <a:pt x="838" y="1906"/>
                    <a:pt x="823" y="1912"/>
                  </a:cubicBezTo>
                  <a:cubicBezTo>
                    <a:pt x="838" y="1920"/>
                    <a:pt x="855" y="1916"/>
                    <a:pt x="873" y="1907"/>
                  </a:cubicBezTo>
                  <a:cubicBezTo>
                    <a:pt x="878" y="1905"/>
                    <a:pt x="883" y="1902"/>
                    <a:pt x="888" y="1899"/>
                  </a:cubicBezTo>
                  <a:cubicBezTo>
                    <a:pt x="908" y="1886"/>
                    <a:pt x="927" y="1871"/>
                    <a:pt x="941" y="1865"/>
                  </a:cubicBezTo>
                  <a:cubicBezTo>
                    <a:pt x="924" y="1871"/>
                    <a:pt x="907" y="1877"/>
                    <a:pt x="890" y="1883"/>
                  </a:cubicBezTo>
                  <a:cubicBezTo>
                    <a:pt x="883" y="1885"/>
                    <a:pt x="876" y="1887"/>
                    <a:pt x="869" y="1890"/>
                  </a:cubicBezTo>
                  <a:cubicBezTo>
                    <a:pt x="876" y="1887"/>
                    <a:pt x="883" y="1883"/>
                    <a:pt x="890" y="1880"/>
                  </a:cubicBezTo>
                  <a:cubicBezTo>
                    <a:pt x="967" y="1847"/>
                    <a:pt x="1044" y="1814"/>
                    <a:pt x="1118" y="1775"/>
                  </a:cubicBezTo>
                  <a:cubicBezTo>
                    <a:pt x="1118" y="1775"/>
                    <a:pt x="1118" y="1774"/>
                    <a:pt x="1119" y="1774"/>
                  </a:cubicBezTo>
                  <a:cubicBezTo>
                    <a:pt x="1119" y="1774"/>
                    <a:pt x="1119" y="1774"/>
                    <a:pt x="1119" y="1774"/>
                  </a:cubicBezTo>
                  <a:cubicBezTo>
                    <a:pt x="1126" y="1771"/>
                    <a:pt x="1132" y="1767"/>
                    <a:pt x="1139" y="1763"/>
                  </a:cubicBezTo>
                  <a:cubicBezTo>
                    <a:pt x="1178" y="1742"/>
                    <a:pt x="1216" y="1720"/>
                    <a:pt x="1252" y="1696"/>
                  </a:cubicBezTo>
                  <a:cubicBezTo>
                    <a:pt x="1247" y="1699"/>
                    <a:pt x="1242" y="1705"/>
                    <a:pt x="1236" y="1712"/>
                  </a:cubicBezTo>
                  <a:cubicBezTo>
                    <a:pt x="1266" y="1693"/>
                    <a:pt x="1295" y="1673"/>
                    <a:pt x="1324" y="1653"/>
                  </a:cubicBezTo>
                  <a:cubicBezTo>
                    <a:pt x="1334" y="1646"/>
                    <a:pt x="1355" y="1631"/>
                    <a:pt x="1376" y="1615"/>
                  </a:cubicBezTo>
                  <a:cubicBezTo>
                    <a:pt x="1374" y="1616"/>
                    <a:pt x="1373" y="1616"/>
                    <a:pt x="1371" y="1616"/>
                  </a:cubicBezTo>
                  <a:cubicBezTo>
                    <a:pt x="1372" y="1615"/>
                    <a:pt x="1372" y="1615"/>
                    <a:pt x="1373" y="1615"/>
                  </a:cubicBezTo>
                  <a:cubicBezTo>
                    <a:pt x="1372" y="1615"/>
                    <a:pt x="1372" y="1615"/>
                    <a:pt x="1371" y="1616"/>
                  </a:cubicBezTo>
                  <a:cubicBezTo>
                    <a:pt x="1370" y="1616"/>
                    <a:pt x="1370" y="1616"/>
                    <a:pt x="1369" y="1615"/>
                  </a:cubicBezTo>
                  <a:cubicBezTo>
                    <a:pt x="1358" y="1624"/>
                    <a:pt x="1346" y="1633"/>
                    <a:pt x="1333" y="1640"/>
                  </a:cubicBezTo>
                  <a:cubicBezTo>
                    <a:pt x="1336" y="1639"/>
                    <a:pt x="1340" y="1637"/>
                    <a:pt x="1343" y="1635"/>
                  </a:cubicBezTo>
                  <a:cubicBezTo>
                    <a:pt x="1302" y="1664"/>
                    <a:pt x="1235" y="1709"/>
                    <a:pt x="1232" y="1704"/>
                  </a:cubicBezTo>
                  <a:cubicBezTo>
                    <a:pt x="1226" y="1693"/>
                    <a:pt x="1340" y="1628"/>
                    <a:pt x="1352" y="1620"/>
                  </a:cubicBezTo>
                  <a:cubicBezTo>
                    <a:pt x="1371" y="1608"/>
                    <a:pt x="1391" y="1595"/>
                    <a:pt x="1409" y="1582"/>
                  </a:cubicBezTo>
                  <a:cubicBezTo>
                    <a:pt x="1405" y="1586"/>
                    <a:pt x="1400" y="1590"/>
                    <a:pt x="1395" y="1593"/>
                  </a:cubicBezTo>
                  <a:cubicBezTo>
                    <a:pt x="1405" y="1586"/>
                    <a:pt x="1415" y="1578"/>
                    <a:pt x="1424" y="1571"/>
                  </a:cubicBezTo>
                  <a:cubicBezTo>
                    <a:pt x="1440" y="1559"/>
                    <a:pt x="1455" y="1547"/>
                    <a:pt x="1471" y="1534"/>
                  </a:cubicBezTo>
                  <a:cubicBezTo>
                    <a:pt x="1493" y="1516"/>
                    <a:pt x="1514" y="1497"/>
                    <a:pt x="1535" y="1478"/>
                  </a:cubicBezTo>
                  <a:cubicBezTo>
                    <a:pt x="1544" y="1470"/>
                    <a:pt x="1631" y="1395"/>
                    <a:pt x="1576" y="1435"/>
                  </a:cubicBezTo>
                  <a:cubicBezTo>
                    <a:pt x="1586" y="1426"/>
                    <a:pt x="1595" y="1417"/>
                    <a:pt x="1603" y="1407"/>
                  </a:cubicBezTo>
                  <a:cubicBezTo>
                    <a:pt x="1577" y="1430"/>
                    <a:pt x="1550" y="1453"/>
                    <a:pt x="1523" y="1476"/>
                  </a:cubicBezTo>
                  <a:cubicBezTo>
                    <a:pt x="1567" y="1424"/>
                    <a:pt x="1623" y="1384"/>
                    <a:pt x="1669" y="1334"/>
                  </a:cubicBezTo>
                  <a:cubicBezTo>
                    <a:pt x="1661" y="1342"/>
                    <a:pt x="1652" y="1350"/>
                    <a:pt x="1644" y="1358"/>
                  </a:cubicBezTo>
                  <a:cubicBezTo>
                    <a:pt x="1675" y="1323"/>
                    <a:pt x="1709" y="1290"/>
                    <a:pt x="1739" y="1253"/>
                  </a:cubicBezTo>
                  <a:cubicBezTo>
                    <a:pt x="1769" y="1215"/>
                    <a:pt x="1789" y="1165"/>
                    <a:pt x="1828" y="1135"/>
                  </a:cubicBezTo>
                  <a:cubicBezTo>
                    <a:pt x="1835" y="1124"/>
                    <a:pt x="1842" y="1114"/>
                    <a:pt x="1849" y="1103"/>
                  </a:cubicBezTo>
                  <a:cubicBezTo>
                    <a:pt x="1856" y="1093"/>
                    <a:pt x="1909" y="1021"/>
                    <a:pt x="1861" y="1076"/>
                  </a:cubicBezTo>
                  <a:cubicBezTo>
                    <a:pt x="1869" y="1064"/>
                    <a:pt x="1877" y="1051"/>
                    <a:pt x="1884" y="1039"/>
                  </a:cubicBezTo>
                  <a:cubicBezTo>
                    <a:pt x="1873" y="1055"/>
                    <a:pt x="1863" y="1066"/>
                    <a:pt x="1856" y="1069"/>
                  </a:cubicBezTo>
                  <a:cubicBezTo>
                    <a:pt x="1853" y="1073"/>
                    <a:pt x="1849" y="1079"/>
                    <a:pt x="1843" y="1086"/>
                  </a:cubicBezTo>
                  <a:cubicBezTo>
                    <a:pt x="1843" y="1087"/>
                    <a:pt x="1842" y="1088"/>
                    <a:pt x="1841" y="1089"/>
                  </a:cubicBezTo>
                  <a:cubicBezTo>
                    <a:pt x="1811" y="1117"/>
                    <a:pt x="1789" y="1173"/>
                    <a:pt x="1765" y="1202"/>
                  </a:cubicBezTo>
                  <a:cubicBezTo>
                    <a:pt x="1722" y="1255"/>
                    <a:pt x="1676" y="1305"/>
                    <a:pt x="1628" y="1354"/>
                  </a:cubicBezTo>
                  <a:cubicBezTo>
                    <a:pt x="1587" y="1397"/>
                    <a:pt x="1547" y="1441"/>
                    <a:pt x="1505" y="1483"/>
                  </a:cubicBezTo>
                  <a:cubicBezTo>
                    <a:pt x="1475" y="1491"/>
                    <a:pt x="1441" y="1529"/>
                    <a:pt x="1411" y="1563"/>
                  </a:cubicBezTo>
                  <a:cubicBezTo>
                    <a:pt x="1403" y="1566"/>
                    <a:pt x="1395" y="1569"/>
                    <a:pt x="1397" y="1567"/>
                  </a:cubicBezTo>
                  <a:cubicBezTo>
                    <a:pt x="1313" y="1625"/>
                    <a:pt x="1234" y="1692"/>
                    <a:pt x="1145" y="1742"/>
                  </a:cubicBezTo>
                  <a:cubicBezTo>
                    <a:pt x="1194" y="1715"/>
                    <a:pt x="1164" y="1733"/>
                    <a:pt x="1140" y="1746"/>
                  </a:cubicBezTo>
                  <a:cubicBezTo>
                    <a:pt x="1131" y="1752"/>
                    <a:pt x="1123" y="1756"/>
                    <a:pt x="1121" y="1758"/>
                  </a:cubicBezTo>
                  <a:cubicBezTo>
                    <a:pt x="1119" y="1759"/>
                    <a:pt x="1117" y="1760"/>
                    <a:pt x="1115" y="1761"/>
                  </a:cubicBezTo>
                  <a:cubicBezTo>
                    <a:pt x="1092" y="1774"/>
                    <a:pt x="1068" y="1786"/>
                    <a:pt x="1044" y="1798"/>
                  </a:cubicBezTo>
                  <a:cubicBezTo>
                    <a:pt x="1016" y="1812"/>
                    <a:pt x="986" y="1825"/>
                    <a:pt x="956" y="1837"/>
                  </a:cubicBezTo>
                  <a:cubicBezTo>
                    <a:pt x="956" y="1837"/>
                    <a:pt x="956" y="1837"/>
                    <a:pt x="956" y="1837"/>
                  </a:cubicBezTo>
                  <a:cubicBezTo>
                    <a:pt x="955" y="1838"/>
                    <a:pt x="953" y="1838"/>
                    <a:pt x="952" y="1839"/>
                  </a:cubicBezTo>
                  <a:cubicBezTo>
                    <a:pt x="956" y="1838"/>
                    <a:pt x="960" y="1837"/>
                    <a:pt x="964" y="1835"/>
                  </a:cubicBezTo>
                  <a:cubicBezTo>
                    <a:pt x="958" y="1837"/>
                    <a:pt x="953" y="1840"/>
                    <a:pt x="947" y="1842"/>
                  </a:cubicBezTo>
                  <a:cubicBezTo>
                    <a:pt x="947" y="1842"/>
                    <a:pt x="947" y="1842"/>
                    <a:pt x="947" y="1843"/>
                  </a:cubicBezTo>
                  <a:cubicBezTo>
                    <a:pt x="946" y="1843"/>
                    <a:pt x="945" y="1843"/>
                    <a:pt x="945" y="1843"/>
                  </a:cubicBezTo>
                  <a:cubicBezTo>
                    <a:pt x="945" y="1843"/>
                    <a:pt x="944" y="1844"/>
                    <a:pt x="944" y="1844"/>
                  </a:cubicBezTo>
                  <a:cubicBezTo>
                    <a:pt x="944" y="1844"/>
                    <a:pt x="945" y="1843"/>
                    <a:pt x="945" y="1843"/>
                  </a:cubicBezTo>
                  <a:cubicBezTo>
                    <a:pt x="945" y="1843"/>
                    <a:pt x="945" y="1843"/>
                    <a:pt x="946" y="1842"/>
                  </a:cubicBezTo>
                  <a:cubicBezTo>
                    <a:pt x="945" y="1843"/>
                    <a:pt x="942" y="1844"/>
                    <a:pt x="944" y="1843"/>
                  </a:cubicBezTo>
                  <a:cubicBezTo>
                    <a:pt x="938" y="1845"/>
                    <a:pt x="932" y="1847"/>
                    <a:pt x="926" y="1849"/>
                  </a:cubicBezTo>
                  <a:cubicBezTo>
                    <a:pt x="934" y="1846"/>
                    <a:pt x="943" y="1842"/>
                    <a:pt x="952" y="1840"/>
                  </a:cubicBezTo>
                  <a:cubicBezTo>
                    <a:pt x="953" y="1839"/>
                    <a:pt x="955" y="1838"/>
                    <a:pt x="956" y="1837"/>
                  </a:cubicBezTo>
                  <a:cubicBezTo>
                    <a:pt x="936" y="1845"/>
                    <a:pt x="915" y="1853"/>
                    <a:pt x="894" y="1860"/>
                  </a:cubicBezTo>
                  <a:cubicBezTo>
                    <a:pt x="883" y="1864"/>
                    <a:pt x="872" y="1867"/>
                    <a:pt x="861" y="1871"/>
                  </a:cubicBezTo>
                  <a:cubicBezTo>
                    <a:pt x="860" y="1871"/>
                    <a:pt x="859" y="1872"/>
                    <a:pt x="858" y="1872"/>
                  </a:cubicBezTo>
                  <a:cubicBezTo>
                    <a:pt x="859" y="1872"/>
                    <a:pt x="860" y="1871"/>
                    <a:pt x="861" y="1871"/>
                  </a:cubicBezTo>
                  <a:cubicBezTo>
                    <a:pt x="868" y="1869"/>
                    <a:pt x="882" y="1866"/>
                    <a:pt x="883" y="1864"/>
                  </a:cubicBezTo>
                  <a:cubicBezTo>
                    <a:pt x="882" y="1866"/>
                    <a:pt x="881" y="1867"/>
                    <a:pt x="880" y="1869"/>
                  </a:cubicBezTo>
                  <a:cubicBezTo>
                    <a:pt x="885" y="1867"/>
                    <a:pt x="889" y="1866"/>
                    <a:pt x="893" y="1865"/>
                  </a:cubicBezTo>
                  <a:cubicBezTo>
                    <a:pt x="898" y="1864"/>
                    <a:pt x="903" y="1863"/>
                    <a:pt x="908" y="1861"/>
                  </a:cubicBezTo>
                  <a:cubicBezTo>
                    <a:pt x="912" y="1860"/>
                    <a:pt x="917" y="1858"/>
                    <a:pt x="921" y="1856"/>
                  </a:cubicBezTo>
                  <a:cubicBezTo>
                    <a:pt x="921" y="1856"/>
                    <a:pt x="921" y="1856"/>
                    <a:pt x="922" y="1856"/>
                  </a:cubicBezTo>
                  <a:cubicBezTo>
                    <a:pt x="922" y="1856"/>
                    <a:pt x="922" y="1856"/>
                    <a:pt x="922" y="1856"/>
                  </a:cubicBezTo>
                  <a:cubicBezTo>
                    <a:pt x="922" y="1856"/>
                    <a:pt x="922" y="1856"/>
                    <a:pt x="922" y="1855"/>
                  </a:cubicBezTo>
                  <a:cubicBezTo>
                    <a:pt x="922" y="1855"/>
                    <a:pt x="922" y="1855"/>
                    <a:pt x="923" y="1855"/>
                  </a:cubicBezTo>
                  <a:cubicBezTo>
                    <a:pt x="923" y="1855"/>
                    <a:pt x="923" y="1855"/>
                    <a:pt x="923" y="1855"/>
                  </a:cubicBezTo>
                  <a:cubicBezTo>
                    <a:pt x="924" y="1855"/>
                    <a:pt x="924" y="1855"/>
                    <a:pt x="925" y="1854"/>
                  </a:cubicBezTo>
                  <a:cubicBezTo>
                    <a:pt x="926" y="1854"/>
                    <a:pt x="926" y="1854"/>
                    <a:pt x="927" y="1853"/>
                  </a:cubicBezTo>
                  <a:cubicBezTo>
                    <a:pt x="927" y="1853"/>
                    <a:pt x="928" y="1853"/>
                    <a:pt x="928" y="1853"/>
                  </a:cubicBezTo>
                  <a:cubicBezTo>
                    <a:pt x="928" y="1853"/>
                    <a:pt x="928" y="1853"/>
                    <a:pt x="928" y="1853"/>
                  </a:cubicBezTo>
                  <a:cubicBezTo>
                    <a:pt x="928" y="1853"/>
                    <a:pt x="930" y="1852"/>
                    <a:pt x="934" y="1851"/>
                  </a:cubicBezTo>
                  <a:cubicBezTo>
                    <a:pt x="934" y="1851"/>
                    <a:pt x="934" y="1850"/>
                    <a:pt x="935" y="1850"/>
                  </a:cubicBezTo>
                  <a:cubicBezTo>
                    <a:pt x="935" y="1850"/>
                    <a:pt x="935" y="1850"/>
                    <a:pt x="935" y="1850"/>
                  </a:cubicBezTo>
                  <a:cubicBezTo>
                    <a:pt x="934" y="1851"/>
                    <a:pt x="933" y="1852"/>
                    <a:pt x="932" y="1852"/>
                  </a:cubicBezTo>
                  <a:cubicBezTo>
                    <a:pt x="934" y="1852"/>
                    <a:pt x="936" y="1851"/>
                    <a:pt x="938" y="1850"/>
                  </a:cubicBezTo>
                  <a:cubicBezTo>
                    <a:pt x="928" y="1855"/>
                    <a:pt x="918" y="1859"/>
                    <a:pt x="908" y="1861"/>
                  </a:cubicBezTo>
                  <a:cubicBezTo>
                    <a:pt x="903" y="1863"/>
                    <a:pt x="898" y="1865"/>
                    <a:pt x="893" y="1867"/>
                  </a:cubicBezTo>
                  <a:cubicBezTo>
                    <a:pt x="886" y="1870"/>
                    <a:pt x="879" y="1872"/>
                    <a:pt x="873" y="1875"/>
                  </a:cubicBezTo>
                  <a:cubicBezTo>
                    <a:pt x="870" y="1877"/>
                    <a:pt x="866" y="1878"/>
                    <a:pt x="862" y="1879"/>
                  </a:cubicBezTo>
                  <a:cubicBezTo>
                    <a:pt x="866" y="1877"/>
                    <a:pt x="869" y="1876"/>
                    <a:pt x="873" y="1875"/>
                  </a:cubicBezTo>
                  <a:cubicBezTo>
                    <a:pt x="876" y="1873"/>
                    <a:pt x="878" y="1871"/>
                    <a:pt x="880" y="1869"/>
                  </a:cubicBezTo>
                  <a:cubicBezTo>
                    <a:pt x="874" y="1871"/>
                    <a:pt x="868" y="1873"/>
                    <a:pt x="862" y="1877"/>
                  </a:cubicBezTo>
                  <a:cubicBezTo>
                    <a:pt x="860" y="1878"/>
                    <a:pt x="857" y="1879"/>
                    <a:pt x="855" y="1880"/>
                  </a:cubicBezTo>
                  <a:cubicBezTo>
                    <a:pt x="858" y="1880"/>
                    <a:pt x="860" y="1879"/>
                    <a:pt x="862" y="1879"/>
                  </a:cubicBezTo>
                  <a:cubicBezTo>
                    <a:pt x="859" y="1880"/>
                    <a:pt x="855" y="1881"/>
                    <a:pt x="852" y="1883"/>
                  </a:cubicBezTo>
                  <a:cubicBezTo>
                    <a:pt x="853" y="1882"/>
                    <a:pt x="854" y="1881"/>
                    <a:pt x="855" y="1880"/>
                  </a:cubicBezTo>
                  <a:cubicBezTo>
                    <a:pt x="822" y="1887"/>
                    <a:pt x="770" y="1882"/>
                    <a:pt x="774" y="1923"/>
                  </a:cubicBezTo>
                  <a:cubicBezTo>
                    <a:pt x="777" y="1944"/>
                    <a:pt x="779" y="1965"/>
                    <a:pt x="783" y="1986"/>
                  </a:cubicBezTo>
                  <a:cubicBezTo>
                    <a:pt x="787" y="2012"/>
                    <a:pt x="792" y="2038"/>
                    <a:pt x="797" y="2064"/>
                  </a:cubicBezTo>
                  <a:cubicBezTo>
                    <a:pt x="797" y="2066"/>
                    <a:pt x="798" y="2069"/>
                    <a:pt x="798" y="2071"/>
                  </a:cubicBezTo>
                  <a:cubicBezTo>
                    <a:pt x="799" y="2074"/>
                    <a:pt x="799" y="2076"/>
                    <a:pt x="800" y="2078"/>
                  </a:cubicBezTo>
                  <a:cubicBezTo>
                    <a:pt x="801" y="2084"/>
                    <a:pt x="801" y="2089"/>
                    <a:pt x="802" y="2094"/>
                  </a:cubicBezTo>
                  <a:cubicBezTo>
                    <a:pt x="803" y="2095"/>
                    <a:pt x="803" y="2096"/>
                    <a:pt x="803" y="2097"/>
                  </a:cubicBezTo>
                  <a:cubicBezTo>
                    <a:pt x="808" y="2126"/>
                    <a:pt x="813" y="2154"/>
                    <a:pt x="817" y="2183"/>
                  </a:cubicBezTo>
                  <a:cubicBezTo>
                    <a:pt x="816" y="2181"/>
                    <a:pt x="816" y="2180"/>
                    <a:pt x="816" y="2179"/>
                  </a:cubicBezTo>
                  <a:cubicBezTo>
                    <a:pt x="816" y="2182"/>
                    <a:pt x="817" y="2186"/>
                    <a:pt x="818" y="2190"/>
                  </a:cubicBezTo>
                  <a:cubicBezTo>
                    <a:pt x="817" y="2187"/>
                    <a:pt x="817" y="2185"/>
                    <a:pt x="817" y="2183"/>
                  </a:cubicBezTo>
                  <a:cubicBezTo>
                    <a:pt x="817" y="2184"/>
                    <a:pt x="818" y="2186"/>
                    <a:pt x="818" y="2187"/>
                  </a:cubicBezTo>
                  <a:cubicBezTo>
                    <a:pt x="818" y="2174"/>
                    <a:pt x="819" y="2160"/>
                    <a:pt x="819" y="2155"/>
                  </a:cubicBezTo>
                  <a:cubicBezTo>
                    <a:pt x="819" y="2147"/>
                    <a:pt x="819" y="2139"/>
                    <a:pt x="818" y="2131"/>
                  </a:cubicBezTo>
                  <a:cubicBezTo>
                    <a:pt x="824" y="2141"/>
                    <a:pt x="827" y="2146"/>
                    <a:pt x="828" y="2149"/>
                  </a:cubicBezTo>
                  <a:cubicBezTo>
                    <a:pt x="827" y="2146"/>
                    <a:pt x="823" y="2144"/>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3"/>
                  </a:cubicBezTo>
                  <a:cubicBezTo>
                    <a:pt x="824" y="2153"/>
                    <a:pt x="824" y="2153"/>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4" y="2154"/>
                    <a:pt x="824" y="2154"/>
                    <a:pt x="824" y="2154"/>
                  </a:cubicBezTo>
                  <a:cubicBezTo>
                    <a:pt x="827" y="2178"/>
                    <a:pt x="829" y="2201"/>
                    <a:pt x="829" y="2225"/>
                  </a:cubicBezTo>
                  <a:cubicBezTo>
                    <a:pt x="828" y="2224"/>
                    <a:pt x="826" y="2223"/>
                    <a:pt x="825" y="2221"/>
                  </a:cubicBezTo>
                  <a:cubicBezTo>
                    <a:pt x="812" y="2220"/>
                    <a:pt x="801" y="2216"/>
                    <a:pt x="790" y="2210"/>
                  </a:cubicBezTo>
                  <a:cubicBezTo>
                    <a:pt x="801" y="2214"/>
                    <a:pt x="812" y="2217"/>
                    <a:pt x="824" y="2220"/>
                  </a:cubicBezTo>
                  <a:cubicBezTo>
                    <a:pt x="820" y="2214"/>
                    <a:pt x="819" y="2204"/>
                    <a:pt x="818" y="2194"/>
                  </a:cubicBezTo>
                  <a:cubicBezTo>
                    <a:pt x="818" y="2193"/>
                    <a:pt x="818" y="2191"/>
                    <a:pt x="818" y="2190"/>
                  </a:cubicBezTo>
                  <a:cubicBezTo>
                    <a:pt x="819" y="2198"/>
                    <a:pt x="819" y="2206"/>
                    <a:pt x="820" y="2214"/>
                  </a:cubicBezTo>
                  <a:cubicBezTo>
                    <a:pt x="814" y="2212"/>
                    <a:pt x="808" y="2210"/>
                    <a:pt x="802" y="2208"/>
                  </a:cubicBezTo>
                  <a:cubicBezTo>
                    <a:pt x="802" y="2208"/>
                    <a:pt x="802" y="2208"/>
                    <a:pt x="802" y="2208"/>
                  </a:cubicBezTo>
                  <a:cubicBezTo>
                    <a:pt x="796" y="2205"/>
                    <a:pt x="789" y="2203"/>
                    <a:pt x="783" y="2201"/>
                  </a:cubicBezTo>
                  <a:cubicBezTo>
                    <a:pt x="771" y="2197"/>
                    <a:pt x="758" y="2194"/>
                    <a:pt x="746" y="2190"/>
                  </a:cubicBezTo>
                  <a:cubicBezTo>
                    <a:pt x="753" y="2193"/>
                    <a:pt x="760" y="2196"/>
                    <a:pt x="767" y="2201"/>
                  </a:cubicBezTo>
                  <a:cubicBezTo>
                    <a:pt x="743" y="2194"/>
                    <a:pt x="719" y="2186"/>
                    <a:pt x="695" y="2180"/>
                  </a:cubicBezTo>
                  <a:cubicBezTo>
                    <a:pt x="688" y="2178"/>
                    <a:pt x="682" y="2176"/>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69" y="2143"/>
                    <a:pt x="566" y="2143"/>
                    <a:pt x="563" y="2142"/>
                  </a:cubicBezTo>
                  <a:cubicBezTo>
                    <a:pt x="509" y="2125"/>
                    <a:pt x="454" y="2107"/>
                    <a:pt x="402" y="2085"/>
                  </a:cubicBezTo>
                  <a:cubicBezTo>
                    <a:pt x="367" y="2071"/>
                    <a:pt x="332" y="2056"/>
                    <a:pt x="297" y="2043"/>
                  </a:cubicBezTo>
                  <a:cubicBezTo>
                    <a:pt x="286" y="2039"/>
                    <a:pt x="229" y="2030"/>
                    <a:pt x="225" y="2033"/>
                  </a:cubicBezTo>
                  <a:cubicBezTo>
                    <a:pt x="177" y="2002"/>
                    <a:pt x="116" y="2006"/>
                    <a:pt x="65" y="1981"/>
                  </a:cubicBezTo>
                  <a:cubicBezTo>
                    <a:pt x="81" y="1971"/>
                    <a:pt x="98" y="1956"/>
                    <a:pt x="116" y="1951"/>
                  </a:cubicBezTo>
                  <a:cubicBezTo>
                    <a:pt x="125" y="1949"/>
                    <a:pt x="143" y="1931"/>
                    <a:pt x="135" y="1936"/>
                  </a:cubicBezTo>
                  <a:cubicBezTo>
                    <a:pt x="162" y="1916"/>
                    <a:pt x="193" y="1901"/>
                    <a:pt x="217" y="1877"/>
                  </a:cubicBezTo>
                  <a:cubicBezTo>
                    <a:pt x="199" y="1893"/>
                    <a:pt x="177" y="1904"/>
                    <a:pt x="156" y="1917"/>
                  </a:cubicBezTo>
                  <a:cubicBezTo>
                    <a:pt x="163" y="1875"/>
                    <a:pt x="230" y="1858"/>
                    <a:pt x="261" y="1839"/>
                  </a:cubicBezTo>
                  <a:cubicBezTo>
                    <a:pt x="295" y="1818"/>
                    <a:pt x="328" y="1795"/>
                    <a:pt x="361" y="1772"/>
                  </a:cubicBezTo>
                  <a:cubicBezTo>
                    <a:pt x="368" y="1767"/>
                    <a:pt x="375" y="1762"/>
                    <a:pt x="382" y="1757"/>
                  </a:cubicBezTo>
                  <a:cubicBezTo>
                    <a:pt x="382" y="1757"/>
                    <a:pt x="382" y="1757"/>
                    <a:pt x="382" y="1757"/>
                  </a:cubicBezTo>
                  <a:cubicBezTo>
                    <a:pt x="382" y="1757"/>
                    <a:pt x="382" y="1757"/>
                    <a:pt x="382" y="1757"/>
                  </a:cubicBezTo>
                  <a:cubicBezTo>
                    <a:pt x="384" y="1755"/>
                    <a:pt x="387" y="1753"/>
                    <a:pt x="389" y="1752"/>
                  </a:cubicBezTo>
                  <a:cubicBezTo>
                    <a:pt x="389" y="1752"/>
                    <a:pt x="389" y="1752"/>
                    <a:pt x="389" y="1752"/>
                  </a:cubicBezTo>
                  <a:cubicBezTo>
                    <a:pt x="389" y="1752"/>
                    <a:pt x="389" y="1752"/>
                    <a:pt x="389" y="1752"/>
                  </a:cubicBezTo>
                  <a:cubicBezTo>
                    <a:pt x="389" y="1752"/>
                    <a:pt x="389" y="1752"/>
                    <a:pt x="389" y="1752"/>
                  </a:cubicBezTo>
                  <a:cubicBezTo>
                    <a:pt x="396" y="1747"/>
                    <a:pt x="403" y="1742"/>
                    <a:pt x="410" y="1737"/>
                  </a:cubicBezTo>
                  <a:cubicBezTo>
                    <a:pt x="421" y="1729"/>
                    <a:pt x="503" y="1679"/>
                    <a:pt x="429" y="1716"/>
                  </a:cubicBezTo>
                  <a:cubicBezTo>
                    <a:pt x="434" y="1713"/>
                    <a:pt x="444" y="1705"/>
                    <a:pt x="459" y="1694"/>
                  </a:cubicBezTo>
                  <a:cubicBezTo>
                    <a:pt x="457" y="1695"/>
                    <a:pt x="456" y="1694"/>
                    <a:pt x="455" y="1694"/>
                  </a:cubicBezTo>
                  <a:cubicBezTo>
                    <a:pt x="476" y="1680"/>
                    <a:pt x="490" y="1652"/>
                    <a:pt x="518" y="1648"/>
                  </a:cubicBezTo>
                  <a:cubicBezTo>
                    <a:pt x="518" y="1648"/>
                    <a:pt x="518" y="1648"/>
                    <a:pt x="519" y="1648"/>
                  </a:cubicBezTo>
                  <a:cubicBezTo>
                    <a:pt x="519" y="1648"/>
                    <a:pt x="519" y="1648"/>
                    <a:pt x="519" y="1648"/>
                  </a:cubicBezTo>
                  <a:cubicBezTo>
                    <a:pt x="511" y="1654"/>
                    <a:pt x="502" y="1660"/>
                    <a:pt x="494" y="1666"/>
                  </a:cubicBezTo>
                  <a:cubicBezTo>
                    <a:pt x="496" y="1665"/>
                    <a:pt x="497" y="1665"/>
                    <a:pt x="498" y="1664"/>
                  </a:cubicBezTo>
                  <a:cubicBezTo>
                    <a:pt x="522" y="1647"/>
                    <a:pt x="549" y="1626"/>
                    <a:pt x="575" y="1608"/>
                  </a:cubicBezTo>
                  <a:cubicBezTo>
                    <a:pt x="578" y="1605"/>
                    <a:pt x="581" y="1603"/>
                    <a:pt x="584" y="1601"/>
                  </a:cubicBezTo>
                  <a:cubicBezTo>
                    <a:pt x="631" y="1567"/>
                    <a:pt x="670" y="1540"/>
                    <a:pt x="673" y="1542"/>
                  </a:cubicBezTo>
                  <a:cubicBezTo>
                    <a:pt x="676" y="1545"/>
                    <a:pt x="679" y="1549"/>
                    <a:pt x="682" y="1552"/>
                  </a:cubicBezTo>
                  <a:cubicBezTo>
                    <a:pt x="683" y="1553"/>
                    <a:pt x="683" y="1554"/>
                    <a:pt x="684" y="1556"/>
                  </a:cubicBezTo>
                  <a:cubicBezTo>
                    <a:pt x="685" y="1557"/>
                    <a:pt x="687" y="1559"/>
                    <a:pt x="688" y="1561"/>
                  </a:cubicBezTo>
                  <a:cubicBezTo>
                    <a:pt x="687" y="1560"/>
                    <a:pt x="685" y="1559"/>
                    <a:pt x="684" y="1557"/>
                  </a:cubicBezTo>
                  <a:cubicBezTo>
                    <a:pt x="683" y="1556"/>
                    <a:pt x="682" y="1555"/>
                    <a:pt x="681" y="1555"/>
                  </a:cubicBezTo>
                  <a:cubicBezTo>
                    <a:pt x="679" y="1552"/>
                    <a:pt x="676" y="1550"/>
                    <a:pt x="673" y="1548"/>
                  </a:cubicBezTo>
                  <a:cubicBezTo>
                    <a:pt x="675" y="1551"/>
                    <a:pt x="677" y="1557"/>
                    <a:pt x="679" y="1565"/>
                  </a:cubicBezTo>
                  <a:cubicBezTo>
                    <a:pt x="682" y="1574"/>
                    <a:pt x="684" y="1584"/>
                    <a:pt x="687" y="1597"/>
                  </a:cubicBezTo>
                  <a:cubicBezTo>
                    <a:pt x="707" y="1680"/>
                    <a:pt x="739" y="1837"/>
                    <a:pt x="779" y="1824"/>
                  </a:cubicBezTo>
                  <a:cubicBezTo>
                    <a:pt x="776" y="1825"/>
                    <a:pt x="772" y="1827"/>
                    <a:pt x="769" y="1829"/>
                  </a:cubicBezTo>
                  <a:cubicBezTo>
                    <a:pt x="788" y="1828"/>
                    <a:pt x="826" y="1813"/>
                    <a:pt x="865" y="1795"/>
                  </a:cubicBezTo>
                  <a:cubicBezTo>
                    <a:pt x="876" y="1790"/>
                    <a:pt x="888" y="1784"/>
                    <a:pt x="900" y="1778"/>
                  </a:cubicBezTo>
                  <a:cubicBezTo>
                    <a:pt x="947" y="1755"/>
                    <a:pt x="990" y="1731"/>
                    <a:pt x="1001" y="1725"/>
                  </a:cubicBezTo>
                  <a:cubicBezTo>
                    <a:pt x="1038" y="1706"/>
                    <a:pt x="1074" y="1687"/>
                    <a:pt x="1110" y="1666"/>
                  </a:cubicBezTo>
                  <a:cubicBezTo>
                    <a:pt x="1123" y="1659"/>
                    <a:pt x="1136" y="1652"/>
                    <a:pt x="1148" y="1645"/>
                  </a:cubicBezTo>
                  <a:cubicBezTo>
                    <a:pt x="1279" y="1569"/>
                    <a:pt x="1403" y="1484"/>
                    <a:pt x="1522" y="1388"/>
                  </a:cubicBezTo>
                  <a:cubicBezTo>
                    <a:pt x="1521" y="1388"/>
                    <a:pt x="1521" y="1388"/>
                    <a:pt x="1521" y="1387"/>
                  </a:cubicBezTo>
                  <a:cubicBezTo>
                    <a:pt x="1538" y="1352"/>
                    <a:pt x="1575" y="1329"/>
                    <a:pt x="1606" y="1304"/>
                  </a:cubicBezTo>
                  <a:cubicBezTo>
                    <a:pt x="1595" y="1319"/>
                    <a:pt x="1633" y="1284"/>
                    <a:pt x="1634" y="1281"/>
                  </a:cubicBezTo>
                  <a:cubicBezTo>
                    <a:pt x="1626" y="1289"/>
                    <a:pt x="1616" y="1297"/>
                    <a:pt x="1607" y="1304"/>
                  </a:cubicBezTo>
                  <a:cubicBezTo>
                    <a:pt x="1609" y="1301"/>
                    <a:pt x="1613" y="1296"/>
                    <a:pt x="1620" y="1288"/>
                  </a:cubicBezTo>
                  <a:cubicBezTo>
                    <a:pt x="1620" y="1288"/>
                    <a:pt x="1620" y="1288"/>
                    <a:pt x="1620" y="1288"/>
                  </a:cubicBezTo>
                  <a:cubicBezTo>
                    <a:pt x="1648" y="1259"/>
                    <a:pt x="1676" y="1232"/>
                    <a:pt x="1702" y="1203"/>
                  </a:cubicBezTo>
                  <a:cubicBezTo>
                    <a:pt x="1673" y="1230"/>
                    <a:pt x="1720" y="1180"/>
                    <a:pt x="1720" y="1179"/>
                  </a:cubicBezTo>
                  <a:cubicBezTo>
                    <a:pt x="1757" y="1133"/>
                    <a:pt x="1789" y="1082"/>
                    <a:pt x="1830" y="1038"/>
                  </a:cubicBezTo>
                  <a:cubicBezTo>
                    <a:pt x="1822" y="1052"/>
                    <a:pt x="1858" y="995"/>
                    <a:pt x="1866" y="984"/>
                  </a:cubicBezTo>
                  <a:cubicBezTo>
                    <a:pt x="1858" y="995"/>
                    <a:pt x="1849" y="1006"/>
                    <a:pt x="1841" y="1017"/>
                  </a:cubicBezTo>
                  <a:cubicBezTo>
                    <a:pt x="1856" y="995"/>
                    <a:pt x="1870" y="972"/>
                    <a:pt x="1884" y="949"/>
                  </a:cubicBezTo>
                  <a:cubicBezTo>
                    <a:pt x="1888" y="942"/>
                    <a:pt x="1893" y="935"/>
                    <a:pt x="1897" y="927"/>
                  </a:cubicBezTo>
                  <a:cubicBezTo>
                    <a:pt x="1905" y="914"/>
                    <a:pt x="1913" y="901"/>
                    <a:pt x="1920" y="888"/>
                  </a:cubicBezTo>
                  <a:cubicBezTo>
                    <a:pt x="1913" y="898"/>
                    <a:pt x="1906" y="908"/>
                    <a:pt x="1899" y="919"/>
                  </a:cubicBezTo>
                  <a:cubicBezTo>
                    <a:pt x="1899" y="919"/>
                    <a:pt x="1899" y="919"/>
                    <a:pt x="1899" y="919"/>
                  </a:cubicBezTo>
                  <a:cubicBezTo>
                    <a:pt x="1899" y="920"/>
                    <a:pt x="1899" y="920"/>
                    <a:pt x="1899" y="920"/>
                  </a:cubicBezTo>
                  <a:cubicBezTo>
                    <a:pt x="1899" y="919"/>
                    <a:pt x="1899" y="917"/>
                    <a:pt x="1899" y="916"/>
                  </a:cubicBezTo>
                  <a:cubicBezTo>
                    <a:pt x="1898" y="918"/>
                    <a:pt x="1897" y="920"/>
                    <a:pt x="1895" y="923"/>
                  </a:cubicBezTo>
                  <a:cubicBezTo>
                    <a:pt x="1892" y="929"/>
                    <a:pt x="1888" y="936"/>
                    <a:pt x="1883" y="943"/>
                  </a:cubicBezTo>
                  <a:cubicBezTo>
                    <a:pt x="1879" y="949"/>
                    <a:pt x="1875" y="955"/>
                    <a:pt x="1872" y="961"/>
                  </a:cubicBezTo>
                  <a:cubicBezTo>
                    <a:pt x="1876" y="952"/>
                    <a:pt x="1880" y="946"/>
                    <a:pt x="1883" y="941"/>
                  </a:cubicBezTo>
                  <a:cubicBezTo>
                    <a:pt x="1887" y="933"/>
                    <a:pt x="1890" y="928"/>
                    <a:pt x="1895" y="922"/>
                  </a:cubicBezTo>
                  <a:cubicBezTo>
                    <a:pt x="1896" y="920"/>
                    <a:pt x="1898" y="917"/>
                    <a:pt x="1899" y="915"/>
                  </a:cubicBezTo>
                  <a:cubicBezTo>
                    <a:pt x="1899" y="915"/>
                    <a:pt x="1899" y="915"/>
                    <a:pt x="1899" y="916"/>
                  </a:cubicBezTo>
                  <a:cubicBezTo>
                    <a:pt x="1900" y="915"/>
                    <a:pt x="1900" y="914"/>
                    <a:pt x="1900" y="914"/>
                  </a:cubicBezTo>
                  <a:cubicBezTo>
                    <a:pt x="1900" y="914"/>
                    <a:pt x="1900" y="914"/>
                    <a:pt x="1899" y="915"/>
                  </a:cubicBezTo>
                  <a:cubicBezTo>
                    <a:pt x="1900" y="911"/>
                    <a:pt x="1903" y="908"/>
                    <a:pt x="1906" y="907"/>
                  </a:cubicBezTo>
                  <a:cubicBezTo>
                    <a:pt x="1906" y="907"/>
                    <a:pt x="1906" y="907"/>
                    <a:pt x="1906" y="907"/>
                  </a:cubicBezTo>
                  <a:cubicBezTo>
                    <a:pt x="1906" y="907"/>
                    <a:pt x="1906" y="907"/>
                    <a:pt x="1906" y="907"/>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6"/>
                    <a:pt x="1906" y="906"/>
                  </a:cubicBezTo>
                  <a:cubicBezTo>
                    <a:pt x="1906" y="906"/>
                    <a:pt x="1906" y="907"/>
                    <a:pt x="1906" y="907"/>
                  </a:cubicBezTo>
                  <a:cubicBezTo>
                    <a:pt x="1906" y="907"/>
                    <a:pt x="1906" y="907"/>
                    <a:pt x="1906" y="907"/>
                  </a:cubicBezTo>
                  <a:cubicBezTo>
                    <a:pt x="1906" y="907"/>
                    <a:pt x="1906" y="907"/>
                    <a:pt x="1906" y="907"/>
                  </a:cubicBezTo>
                  <a:cubicBezTo>
                    <a:pt x="1907" y="905"/>
                    <a:pt x="1907" y="905"/>
                    <a:pt x="1906" y="907"/>
                  </a:cubicBezTo>
                  <a:cubicBezTo>
                    <a:pt x="1914" y="895"/>
                    <a:pt x="1922" y="883"/>
                    <a:pt x="1930" y="871"/>
                  </a:cubicBezTo>
                  <a:cubicBezTo>
                    <a:pt x="1931" y="868"/>
                    <a:pt x="1932" y="866"/>
                    <a:pt x="1934" y="864"/>
                  </a:cubicBezTo>
                  <a:cubicBezTo>
                    <a:pt x="1937" y="858"/>
                    <a:pt x="1940" y="852"/>
                    <a:pt x="1944" y="846"/>
                  </a:cubicBezTo>
                  <a:cubicBezTo>
                    <a:pt x="1952" y="833"/>
                    <a:pt x="1959" y="819"/>
                    <a:pt x="1967" y="806"/>
                  </a:cubicBezTo>
                  <a:cubicBezTo>
                    <a:pt x="1965" y="805"/>
                    <a:pt x="1970" y="785"/>
                    <a:pt x="1971" y="784"/>
                  </a:cubicBezTo>
                  <a:cubicBezTo>
                    <a:pt x="1980" y="764"/>
                    <a:pt x="1991" y="745"/>
                    <a:pt x="2001" y="726"/>
                  </a:cubicBezTo>
                  <a:cubicBezTo>
                    <a:pt x="2031" y="670"/>
                    <a:pt x="2048" y="605"/>
                    <a:pt x="2071" y="545"/>
                  </a:cubicBezTo>
                  <a:cubicBezTo>
                    <a:pt x="2074" y="534"/>
                    <a:pt x="2077" y="522"/>
                    <a:pt x="2081" y="511"/>
                  </a:cubicBezTo>
                  <a:cubicBezTo>
                    <a:pt x="2104" y="486"/>
                    <a:pt x="2115" y="408"/>
                    <a:pt x="2116" y="378"/>
                  </a:cubicBezTo>
                  <a:cubicBezTo>
                    <a:pt x="2118" y="438"/>
                    <a:pt x="2125" y="371"/>
                    <a:pt x="2128" y="355"/>
                  </a:cubicBezTo>
                  <a:cubicBezTo>
                    <a:pt x="2129" y="347"/>
                    <a:pt x="2130" y="339"/>
                    <a:pt x="2131" y="332"/>
                  </a:cubicBezTo>
                  <a:cubicBezTo>
                    <a:pt x="2134" y="305"/>
                    <a:pt x="2135" y="279"/>
                    <a:pt x="2135" y="252"/>
                  </a:cubicBezTo>
                  <a:cubicBezTo>
                    <a:pt x="2135" y="232"/>
                    <a:pt x="2144" y="171"/>
                    <a:pt x="2144" y="172"/>
                  </a:cubicBezTo>
                  <a:cubicBezTo>
                    <a:pt x="2146" y="170"/>
                    <a:pt x="2147" y="168"/>
                    <a:pt x="2148" y="165"/>
                  </a:cubicBezTo>
                  <a:cubicBezTo>
                    <a:pt x="2148" y="165"/>
                    <a:pt x="2148" y="165"/>
                    <a:pt x="2148" y="165"/>
                  </a:cubicBezTo>
                  <a:cubicBezTo>
                    <a:pt x="2148" y="165"/>
                    <a:pt x="2148" y="165"/>
                    <a:pt x="2148" y="165"/>
                  </a:cubicBezTo>
                  <a:cubicBezTo>
                    <a:pt x="2149" y="165"/>
                    <a:pt x="2149" y="164"/>
                    <a:pt x="2149" y="163"/>
                  </a:cubicBezTo>
                  <a:cubicBezTo>
                    <a:pt x="2149" y="163"/>
                    <a:pt x="2149" y="163"/>
                    <a:pt x="2149" y="163"/>
                  </a:cubicBezTo>
                  <a:cubicBezTo>
                    <a:pt x="2150" y="159"/>
                    <a:pt x="2150" y="154"/>
                    <a:pt x="2150" y="150"/>
                  </a:cubicBezTo>
                  <a:lnTo>
                    <a:pt x="2150" y="149"/>
                  </a:lnTo>
                  <a:close/>
                  <a:moveTo>
                    <a:pt x="1839" y="1094"/>
                  </a:moveTo>
                  <a:cubicBezTo>
                    <a:pt x="1835" y="1100"/>
                    <a:pt x="1831" y="1106"/>
                    <a:pt x="1827" y="1112"/>
                  </a:cubicBezTo>
                  <a:cubicBezTo>
                    <a:pt x="1831" y="1106"/>
                    <a:pt x="1834" y="1099"/>
                    <a:pt x="1839" y="1094"/>
                  </a:cubicBezTo>
                  <a:close/>
                  <a:moveTo>
                    <a:pt x="1702" y="1291"/>
                  </a:moveTo>
                  <a:cubicBezTo>
                    <a:pt x="1702" y="1290"/>
                    <a:pt x="1702" y="1289"/>
                    <a:pt x="1703" y="1289"/>
                  </a:cubicBezTo>
                  <a:cubicBezTo>
                    <a:pt x="1703" y="1288"/>
                    <a:pt x="1703" y="1288"/>
                    <a:pt x="1704" y="1288"/>
                  </a:cubicBezTo>
                  <a:cubicBezTo>
                    <a:pt x="1709" y="1279"/>
                    <a:pt x="1716" y="1271"/>
                    <a:pt x="1723" y="1264"/>
                  </a:cubicBezTo>
                  <a:cubicBezTo>
                    <a:pt x="1717" y="1271"/>
                    <a:pt x="1711" y="1279"/>
                    <a:pt x="1705" y="1286"/>
                  </a:cubicBezTo>
                  <a:cubicBezTo>
                    <a:pt x="1706" y="1285"/>
                    <a:pt x="1707" y="1284"/>
                    <a:pt x="1707" y="1284"/>
                  </a:cubicBezTo>
                  <a:cubicBezTo>
                    <a:pt x="1706" y="1285"/>
                    <a:pt x="1699" y="1295"/>
                    <a:pt x="1702" y="1290"/>
                  </a:cubicBezTo>
                  <a:cubicBezTo>
                    <a:pt x="1702" y="1290"/>
                    <a:pt x="1702" y="1290"/>
                    <a:pt x="1702" y="1291"/>
                  </a:cubicBezTo>
                  <a:close/>
                  <a:moveTo>
                    <a:pt x="1505" y="1483"/>
                  </a:moveTo>
                  <a:cubicBezTo>
                    <a:pt x="1501" y="1488"/>
                    <a:pt x="1496" y="1492"/>
                    <a:pt x="1492" y="1497"/>
                  </a:cubicBezTo>
                  <a:cubicBezTo>
                    <a:pt x="1484" y="1505"/>
                    <a:pt x="1475" y="1513"/>
                    <a:pt x="1467" y="1521"/>
                  </a:cubicBezTo>
                  <a:cubicBezTo>
                    <a:pt x="1477" y="1507"/>
                    <a:pt x="1488" y="1489"/>
                    <a:pt x="1505" y="1483"/>
                  </a:cubicBezTo>
                  <a:close/>
                  <a:moveTo>
                    <a:pt x="834" y="2146"/>
                  </a:moveTo>
                  <a:cubicBezTo>
                    <a:pt x="837" y="2155"/>
                    <a:pt x="838" y="2163"/>
                    <a:pt x="839" y="2172"/>
                  </a:cubicBezTo>
                  <a:cubicBezTo>
                    <a:pt x="838" y="2163"/>
                    <a:pt x="836" y="2155"/>
                    <a:pt x="834" y="2146"/>
                  </a:cubicBezTo>
                  <a:close/>
                  <a:moveTo>
                    <a:pt x="829" y="2149"/>
                  </a:moveTo>
                  <a:cubicBezTo>
                    <a:pt x="829" y="2150"/>
                    <a:pt x="830" y="2151"/>
                    <a:pt x="830" y="2151"/>
                  </a:cubicBezTo>
                  <a:cubicBezTo>
                    <a:pt x="830" y="2151"/>
                    <a:pt x="829" y="2150"/>
                    <a:pt x="829" y="2149"/>
                  </a:cubicBezTo>
                  <a:close/>
                  <a:moveTo>
                    <a:pt x="671" y="2173"/>
                  </a:moveTo>
                  <a:cubicBezTo>
                    <a:pt x="648" y="2166"/>
                    <a:pt x="624" y="2159"/>
                    <a:pt x="600" y="2153"/>
                  </a:cubicBezTo>
                  <a:cubicBezTo>
                    <a:pt x="625" y="2158"/>
                    <a:pt x="654" y="2163"/>
                    <a:pt x="671" y="2173"/>
                  </a:cubicBezTo>
                  <a:close/>
                  <a:moveTo>
                    <a:pt x="389" y="1720"/>
                  </a:moveTo>
                  <a:cubicBezTo>
                    <a:pt x="389" y="1720"/>
                    <a:pt x="390" y="1718"/>
                    <a:pt x="392" y="1717"/>
                  </a:cubicBezTo>
                  <a:cubicBezTo>
                    <a:pt x="392" y="1716"/>
                    <a:pt x="392" y="1716"/>
                    <a:pt x="392" y="1716"/>
                  </a:cubicBezTo>
                  <a:cubicBezTo>
                    <a:pt x="392" y="1716"/>
                    <a:pt x="392" y="1716"/>
                    <a:pt x="392" y="1716"/>
                  </a:cubicBezTo>
                  <a:cubicBezTo>
                    <a:pt x="392" y="1716"/>
                    <a:pt x="393" y="1716"/>
                    <a:pt x="393" y="1715"/>
                  </a:cubicBezTo>
                  <a:cubicBezTo>
                    <a:pt x="393" y="1716"/>
                    <a:pt x="392" y="1716"/>
                    <a:pt x="392" y="1716"/>
                  </a:cubicBezTo>
                  <a:cubicBezTo>
                    <a:pt x="400" y="1709"/>
                    <a:pt x="409" y="1703"/>
                    <a:pt x="419" y="1698"/>
                  </a:cubicBezTo>
                  <a:cubicBezTo>
                    <a:pt x="409" y="1705"/>
                    <a:pt x="399" y="1713"/>
                    <a:pt x="389" y="1720"/>
                  </a:cubicBezTo>
                  <a:cubicBezTo>
                    <a:pt x="389" y="1720"/>
                    <a:pt x="389" y="1720"/>
                    <a:pt x="389" y="1720"/>
                  </a:cubicBezTo>
                  <a:cubicBezTo>
                    <a:pt x="389" y="1720"/>
                    <a:pt x="389" y="1720"/>
                    <a:pt x="388" y="1720"/>
                  </a:cubicBezTo>
                  <a:cubicBezTo>
                    <a:pt x="389" y="1720"/>
                    <a:pt x="389" y="1720"/>
                    <a:pt x="389" y="1720"/>
                  </a:cubicBezTo>
                  <a:close/>
                  <a:moveTo>
                    <a:pt x="325" y="1776"/>
                  </a:move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5" y="1776"/>
                  </a:cubicBezTo>
                  <a:cubicBezTo>
                    <a:pt x="325" y="1776"/>
                    <a:pt x="325" y="1776"/>
                    <a:pt x="326" y="1776"/>
                  </a:cubicBezTo>
                  <a:cubicBezTo>
                    <a:pt x="326" y="1776"/>
                    <a:pt x="326" y="1776"/>
                    <a:pt x="326" y="1776"/>
                  </a:cubicBezTo>
                  <a:cubicBezTo>
                    <a:pt x="326" y="1776"/>
                    <a:pt x="326" y="1776"/>
                    <a:pt x="326" y="1776"/>
                  </a:cubicBezTo>
                  <a:cubicBezTo>
                    <a:pt x="326" y="1776"/>
                    <a:pt x="326" y="1776"/>
                    <a:pt x="326" y="1776"/>
                  </a:cubicBezTo>
                  <a:cubicBezTo>
                    <a:pt x="326" y="1776"/>
                    <a:pt x="326" y="1776"/>
                    <a:pt x="326" y="1776"/>
                  </a:cubicBezTo>
                  <a:cubicBezTo>
                    <a:pt x="326" y="1775"/>
                    <a:pt x="326" y="1775"/>
                    <a:pt x="326" y="1775"/>
                  </a:cubicBezTo>
                  <a:cubicBezTo>
                    <a:pt x="326" y="1776"/>
                    <a:pt x="323" y="1778"/>
                    <a:pt x="321" y="1779"/>
                  </a:cubicBezTo>
                  <a:cubicBezTo>
                    <a:pt x="321" y="1779"/>
                    <a:pt x="321" y="1779"/>
                    <a:pt x="321" y="1779"/>
                  </a:cubicBezTo>
                  <a:cubicBezTo>
                    <a:pt x="321" y="1779"/>
                    <a:pt x="321" y="1779"/>
                    <a:pt x="321" y="1779"/>
                  </a:cubicBezTo>
                  <a:cubicBezTo>
                    <a:pt x="321" y="1779"/>
                    <a:pt x="321" y="1779"/>
                    <a:pt x="321" y="1779"/>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20" y="1780"/>
                  </a:cubicBezTo>
                  <a:cubicBezTo>
                    <a:pt x="320" y="1780"/>
                    <a:pt x="320" y="1780"/>
                    <a:pt x="319" y="1780"/>
                  </a:cubicBezTo>
                  <a:cubicBezTo>
                    <a:pt x="319" y="1780"/>
                    <a:pt x="319" y="1780"/>
                    <a:pt x="319" y="1781"/>
                  </a:cubicBezTo>
                  <a:cubicBezTo>
                    <a:pt x="319" y="1781"/>
                    <a:pt x="319" y="1781"/>
                    <a:pt x="319" y="1781"/>
                  </a:cubicBezTo>
                  <a:cubicBezTo>
                    <a:pt x="319" y="1781"/>
                    <a:pt x="319" y="1781"/>
                    <a:pt x="319" y="1781"/>
                  </a:cubicBezTo>
                  <a:cubicBezTo>
                    <a:pt x="319" y="1781"/>
                    <a:pt x="319" y="1781"/>
                    <a:pt x="319" y="1781"/>
                  </a:cubicBezTo>
                  <a:cubicBezTo>
                    <a:pt x="318" y="1781"/>
                    <a:pt x="318" y="1781"/>
                    <a:pt x="318" y="1781"/>
                  </a:cubicBezTo>
                  <a:cubicBezTo>
                    <a:pt x="304" y="1791"/>
                    <a:pt x="289" y="1801"/>
                    <a:pt x="273" y="1811"/>
                  </a:cubicBezTo>
                  <a:cubicBezTo>
                    <a:pt x="288" y="1799"/>
                    <a:pt x="305" y="1789"/>
                    <a:pt x="322" y="1778"/>
                  </a:cubicBezTo>
                  <a:cubicBezTo>
                    <a:pt x="322" y="1778"/>
                    <a:pt x="322" y="1778"/>
                    <a:pt x="322" y="1778"/>
                  </a:cubicBezTo>
                  <a:cubicBezTo>
                    <a:pt x="322" y="1778"/>
                    <a:pt x="322" y="1778"/>
                    <a:pt x="322" y="1778"/>
                  </a:cubicBezTo>
                  <a:cubicBezTo>
                    <a:pt x="322" y="1778"/>
                    <a:pt x="322" y="1778"/>
                    <a:pt x="323" y="1778"/>
                  </a:cubicBezTo>
                  <a:cubicBezTo>
                    <a:pt x="323" y="1778"/>
                    <a:pt x="323" y="1778"/>
                    <a:pt x="323" y="1778"/>
                  </a:cubicBezTo>
                  <a:cubicBezTo>
                    <a:pt x="323" y="1778"/>
                    <a:pt x="323" y="1778"/>
                    <a:pt x="323" y="1777"/>
                  </a:cubicBezTo>
                  <a:cubicBezTo>
                    <a:pt x="323" y="1777"/>
                    <a:pt x="323" y="1777"/>
                    <a:pt x="323" y="1777"/>
                  </a:cubicBezTo>
                  <a:cubicBezTo>
                    <a:pt x="323" y="1777"/>
                    <a:pt x="323" y="1777"/>
                    <a:pt x="323" y="1777"/>
                  </a:cubicBezTo>
                  <a:cubicBezTo>
                    <a:pt x="328" y="1774"/>
                    <a:pt x="338" y="1767"/>
                    <a:pt x="341" y="1765"/>
                  </a:cubicBezTo>
                  <a:cubicBezTo>
                    <a:pt x="336" y="1769"/>
                    <a:pt x="331" y="1772"/>
                    <a:pt x="325" y="1776"/>
                  </a:cubicBezTo>
                  <a:cubicBezTo>
                    <a:pt x="325" y="1776"/>
                    <a:pt x="325" y="1776"/>
                    <a:pt x="325" y="1776"/>
                  </a:cubicBezTo>
                  <a:cubicBezTo>
                    <a:pt x="325" y="1776"/>
                    <a:pt x="325" y="1776"/>
                    <a:pt x="325" y="1776"/>
                  </a:cubicBezTo>
                  <a:close/>
                  <a:moveTo>
                    <a:pt x="402" y="1738"/>
                  </a:moveTo>
                  <a:cubicBezTo>
                    <a:pt x="401" y="1738"/>
                    <a:pt x="401" y="1738"/>
                    <a:pt x="401" y="1738"/>
                  </a:cubicBezTo>
                  <a:cubicBezTo>
                    <a:pt x="400" y="1739"/>
                    <a:pt x="400" y="1739"/>
                    <a:pt x="400" y="1739"/>
                  </a:cubicBezTo>
                  <a:cubicBezTo>
                    <a:pt x="388" y="1748"/>
                    <a:pt x="376" y="1756"/>
                    <a:pt x="364" y="1765"/>
                  </a:cubicBezTo>
                  <a:cubicBezTo>
                    <a:pt x="376" y="1756"/>
                    <a:pt x="386" y="1738"/>
                    <a:pt x="402" y="1737"/>
                  </a:cubicBezTo>
                  <a:cubicBezTo>
                    <a:pt x="402" y="1737"/>
                    <a:pt x="403" y="1737"/>
                    <a:pt x="403" y="1737"/>
                  </a:cubicBezTo>
                  <a:cubicBezTo>
                    <a:pt x="402" y="1737"/>
                    <a:pt x="402" y="1737"/>
                    <a:pt x="402" y="1738"/>
                  </a:cubicBezTo>
                  <a:close/>
                  <a:moveTo>
                    <a:pt x="435" y="1695"/>
                  </a:moveTo>
                  <a:cubicBezTo>
                    <a:pt x="424" y="1698"/>
                    <a:pt x="362" y="1746"/>
                    <a:pt x="347" y="1755"/>
                  </a:cubicBezTo>
                  <a:cubicBezTo>
                    <a:pt x="379" y="1730"/>
                    <a:pt x="454" y="1675"/>
                    <a:pt x="435" y="1695"/>
                  </a:cubicBezTo>
                  <a:close/>
                  <a:moveTo>
                    <a:pt x="705" y="1563"/>
                  </a:moveTo>
                  <a:cubicBezTo>
                    <a:pt x="705" y="1563"/>
                    <a:pt x="705" y="1561"/>
                    <a:pt x="704" y="1559"/>
                  </a:cubicBezTo>
                  <a:cubicBezTo>
                    <a:pt x="704" y="1559"/>
                    <a:pt x="704" y="1559"/>
                    <a:pt x="704" y="1559"/>
                  </a:cubicBezTo>
                  <a:cubicBezTo>
                    <a:pt x="704" y="1558"/>
                    <a:pt x="704" y="1557"/>
                    <a:pt x="704" y="1557"/>
                  </a:cubicBezTo>
                  <a:cubicBezTo>
                    <a:pt x="703" y="1556"/>
                    <a:pt x="703" y="1556"/>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3" y="1555"/>
                    <a:pt x="703" y="1555"/>
                    <a:pt x="703" y="1555"/>
                  </a:cubicBezTo>
                  <a:cubicBezTo>
                    <a:pt x="700" y="1543"/>
                    <a:pt x="697" y="1530"/>
                    <a:pt x="694" y="1518"/>
                  </a:cubicBezTo>
                  <a:cubicBezTo>
                    <a:pt x="699" y="1533"/>
                    <a:pt x="703" y="1548"/>
                    <a:pt x="705" y="1563"/>
                  </a:cubicBezTo>
                  <a:close/>
                  <a:moveTo>
                    <a:pt x="708" y="1581"/>
                  </a:moveTo>
                  <a:cubicBezTo>
                    <a:pt x="707" y="1574"/>
                    <a:pt x="705" y="1568"/>
                    <a:pt x="703" y="1561"/>
                  </a:cubicBezTo>
                  <a:cubicBezTo>
                    <a:pt x="705" y="1568"/>
                    <a:pt x="707" y="1574"/>
                    <a:pt x="708" y="1581"/>
                  </a:cubicBezTo>
                  <a:close/>
                  <a:moveTo>
                    <a:pt x="720" y="1686"/>
                  </a:moveTo>
                  <a:cubicBezTo>
                    <a:pt x="722" y="1695"/>
                    <a:pt x="723" y="1704"/>
                    <a:pt x="726" y="1712"/>
                  </a:cubicBezTo>
                  <a:cubicBezTo>
                    <a:pt x="723" y="1704"/>
                    <a:pt x="721" y="1695"/>
                    <a:pt x="720" y="1686"/>
                  </a:cubicBezTo>
                  <a:close/>
                  <a:moveTo>
                    <a:pt x="717" y="1664"/>
                  </a:moveTo>
                  <a:cubicBezTo>
                    <a:pt x="717" y="1663"/>
                    <a:pt x="717" y="1662"/>
                    <a:pt x="716" y="1661"/>
                  </a:cubicBezTo>
                  <a:cubicBezTo>
                    <a:pt x="711" y="1649"/>
                    <a:pt x="707" y="1637"/>
                    <a:pt x="707" y="1625"/>
                  </a:cubicBezTo>
                  <a:cubicBezTo>
                    <a:pt x="708" y="1621"/>
                    <a:pt x="708" y="1616"/>
                    <a:pt x="707" y="1613"/>
                  </a:cubicBezTo>
                  <a:cubicBezTo>
                    <a:pt x="707" y="1613"/>
                    <a:pt x="707" y="1613"/>
                    <a:pt x="707" y="1613"/>
                  </a:cubicBezTo>
                  <a:cubicBezTo>
                    <a:pt x="707" y="1612"/>
                    <a:pt x="707" y="1612"/>
                    <a:pt x="707" y="1611"/>
                  </a:cubicBezTo>
                  <a:cubicBezTo>
                    <a:pt x="707" y="1612"/>
                    <a:pt x="706" y="1613"/>
                    <a:pt x="706" y="1616"/>
                  </a:cubicBezTo>
                  <a:cubicBezTo>
                    <a:pt x="706" y="1616"/>
                    <a:pt x="706" y="1615"/>
                    <a:pt x="706" y="1615"/>
                  </a:cubicBezTo>
                  <a:cubicBezTo>
                    <a:pt x="704" y="1606"/>
                    <a:pt x="704" y="1604"/>
                    <a:pt x="706" y="1607"/>
                  </a:cubicBezTo>
                  <a:cubicBezTo>
                    <a:pt x="706" y="1607"/>
                    <a:pt x="706" y="1607"/>
                    <a:pt x="706" y="1607"/>
                  </a:cubicBezTo>
                  <a:cubicBezTo>
                    <a:pt x="706" y="1607"/>
                    <a:pt x="706" y="1606"/>
                    <a:pt x="706" y="1606"/>
                  </a:cubicBezTo>
                  <a:cubicBezTo>
                    <a:pt x="705" y="1603"/>
                    <a:pt x="704" y="1599"/>
                    <a:pt x="703" y="1596"/>
                  </a:cubicBezTo>
                  <a:cubicBezTo>
                    <a:pt x="703" y="1596"/>
                    <a:pt x="703" y="1596"/>
                    <a:pt x="703" y="1595"/>
                  </a:cubicBezTo>
                  <a:cubicBezTo>
                    <a:pt x="701" y="1589"/>
                    <a:pt x="700" y="1583"/>
                    <a:pt x="698" y="1576"/>
                  </a:cubicBezTo>
                  <a:cubicBezTo>
                    <a:pt x="698" y="1576"/>
                    <a:pt x="698" y="1575"/>
                    <a:pt x="698" y="1575"/>
                  </a:cubicBezTo>
                  <a:cubicBezTo>
                    <a:pt x="698" y="1576"/>
                    <a:pt x="698" y="1576"/>
                    <a:pt x="699" y="1577"/>
                  </a:cubicBezTo>
                  <a:cubicBezTo>
                    <a:pt x="705" y="1595"/>
                    <a:pt x="709" y="1613"/>
                    <a:pt x="714" y="1631"/>
                  </a:cubicBezTo>
                  <a:cubicBezTo>
                    <a:pt x="719" y="1652"/>
                    <a:pt x="723" y="1672"/>
                    <a:pt x="728" y="1692"/>
                  </a:cubicBezTo>
                  <a:cubicBezTo>
                    <a:pt x="725" y="1683"/>
                    <a:pt x="721" y="1674"/>
                    <a:pt x="717" y="1664"/>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ubicBezTo>
                    <a:pt x="982" y="1727"/>
                    <a:pt x="981" y="1727"/>
                    <a:pt x="981" y="1727"/>
                  </a:cubicBezTo>
                  <a:cubicBezTo>
                    <a:pt x="981" y="1727"/>
                    <a:pt x="980" y="1728"/>
                    <a:pt x="980"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9" y="1728"/>
                    <a:pt x="979" y="1728"/>
                    <a:pt x="979" y="1728"/>
                  </a:cubicBezTo>
                  <a:cubicBezTo>
                    <a:pt x="978" y="1728"/>
                    <a:pt x="978" y="1728"/>
                    <a:pt x="978" y="1728"/>
                  </a:cubicBezTo>
                  <a:cubicBezTo>
                    <a:pt x="978" y="1728"/>
                    <a:pt x="978" y="1728"/>
                    <a:pt x="978" y="1729"/>
                  </a:cubicBezTo>
                  <a:cubicBezTo>
                    <a:pt x="978" y="1729"/>
                    <a:pt x="978" y="1729"/>
                    <a:pt x="978" y="1729"/>
                  </a:cubicBezTo>
                  <a:cubicBezTo>
                    <a:pt x="978"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7" y="1729"/>
                  </a:cubicBezTo>
                  <a:cubicBezTo>
                    <a:pt x="977" y="1729"/>
                    <a:pt x="977"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6" y="1729"/>
                    <a:pt x="976" y="1729"/>
                    <a:pt x="976"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29"/>
                    <a:pt x="975" y="1729"/>
                    <a:pt x="975" y="1729"/>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5" y="1730"/>
                  </a:cubicBezTo>
                  <a:cubicBezTo>
                    <a:pt x="975" y="1730"/>
                    <a:pt x="975" y="1730"/>
                    <a:pt x="974" y="1730"/>
                  </a:cubicBezTo>
                  <a:cubicBezTo>
                    <a:pt x="974" y="1730"/>
                    <a:pt x="974" y="1730"/>
                    <a:pt x="974" y="1730"/>
                  </a:cubicBezTo>
                  <a:cubicBezTo>
                    <a:pt x="974" y="1730"/>
                    <a:pt x="974" y="1730"/>
                    <a:pt x="973" y="1730"/>
                  </a:cubicBezTo>
                  <a:cubicBezTo>
                    <a:pt x="973" y="1730"/>
                    <a:pt x="973" y="1730"/>
                    <a:pt x="973" y="1730"/>
                  </a:cubicBezTo>
                  <a:cubicBezTo>
                    <a:pt x="975" y="1729"/>
                    <a:pt x="1029" y="1703"/>
                    <a:pt x="1040" y="1699"/>
                  </a:cubicBezTo>
                  <a:cubicBezTo>
                    <a:pt x="1022" y="1711"/>
                    <a:pt x="1002" y="1719"/>
                    <a:pt x="982" y="1727"/>
                  </a:cubicBezTo>
                  <a:close/>
                  <a:moveTo>
                    <a:pt x="1053" y="1690"/>
                  </a:moveTo>
                  <a:cubicBezTo>
                    <a:pt x="1053" y="1690"/>
                    <a:pt x="1053" y="1690"/>
                    <a:pt x="1053" y="1690"/>
                  </a:cubicBezTo>
                  <a:cubicBezTo>
                    <a:pt x="1053" y="1690"/>
                    <a:pt x="1053" y="1690"/>
                    <a:pt x="1053" y="1690"/>
                  </a:cubicBezTo>
                  <a:cubicBezTo>
                    <a:pt x="1053" y="1690"/>
                    <a:pt x="1053" y="1690"/>
                    <a:pt x="1053" y="1690"/>
                  </a:cubicBezTo>
                  <a:cubicBezTo>
                    <a:pt x="1053" y="1690"/>
                    <a:pt x="1053" y="1690"/>
                    <a:pt x="1053" y="1690"/>
                  </a:cubicBezTo>
                  <a:close/>
                  <a:moveTo>
                    <a:pt x="1053" y="1689"/>
                  </a:moveTo>
                  <a:cubicBezTo>
                    <a:pt x="1053" y="1689"/>
                    <a:pt x="1053" y="1689"/>
                    <a:pt x="1053" y="1689"/>
                  </a:cubicBezTo>
                  <a:cubicBezTo>
                    <a:pt x="1053" y="1689"/>
                    <a:pt x="1053" y="1689"/>
                    <a:pt x="1053" y="1689"/>
                  </a:cubicBezTo>
                  <a:cubicBezTo>
                    <a:pt x="1053" y="1689"/>
                    <a:pt x="1053" y="1689"/>
                    <a:pt x="1053" y="1689"/>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4" y="1689"/>
                    <a:pt x="1054" y="1689"/>
                    <a:pt x="1054" y="1689"/>
                  </a:cubicBezTo>
                  <a:cubicBezTo>
                    <a:pt x="1053" y="1689"/>
                    <a:pt x="1053" y="1689"/>
                    <a:pt x="1053" y="1689"/>
                  </a:cubicBezTo>
                  <a:close/>
                  <a:moveTo>
                    <a:pt x="1059" y="1686"/>
                  </a:moveTo>
                  <a:cubicBezTo>
                    <a:pt x="1059" y="1686"/>
                    <a:pt x="1059" y="1686"/>
                    <a:pt x="1059" y="1686"/>
                  </a:cubicBezTo>
                  <a:cubicBezTo>
                    <a:pt x="1059" y="1686"/>
                    <a:pt x="1059" y="1686"/>
                    <a:pt x="1059" y="1687"/>
                  </a:cubicBezTo>
                  <a:cubicBezTo>
                    <a:pt x="1059" y="1687"/>
                    <a:pt x="1059" y="1687"/>
                    <a:pt x="1059" y="1687"/>
                  </a:cubicBezTo>
                  <a:cubicBezTo>
                    <a:pt x="1059" y="1687"/>
                    <a:pt x="1059" y="1687"/>
                    <a:pt x="1059" y="1687"/>
                  </a:cubicBezTo>
                  <a:cubicBezTo>
                    <a:pt x="1059"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8" y="1687"/>
                    <a:pt x="1058" y="1687"/>
                    <a:pt x="1058" y="1687"/>
                  </a:cubicBezTo>
                  <a:cubicBezTo>
                    <a:pt x="1057" y="1687"/>
                    <a:pt x="1057" y="1688"/>
                    <a:pt x="1056" y="1688"/>
                  </a:cubicBezTo>
                  <a:cubicBezTo>
                    <a:pt x="1056" y="1688"/>
                    <a:pt x="1056" y="1688"/>
                    <a:pt x="1056" y="1688"/>
                  </a:cubicBezTo>
                  <a:cubicBezTo>
                    <a:pt x="1056" y="1688"/>
                    <a:pt x="1056" y="1688"/>
                    <a:pt x="1056" y="1688"/>
                  </a:cubicBezTo>
                  <a:cubicBezTo>
                    <a:pt x="1056" y="1688"/>
                    <a:pt x="1056" y="1688"/>
                    <a:pt x="1056" y="1688"/>
                  </a:cubicBezTo>
                  <a:cubicBezTo>
                    <a:pt x="1055" y="1688"/>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4" y="1689"/>
                    <a:pt x="1054" y="1689"/>
                    <a:pt x="1054" y="1689"/>
                  </a:cubicBezTo>
                  <a:cubicBezTo>
                    <a:pt x="1055" y="1689"/>
                    <a:pt x="1055" y="1688"/>
                    <a:pt x="1055" y="1688"/>
                  </a:cubicBezTo>
                  <a:cubicBezTo>
                    <a:pt x="1056" y="1688"/>
                    <a:pt x="1056" y="1688"/>
                    <a:pt x="1056" y="1688"/>
                  </a:cubicBezTo>
                  <a:cubicBezTo>
                    <a:pt x="1056" y="1688"/>
                    <a:pt x="1056" y="1688"/>
                    <a:pt x="1056" y="1688"/>
                  </a:cubicBezTo>
                  <a:cubicBezTo>
                    <a:pt x="1057" y="1688"/>
                    <a:pt x="1057" y="1687"/>
                    <a:pt x="1057" y="1687"/>
                  </a:cubicBezTo>
                  <a:cubicBezTo>
                    <a:pt x="1057" y="1687"/>
                    <a:pt x="1058" y="1687"/>
                    <a:pt x="1058" y="1687"/>
                  </a:cubicBezTo>
                  <a:cubicBezTo>
                    <a:pt x="1058" y="1687"/>
                    <a:pt x="1059" y="1686"/>
                    <a:pt x="1059" y="1686"/>
                  </a:cubicBezTo>
                  <a:cubicBezTo>
                    <a:pt x="1060" y="1686"/>
                    <a:pt x="1060" y="1686"/>
                    <a:pt x="1060" y="1686"/>
                  </a:cubicBezTo>
                  <a:cubicBezTo>
                    <a:pt x="1060" y="1686"/>
                    <a:pt x="1060" y="1686"/>
                    <a:pt x="1060" y="1686"/>
                  </a:cubicBezTo>
                  <a:cubicBezTo>
                    <a:pt x="1060" y="1686"/>
                    <a:pt x="1060" y="1686"/>
                    <a:pt x="1060" y="1686"/>
                  </a:cubicBezTo>
                  <a:cubicBezTo>
                    <a:pt x="1061" y="1685"/>
                    <a:pt x="1062" y="1685"/>
                    <a:pt x="1062" y="1684"/>
                  </a:cubicBezTo>
                  <a:cubicBezTo>
                    <a:pt x="1062" y="1685"/>
                    <a:pt x="1061" y="1685"/>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60" y="1686"/>
                    <a:pt x="1060" y="1686"/>
                  </a:cubicBezTo>
                  <a:cubicBezTo>
                    <a:pt x="1060" y="1686"/>
                    <a:pt x="1059" y="1686"/>
                    <a:pt x="1059" y="1686"/>
                  </a:cubicBezTo>
                  <a:close/>
                  <a:moveTo>
                    <a:pt x="1110" y="1661"/>
                  </a:moveTo>
                  <a:cubicBezTo>
                    <a:pt x="1106" y="1663"/>
                    <a:pt x="1095" y="1669"/>
                    <a:pt x="1085" y="1674"/>
                  </a:cubicBezTo>
                  <a:cubicBezTo>
                    <a:pt x="1083" y="1675"/>
                    <a:pt x="1081" y="1677"/>
                    <a:pt x="1079" y="1678"/>
                  </a:cubicBezTo>
                  <a:cubicBezTo>
                    <a:pt x="1080" y="1677"/>
                    <a:pt x="1082" y="1676"/>
                    <a:pt x="1083" y="1675"/>
                  </a:cubicBezTo>
                  <a:cubicBezTo>
                    <a:pt x="1078" y="1677"/>
                    <a:pt x="1073" y="1680"/>
                    <a:pt x="1069" y="1682"/>
                  </a:cubicBezTo>
                  <a:cubicBezTo>
                    <a:pt x="1068" y="1683"/>
                    <a:pt x="1067" y="1683"/>
                    <a:pt x="1066" y="1683"/>
                  </a:cubicBezTo>
                  <a:cubicBezTo>
                    <a:pt x="1066" y="1683"/>
                    <a:pt x="1066" y="1683"/>
                    <a:pt x="1066" y="1683"/>
                  </a:cubicBezTo>
                  <a:cubicBezTo>
                    <a:pt x="1062" y="1685"/>
                    <a:pt x="1060" y="1686"/>
                    <a:pt x="1060" y="1686"/>
                  </a:cubicBezTo>
                  <a:cubicBezTo>
                    <a:pt x="1060" y="1686"/>
                    <a:pt x="1062" y="1685"/>
                    <a:pt x="1065" y="1683"/>
                  </a:cubicBezTo>
                  <a:cubicBezTo>
                    <a:pt x="1065" y="1683"/>
                    <a:pt x="1065" y="1683"/>
                    <a:pt x="1065" y="1683"/>
                  </a:cubicBezTo>
                  <a:cubicBezTo>
                    <a:pt x="1065" y="1683"/>
                    <a:pt x="1065" y="1683"/>
                    <a:pt x="1065" y="1683"/>
                  </a:cubicBezTo>
                  <a:cubicBezTo>
                    <a:pt x="1064" y="1683"/>
                    <a:pt x="1064" y="1684"/>
                    <a:pt x="1063" y="1684"/>
                  </a:cubicBezTo>
                  <a:cubicBezTo>
                    <a:pt x="1064" y="1684"/>
                    <a:pt x="1064" y="1683"/>
                    <a:pt x="1065" y="1683"/>
                  </a:cubicBezTo>
                  <a:cubicBezTo>
                    <a:pt x="1063" y="1682"/>
                    <a:pt x="1060" y="1681"/>
                    <a:pt x="1042" y="1690"/>
                  </a:cubicBezTo>
                  <a:cubicBezTo>
                    <a:pt x="1060" y="1680"/>
                    <a:pt x="1080" y="1673"/>
                    <a:pt x="1098" y="1663"/>
                  </a:cubicBezTo>
                  <a:cubicBezTo>
                    <a:pt x="1093" y="1667"/>
                    <a:pt x="1088" y="1671"/>
                    <a:pt x="1083" y="1675"/>
                  </a:cubicBezTo>
                  <a:cubicBezTo>
                    <a:pt x="1084" y="1675"/>
                    <a:pt x="1084" y="1674"/>
                    <a:pt x="1085" y="1674"/>
                  </a:cubicBezTo>
                  <a:cubicBezTo>
                    <a:pt x="1093" y="1668"/>
                    <a:pt x="1101" y="1662"/>
                    <a:pt x="1110" y="1660"/>
                  </a:cubicBezTo>
                  <a:cubicBezTo>
                    <a:pt x="1111" y="1660"/>
                    <a:pt x="1112" y="1660"/>
                    <a:pt x="1113" y="1660"/>
                  </a:cubicBezTo>
                  <a:cubicBezTo>
                    <a:pt x="1113" y="1660"/>
                    <a:pt x="1112" y="1660"/>
                    <a:pt x="1110" y="1661"/>
                  </a:cubicBezTo>
                  <a:close/>
                  <a:moveTo>
                    <a:pt x="1478" y="1400"/>
                  </a:move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8" y="1400"/>
                  </a:cubicBezTo>
                  <a:cubicBezTo>
                    <a:pt x="1478" y="1400"/>
                    <a:pt x="1478" y="1400"/>
                    <a:pt x="1477" y="1400"/>
                  </a:cubicBezTo>
                  <a:cubicBezTo>
                    <a:pt x="1477" y="1400"/>
                    <a:pt x="1477" y="1400"/>
                    <a:pt x="1477" y="1400"/>
                  </a:cubicBezTo>
                  <a:cubicBezTo>
                    <a:pt x="1476" y="1401"/>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5" y="1402"/>
                    <a:pt x="1475" y="1402"/>
                    <a:pt x="1475" y="1402"/>
                  </a:cubicBezTo>
                  <a:cubicBezTo>
                    <a:pt x="1476" y="1401"/>
                    <a:pt x="1476" y="1401"/>
                    <a:pt x="1476" y="1401"/>
                  </a:cubicBezTo>
                  <a:cubicBezTo>
                    <a:pt x="1464" y="1410"/>
                    <a:pt x="1451" y="1420"/>
                    <a:pt x="1439" y="1429"/>
                  </a:cubicBezTo>
                  <a:cubicBezTo>
                    <a:pt x="1454" y="1410"/>
                    <a:pt x="1476" y="1399"/>
                    <a:pt x="1494" y="1384"/>
                  </a:cubicBezTo>
                  <a:cubicBezTo>
                    <a:pt x="1487" y="1390"/>
                    <a:pt x="1479" y="1398"/>
                    <a:pt x="1478" y="1400"/>
                  </a:cubicBezTo>
                  <a:close/>
                  <a:moveTo>
                    <a:pt x="1494" y="1383"/>
                  </a:moveTo>
                  <a:cubicBezTo>
                    <a:pt x="1498" y="1380"/>
                    <a:pt x="1502" y="1376"/>
                    <a:pt x="1503" y="1375"/>
                  </a:cubicBezTo>
                  <a:cubicBezTo>
                    <a:pt x="1501" y="1378"/>
                    <a:pt x="1498" y="1381"/>
                    <a:pt x="1494" y="1383"/>
                  </a:cubicBezTo>
                  <a:close/>
                  <a:moveTo>
                    <a:pt x="1609" y="1300"/>
                  </a:moveTo>
                  <a:cubicBezTo>
                    <a:pt x="1609" y="1299"/>
                    <a:pt x="1610" y="1299"/>
                    <a:pt x="1610" y="1299"/>
                  </a:cubicBezTo>
                  <a:cubicBezTo>
                    <a:pt x="1610" y="1299"/>
                    <a:pt x="1610" y="1299"/>
                    <a:pt x="1610" y="1299"/>
                  </a:cubicBezTo>
                  <a:cubicBezTo>
                    <a:pt x="1610" y="1299"/>
                    <a:pt x="1610" y="1299"/>
                    <a:pt x="1610" y="1299"/>
                  </a:cubicBezTo>
                  <a:cubicBezTo>
                    <a:pt x="1610" y="1299"/>
                    <a:pt x="1610" y="1299"/>
                    <a:pt x="1609" y="1300"/>
                  </a:cubicBezTo>
                  <a:close/>
                  <a:moveTo>
                    <a:pt x="1612" y="1296"/>
                  </a:moveTo>
                  <a:cubicBezTo>
                    <a:pt x="1612" y="1296"/>
                    <a:pt x="1613" y="1296"/>
                    <a:pt x="1613" y="1296"/>
                  </a:cubicBezTo>
                  <a:cubicBezTo>
                    <a:pt x="1613" y="1295"/>
                    <a:pt x="1613" y="1295"/>
                    <a:pt x="1614" y="1295"/>
                  </a:cubicBezTo>
                  <a:cubicBezTo>
                    <a:pt x="1613" y="1295"/>
                    <a:pt x="1613" y="1296"/>
                    <a:pt x="1612" y="1296"/>
                  </a:cubicBezTo>
                  <a:close/>
                  <a:moveTo>
                    <a:pt x="1614" y="1295"/>
                  </a:moveTo>
                  <a:cubicBezTo>
                    <a:pt x="1614" y="1295"/>
                    <a:pt x="1614" y="1295"/>
                    <a:pt x="1614" y="1295"/>
                  </a:cubicBezTo>
                  <a:cubicBezTo>
                    <a:pt x="1614" y="1294"/>
                    <a:pt x="1615" y="1294"/>
                    <a:pt x="1615" y="1293"/>
                  </a:cubicBezTo>
                  <a:cubicBezTo>
                    <a:pt x="1615" y="1294"/>
                    <a:pt x="1614" y="1294"/>
                    <a:pt x="1614" y="1295"/>
                  </a:cubicBezTo>
                  <a:close/>
                  <a:moveTo>
                    <a:pt x="1616" y="1292"/>
                  </a:moveTo>
                  <a:cubicBezTo>
                    <a:pt x="1616" y="1292"/>
                    <a:pt x="1616" y="1293"/>
                    <a:pt x="1615" y="1293"/>
                  </a:cubicBezTo>
                  <a:cubicBezTo>
                    <a:pt x="1616" y="1292"/>
                    <a:pt x="1616" y="1292"/>
                    <a:pt x="1617" y="1291"/>
                  </a:cubicBezTo>
                  <a:cubicBezTo>
                    <a:pt x="1617" y="1291"/>
                    <a:pt x="1617" y="1291"/>
                    <a:pt x="1617" y="1291"/>
                  </a:cubicBezTo>
                  <a:cubicBezTo>
                    <a:pt x="1617" y="1291"/>
                    <a:pt x="1617" y="1292"/>
                    <a:pt x="1616" y="1292"/>
                  </a:cubicBezTo>
                  <a:close/>
                  <a:moveTo>
                    <a:pt x="1617" y="1291"/>
                  </a:moveTo>
                  <a:cubicBezTo>
                    <a:pt x="1617" y="1291"/>
                    <a:pt x="1617" y="1291"/>
                    <a:pt x="1617" y="1291"/>
                  </a:cubicBezTo>
                  <a:cubicBezTo>
                    <a:pt x="1617" y="1291"/>
                    <a:pt x="1617" y="1291"/>
                    <a:pt x="1618" y="1291"/>
                  </a:cubicBezTo>
                  <a:cubicBezTo>
                    <a:pt x="1617" y="1291"/>
                    <a:pt x="1617" y="1291"/>
                    <a:pt x="1617" y="1291"/>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19" y="1289"/>
                  </a:moveTo>
                  <a:cubicBezTo>
                    <a:pt x="1619" y="1289"/>
                    <a:pt x="1619" y="1289"/>
                    <a:pt x="1619" y="1289"/>
                  </a:cubicBezTo>
                  <a:cubicBezTo>
                    <a:pt x="1619" y="1289"/>
                    <a:pt x="1619" y="1289"/>
                    <a:pt x="1619" y="1289"/>
                  </a:cubicBezTo>
                  <a:cubicBezTo>
                    <a:pt x="1620" y="1289"/>
                    <a:pt x="1620" y="1289"/>
                    <a:pt x="1620" y="1289"/>
                  </a:cubicBezTo>
                  <a:cubicBezTo>
                    <a:pt x="1619" y="1289"/>
                    <a:pt x="1619" y="1289"/>
                    <a:pt x="1619" y="1289"/>
                  </a:cubicBezTo>
                  <a:close/>
                  <a:moveTo>
                    <a:pt x="1620" y="1288"/>
                  </a:moveTo>
                  <a:cubicBezTo>
                    <a:pt x="1620" y="1288"/>
                    <a:pt x="1620" y="1288"/>
                    <a:pt x="1620" y="1288"/>
                  </a:cubicBezTo>
                  <a:cubicBezTo>
                    <a:pt x="1620" y="1288"/>
                    <a:pt x="1620" y="1288"/>
                    <a:pt x="1620" y="1288"/>
                  </a:cubicBezTo>
                  <a:cubicBezTo>
                    <a:pt x="1620" y="1288"/>
                    <a:pt x="1620" y="1288"/>
                    <a:pt x="1620" y="1288"/>
                  </a:cubicBezTo>
                  <a:cubicBezTo>
                    <a:pt x="1620" y="1288"/>
                    <a:pt x="1621" y="1287"/>
                    <a:pt x="1621" y="1287"/>
                  </a:cubicBezTo>
                  <a:cubicBezTo>
                    <a:pt x="1621" y="1287"/>
                    <a:pt x="1621" y="1287"/>
                    <a:pt x="1621" y="1287"/>
                  </a:cubicBezTo>
                  <a:cubicBezTo>
                    <a:pt x="1621" y="1287"/>
                    <a:pt x="1621" y="1287"/>
                    <a:pt x="1620" y="1288"/>
                  </a:cubicBezTo>
                  <a:close/>
                  <a:moveTo>
                    <a:pt x="1625" y="1283"/>
                  </a:moveTo>
                  <a:cubicBezTo>
                    <a:pt x="1625" y="1283"/>
                    <a:pt x="1625" y="1283"/>
                    <a:pt x="1624"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ubicBezTo>
                    <a:pt x="1625" y="1283"/>
                    <a:pt x="1625" y="1283"/>
                    <a:pt x="1625" y="1283"/>
                  </a:cubicBezTo>
                  <a:close/>
                  <a:moveTo>
                    <a:pt x="1626" y="1282"/>
                  </a:moveTo>
                  <a:cubicBezTo>
                    <a:pt x="1626" y="1282"/>
                    <a:pt x="1626" y="1282"/>
                    <a:pt x="1626" y="1282"/>
                  </a:cubicBezTo>
                  <a:cubicBezTo>
                    <a:pt x="1626" y="1282"/>
                    <a:pt x="1626" y="1282"/>
                    <a:pt x="1626" y="1282"/>
                  </a:cubicBezTo>
                  <a:cubicBezTo>
                    <a:pt x="1626" y="1282"/>
                    <a:pt x="1626" y="1282"/>
                    <a:pt x="1626" y="1282"/>
                  </a:cubicBezTo>
                  <a:close/>
                  <a:moveTo>
                    <a:pt x="2015" y="648"/>
                  </a:moveTo>
                  <a:cubicBezTo>
                    <a:pt x="2015" y="648"/>
                    <a:pt x="2013" y="653"/>
                    <a:pt x="2014" y="651"/>
                  </a:cubicBezTo>
                  <a:cubicBezTo>
                    <a:pt x="2011" y="657"/>
                    <a:pt x="2009" y="664"/>
                    <a:pt x="2006" y="670"/>
                  </a:cubicBezTo>
                  <a:cubicBezTo>
                    <a:pt x="2009" y="661"/>
                    <a:pt x="2013" y="652"/>
                    <a:pt x="2016" y="643"/>
                  </a:cubicBezTo>
                  <a:cubicBezTo>
                    <a:pt x="2012" y="650"/>
                    <a:pt x="2008" y="656"/>
                    <a:pt x="2002" y="663"/>
                  </a:cubicBezTo>
                  <a:cubicBezTo>
                    <a:pt x="2009" y="647"/>
                    <a:pt x="2017" y="632"/>
                    <a:pt x="2022" y="616"/>
                  </a:cubicBezTo>
                  <a:cubicBezTo>
                    <a:pt x="2020" y="621"/>
                    <a:pt x="2021" y="619"/>
                    <a:pt x="2026" y="605"/>
                  </a:cubicBezTo>
                  <a:cubicBezTo>
                    <a:pt x="2025" y="609"/>
                    <a:pt x="2024" y="613"/>
                    <a:pt x="2022" y="616"/>
                  </a:cubicBezTo>
                  <a:cubicBezTo>
                    <a:pt x="2026" y="607"/>
                    <a:pt x="2041" y="571"/>
                    <a:pt x="2042" y="569"/>
                  </a:cubicBezTo>
                  <a:cubicBezTo>
                    <a:pt x="2037" y="595"/>
                    <a:pt x="2025" y="627"/>
                    <a:pt x="2015" y="648"/>
                  </a:cubicBezTo>
                  <a:cubicBezTo>
                    <a:pt x="2015" y="648"/>
                    <a:pt x="2015" y="648"/>
                    <a:pt x="2015" y="648"/>
                  </a:cubicBezTo>
                  <a:close/>
                  <a:moveTo>
                    <a:pt x="2083" y="507"/>
                  </a:moveTo>
                  <a:cubicBezTo>
                    <a:pt x="2086" y="496"/>
                    <a:pt x="2090" y="485"/>
                    <a:pt x="2094" y="475"/>
                  </a:cubicBezTo>
                  <a:cubicBezTo>
                    <a:pt x="2092" y="486"/>
                    <a:pt x="2088" y="496"/>
                    <a:pt x="2083" y="507"/>
                  </a:cubicBezTo>
                  <a:close/>
                  <a:moveTo>
                    <a:pt x="2111" y="362"/>
                  </a:moveTo>
                  <a:cubicBezTo>
                    <a:pt x="2111" y="362"/>
                    <a:pt x="2111" y="363"/>
                    <a:pt x="2111" y="363"/>
                  </a:cubicBezTo>
                  <a:cubicBezTo>
                    <a:pt x="2111" y="362"/>
                    <a:pt x="2111" y="362"/>
                    <a:pt x="2111" y="362"/>
                  </a:cubicBezTo>
                  <a:cubicBezTo>
                    <a:pt x="2111" y="363"/>
                    <a:pt x="2110" y="363"/>
                    <a:pt x="2110" y="364"/>
                  </a:cubicBezTo>
                  <a:cubicBezTo>
                    <a:pt x="2110" y="364"/>
                    <a:pt x="2110" y="364"/>
                    <a:pt x="2110" y="364"/>
                  </a:cubicBezTo>
                  <a:cubicBezTo>
                    <a:pt x="2110" y="365"/>
                    <a:pt x="2110" y="366"/>
                    <a:pt x="2109" y="366"/>
                  </a:cubicBezTo>
                  <a:cubicBezTo>
                    <a:pt x="2107" y="374"/>
                    <a:pt x="2104" y="382"/>
                    <a:pt x="2101" y="390"/>
                  </a:cubicBezTo>
                  <a:cubicBezTo>
                    <a:pt x="2103" y="380"/>
                    <a:pt x="2107" y="371"/>
                    <a:pt x="2109" y="365"/>
                  </a:cubicBezTo>
                  <a:cubicBezTo>
                    <a:pt x="2109" y="365"/>
                    <a:pt x="2109" y="365"/>
                    <a:pt x="2109" y="365"/>
                  </a:cubicBezTo>
                  <a:cubicBezTo>
                    <a:pt x="2109" y="365"/>
                    <a:pt x="2109" y="365"/>
                    <a:pt x="2109" y="365"/>
                  </a:cubicBezTo>
                  <a:cubicBezTo>
                    <a:pt x="2109" y="365"/>
                    <a:pt x="2109" y="365"/>
                    <a:pt x="2109" y="365"/>
                  </a:cubicBezTo>
                  <a:cubicBezTo>
                    <a:pt x="2110" y="354"/>
                    <a:pt x="2111" y="354"/>
                    <a:pt x="2111" y="356"/>
                  </a:cubicBezTo>
                  <a:cubicBezTo>
                    <a:pt x="2111" y="355"/>
                    <a:pt x="2112" y="354"/>
                    <a:pt x="2112" y="354"/>
                  </a:cubicBezTo>
                  <a:cubicBezTo>
                    <a:pt x="2112" y="357"/>
                    <a:pt x="2111" y="360"/>
                    <a:pt x="2111" y="361"/>
                  </a:cubicBezTo>
                  <a:cubicBezTo>
                    <a:pt x="2113" y="359"/>
                    <a:pt x="2113" y="358"/>
                    <a:pt x="2113" y="358"/>
                  </a:cubicBezTo>
                  <a:cubicBezTo>
                    <a:pt x="2113" y="358"/>
                    <a:pt x="2113" y="359"/>
                    <a:pt x="2111" y="362"/>
                  </a:cubicBezTo>
                  <a:close/>
                  <a:moveTo>
                    <a:pt x="2133" y="359"/>
                  </a:moveTo>
                  <a:cubicBezTo>
                    <a:pt x="2137" y="332"/>
                    <a:pt x="2141" y="305"/>
                    <a:pt x="2144" y="278"/>
                  </a:cubicBezTo>
                  <a:cubicBezTo>
                    <a:pt x="2142" y="296"/>
                    <a:pt x="2135" y="314"/>
                    <a:pt x="2132" y="332"/>
                  </a:cubicBezTo>
                  <a:cubicBezTo>
                    <a:pt x="2131" y="341"/>
                    <a:pt x="2131" y="350"/>
                    <a:pt x="2133" y="359"/>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0" y="362"/>
                  </a:move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ubicBezTo>
                    <a:pt x="2111" y="359"/>
                    <a:pt x="2111" y="360"/>
                    <a:pt x="2110" y="362"/>
                  </a:cubicBezTo>
                  <a:close/>
                  <a:moveTo>
                    <a:pt x="2081" y="520"/>
                  </a:moveTo>
                  <a:cubicBezTo>
                    <a:pt x="2078" y="528"/>
                    <a:pt x="2074" y="537"/>
                    <a:pt x="2071" y="545"/>
                  </a:cubicBezTo>
                  <a:cubicBezTo>
                    <a:pt x="2070" y="547"/>
                    <a:pt x="2070" y="549"/>
                    <a:pt x="2070" y="551"/>
                  </a:cubicBezTo>
                  <a:cubicBezTo>
                    <a:pt x="2079" y="550"/>
                    <a:pt x="2079" y="527"/>
                    <a:pt x="2081" y="520"/>
                  </a:cubicBezTo>
                  <a:close/>
                  <a:moveTo>
                    <a:pt x="1972" y="797"/>
                  </a:moveTo>
                  <a:cubicBezTo>
                    <a:pt x="1970" y="800"/>
                    <a:pt x="1969" y="803"/>
                    <a:pt x="1967" y="806"/>
                  </a:cubicBezTo>
                  <a:cubicBezTo>
                    <a:pt x="1968" y="806"/>
                    <a:pt x="1969" y="804"/>
                    <a:pt x="1972" y="797"/>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9" y="1382"/>
                  </a:moveTo>
                  <a:cubicBezTo>
                    <a:pt x="1527" y="1384"/>
                    <a:pt x="1524" y="1387"/>
                    <a:pt x="1522" y="1388"/>
                  </a:cubicBezTo>
                  <a:cubicBezTo>
                    <a:pt x="1523" y="1391"/>
                    <a:pt x="1526" y="1389"/>
                    <a:pt x="1529" y="1382"/>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399"/>
                  </a:moveTo>
                  <a:cubicBezTo>
                    <a:pt x="1478" y="1399"/>
                    <a:pt x="1478" y="1399"/>
                    <a:pt x="1478" y="1400"/>
                  </a:cubicBez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lose/>
                  <a:moveTo>
                    <a:pt x="1397" y="1567"/>
                  </a:moveTo>
                  <a:cubicBezTo>
                    <a:pt x="1398" y="1566"/>
                    <a:pt x="1400" y="1565"/>
                    <a:pt x="1401" y="1564"/>
                  </a:cubicBezTo>
                  <a:cubicBezTo>
                    <a:pt x="1399" y="1565"/>
                    <a:pt x="1398" y="1566"/>
                    <a:pt x="1397" y="1567"/>
                  </a:cubicBezTo>
                  <a:close/>
                  <a:moveTo>
                    <a:pt x="1350" y="1521"/>
                  </a:move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ubicBezTo>
                    <a:pt x="1361" y="1514"/>
                    <a:pt x="1370" y="1508"/>
                    <a:pt x="1378" y="1501"/>
                  </a:cubicBezTo>
                  <a:cubicBezTo>
                    <a:pt x="1369" y="1508"/>
                    <a:pt x="1360" y="1515"/>
                    <a:pt x="1350" y="1521"/>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ubicBezTo>
                    <a:pt x="1074" y="1678"/>
                    <a:pt x="1074" y="1678"/>
                    <a:pt x="1074" y="167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ubicBezTo>
                    <a:pt x="929"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5" y="2220"/>
                  </a:move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lose/>
                  <a:moveTo>
                    <a:pt x="816" y="2179"/>
                  </a:moveTo>
                  <a:cubicBezTo>
                    <a:pt x="815" y="2175"/>
                    <a:pt x="815" y="2171"/>
                    <a:pt x="814" y="2167"/>
                  </a:cubicBezTo>
                  <a:cubicBezTo>
                    <a:pt x="814" y="2171"/>
                    <a:pt x="815" y="2175"/>
                    <a:pt x="816" y="2179"/>
                  </a:cubicBezTo>
                  <a:close/>
                  <a:moveTo>
                    <a:pt x="806" y="1921"/>
                  </a:moveTo>
                  <a:cubicBezTo>
                    <a:pt x="806" y="1921"/>
                    <a:pt x="807" y="1921"/>
                    <a:pt x="807" y="1921"/>
                  </a:cubicBezTo>
                  <a:cubicBezTo>
                    <a:pt x="818" y="1911"/>
                    <a:pt x="835" y="1904"/>
                    <a:pt x="856" y="1896"/>
                  </a:cubicBezTo>
                  <a:cubicBezTo>
                    <a:pt x="833" y="1901"/>
                    <a:pt x="812" y="1909"/>
                    <a:pt x="802" y="1926"/>
                  </a:cubicBezTo>
                  <a:cubicBezTo>
                    <a:pt x="801" y="1926"/>
                    <a:pt x="801" y="1927"/>
                    <a:pt x="801" y="1928"/>
                  </a:cubicBezTo>
                  <a:cubicBezTo>
                    <a:pt x="802" y="1926"/>
                    <a:pt x="804" y="1924"/>
                    <a:pt x="806" y="1922"/>
                  </a:cubicBezTo>
                  <a:cubicBezTo>
                    <a:pt x="806" y="1922"/>
                    <a:pt x="806" y="1921"/>
                    <a:pt x="806" y="1921"/>
                  </a:cubicBezTo>
                  <a:close/>
                  <a:moveTo>
                    <a:pt x="755" y="1824"/>
                  </a:moveTo>
                  <a:cubicBezTo>
                    <a:pt x="755" y="1832"/>
                    <a:pt x="762" y="1831"/>
                    <a:pt x="769" y="1829"/>
                  </a:cubicBezTo>
                  <a:cubicBezTo>
                    <a:pt x="762" y="1829"/>
                    <a:pt x="757" y="1827"/>
                    <a:pt x="755" y="1824"/>
                  </a:cubicBezTo>
                  <a:close/>
                  <a:moveTo>
                    <a:pt x="746" y="2190"/>
                  </a:moveTo>
                  <a:cubicBezTo>
                    <a:pt x="740" y="2188"/>
                    <a:pt x="734" y="2186"/>
                    <a:pt x="728" y="2185"/>
                  </a:cubicBezTo>
                  <a:cubicBezTo>
                    <a:pt x="734" y="2187"/>
                    <a:pt x="740" y="2188"/>
                    <a:pt x="746" y="2190"/>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1"/>
                  </a:moveTo>
                  <a:cubicBezTo>
                    <a:pt x="705" y="1561"/>
                    <a:pt x="705" y="1560"/>
                    <a:pt x="705" y="1560"/>
                  </a:cubicBezTo>
                  <a:cubicBezTo>
                    <a:pt x="705" y="1560"/>
                    <a:pt x="705" y="1561"/>
                    <a:pt x="705" y="1561"/>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6"/>
                  </a:moveTo>
                  <a:cubicBezTo>
                    <a:pt x="703" y="1556"/>
                    <a:pt x="703" y="1556"/>
                    <a:pt x="703" y="1555"/>
                  </a:cubicBezTo>
                  <a:cubicBezTo>
                    <a:pt x="703" y="1556"/>
                    <a:pt x="703" y="1556"/>
                    <a:pt x="703" y="1556"/>
                  </a:cubicBezTo>
                  <a:cubicBezTo>
                    <a:pt x="703" y="1556"/>
                    <a:pt x="703" y="1556"/>
                    <a:pt x="703" y="1556"/>
                  </a:cubicBezTo>
                  <a:close/>
                  <a:moveTo>
                    <a:pt x="514" y="1656"/>
                  </a:moveTo>
                  <a:cubicBezTo>
                    <a:pt x="509" y="1659"/>
                    <a:pt x="504" y="1662"/>
                    <a:pt x="498" y="1664"/>
                  </a:cubicBezTo>
                  <a:cubicBezTo>
                    <a:pt x="484" y="1676"/>
                    <a:pt x="470" y="1686"/>
                    <a:pt x="459" y="1694"/>
                  </a:cubicBezTo>
                  <a:cubicBezTo>
                    <a:pt x="473" y="1692"/>
                    <a:pt x="515" y="1664"/>
                    <a:pt x="514" y="165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0" y="1779"/>
                    <a:pt x="320" y="1779"/>
                  </a:cubicBezTo>
                  <a:cubicBezTo>
                    <a:pt x="320" y="1779"/>
                    <a:pt x="320" y="1779"/>
                    <a:pt x="321"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8" y="1522"/>
                    <a:pt x="1348" y="1522"/>
                    <a:pt x="1348" y="1522"/>
                  </a:cubicBezTo>
                  <a:cubicBezTo>
                    <a:pt x="1349" y="1522"/>
                    <a:pt x="1349" y="1522"/>
                    <a:pt x="1349" y="1522"/>
                  </a:cubicBezTo>
                  <a:cubicBezTo>
                    <a:pt x="1348" y="1522"/>
                    <a:pt x="1347" y="1522"/>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6" y="1524"/>
                  </a:moveTo>
                  <a:cubicBezTo>
                    <a:pt x="1346"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4"/>
                    <a:pt x="1346" y="1524"/>
                    <a:pt x="1346"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982" y="1727"/>
                  </a:move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3" y="1555"/>
                  </a:moveTo>
                  <a:cubicBezTo>
                    <a:pt x="703" y="1556"/>
                    <a:pt x="703" y="1556"/>
                    <a:pt x="703" y="1556"/>
                  </a:cubicBezTo>
                  <a:cubicBezTo>
                    <a:pt x="703" y="1556"/>
                    <a:pt x="703" y="1556"/>
                    <a:pt x="703" y="1556"/>
                  </a:cubicBezTo>
                  <a:cubicBezTo>
                    <a:pt x="703" y="1556"/>
                    <a:pt x="703" y="1556"/>
                    <a:pt x="703" y="1555"/>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0" y="1779"/>
                  </a:moveTo>
                  <a:cubicBezTo>
                    <a:pt x="320" y="1779"/>
                    <a:pt x="320" y="1779"/>
                    <a:pt x="321" y="1779"/>
                  </a:cubicBezTo>
                  <a:cubicBezTo>
                    <a:pt x="321" y="1779"/>
                    <a:pt x="321" y="1779"/>
                    <a:pt x="321" y="1779"/>
                  </a:cubicBezTo>
                  <a:cubicBezTo>
                    <a:pt x="321" y="1779"/>
                    <a:pt x="320" y="1779"/>
                    <a:pt x="320" y="1779"/>
                  </a:cubicBezTo>
                  <a:close/>
                  <a:moveTo>
                    <a:pt x="1704" y="1288"/>
                  </a:moveTo>
                  <a:cubicBezTo>
                    <a:pt x="1704" y="1288"/>
                    <a:pt x="1704" y="1288"/>
                    <a:pt x="1704" y="1288"/>
                  </a:cubicBezTo>
                  <a:cubicBezTo>
                    <a:pt x="1704" y="1288"/>
                    <a:pt x="1704" y="1288"/>
                    <a:pt x="1704" y="1288"/>
                  </a:cubicBez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49"/>
                  </a:moveTo>
                  <a:cubicBezTo>
                    <a:pt x="824" y="2149"/>
                    <a:pt x="824" y="2149"/>
                    <a:pt x="824" y="2149"/>
                  </a:cubicBezTo>
                  <a:cubicBezTo>
                    <a:pt x="824" y="2149"/>
                    <a:pt x="824" y="2149"/>
                    <a:pt x="824" y="2149"/>
                  </a:cubicBezTo>
                  <a:close/>
                  <a:moveTo>
                    <a:pt x="392" y="1716"/>
                  </a:moveTo>
                  <a:cubicBezTo>
                    <a:pt x="392" y="1716"/>
                    <a:pt x="392" y="1716"/>
                    <a:pt x="392" y="1717"/>
                  </a:cubicBezTo>
                  <a:cubicBezTo>
                    <a:pt x="392" y="1716"/>
                    <a:pt x="392" y="1716"/>
                    <a:pt x="392" y="1716"/>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ubicBezTo>
                    <a:pt x="325" y="1776"/>
                    <a:pt x="325" y="1776"/>
                    <a:pt x="325" y="177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6"/>
                    <a:pt x="703" y="1556"/>
                    <a:pt x="703" y="1556"/>
                  </a:cubicBezTo>
                  <a:cubicBezTo>
                    <a:pt x="703" y="1556"/>
                    <a:pt x="703" y="1556"/>
                    <a:pt x="703" y="1556"/>
                  </a:cubicBezTo>
                  <a:cubicBezTo>
                    <a:pt x="703" y="1556"/>
                    <a:pt x="703" y="1556"/>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619" y="1289"/>
                  </a:move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ubicBezTo>
                    <a:pt x="1619" y="1289"/>
                    <a:pt x="1619" y="1289"/>
                    <a:pt x="1619" y="1289"/>
                  </a:cubicBezTo>
                  <a:close/>
                  <a:moveTo>
                    <a:pt x="1620" y="1288"/>
                  </a:moveTo>
                  <a:cubicBezTo>
                    <a:pt x="1620" y="1288"/>
                    <a:pt x="1620" y="1288"/>
                    <a:pt x="1619" y="1289"/>
                  </a:cubicBezTo>
                  <a:cubicBezTo>
                    <a:pt x="1620" y="1289"/>
                    <a:pt x="1620" y="1289"/>
                    <a:pt x="1620" y="1289"/>
                  </a:cubicBezTo>
                  <a:cubicBezTo>
                    <a:pt x="1620" y="1288"/>
                    <a:pt x="1620" y="1288"/>
                    <a:pt x="1620" y="1288"/>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32" y="332"/>
                  </a:moveTo>
                  <a:cubicBezTo>
                    <a:pt x="2131" y="341"/>
                    <a:pt x="2131" y="350"/>
                    <a:pt x="2133" y="359"/>
                  </a:cubicBezTo>
                  <a:cubicBezTo>
                    <a:pt x="2137" y="332"/>
                    <a:pt x="2141" y="305"/>
                    <a:pt x="2144" y="278"/>
                  </a:cubicBezTo>
                  <a:cubicBezTo>
                    <a:pt x="2142" y="296"/>
                    <a:pt x="2135" y="314"/>
                    <a:pt x="2132" y="332"/>
                  </a:cubicBez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071" y="545"/>
                  </a:moveTo>
                  <a:cubicBezTo>
                    <a:pt x="2070" y="547"/>
                    <a:pt x="2070" y="549"/>
                    <a:pt x="2070" y="551"/>
                  </a:cubicBezTo>
                  <a:cubicBezTo>
                    <a:pt x="2079" y="550"/>
                    <a:pt x="2079" y="527"/>
                    <a:pt x="2081" y="520"/>
                  </a:cubicBezTo>
                  <a:cubicBezTo>
                    <a:pt x="2078" y="528"/>
                    <a:pt x="2074" y="537"/>
                    <a:pt x="2071" y="545"/>
                  </a:cubicBezTo>
                  <a:close/>
                  <a:moveTo>
                    <a:pt x="1967" y="806"/>
                  </a:moveTo>
                  <a:cubicBezTo>
                    <a:pt x="1968" y="806"/>
                    <a:pt x="1969" y="804"/>
                    <a:pt x="1972" y="797"/>
                  </a:cubicBezTo>
                  <a:cubicBezTo>
                    <a:pt x="1970" y="800"/>
                    <a:pt x="1969" y="803"/>
                    <a:pt x="1967" y="806"/>
                  </a:cubicBezTo>
                  <a:close/>
                  <a:moveTo>
                    <a:pt x="1849" y="1070"/>
                  </a:moveTo>
                  <a:cubicBezTo>
                    <a:pt x="1851" y="1071"/>
                    <a:pt x="1853" y="1070"/>
                    <a:pt x="1856" y="1069"/>
                  </a:cubicBezTo>
                  <a:cubicBezTo>
                    <a:pt x="1863" y="1058"/>
                    <a:pt x="1861" y="1058"/>
                    <a:pt x="1849" y="1070"/>
                  </a:cubicBezTo>
                  <a:close/>
                  <a:moveTo>
                    <a:pt x="1704" y="1288"/>
                  </a:moveTo>
                  <a:cubicBezTo>
                    <a:pt x="1704" y="1288"/>
                    <a:pt x="1704" y="1288"/>
                    <a:pt x="1704" y="1288"/>
                  </a:cubicBezTo>
                  <a:cubicBezTo>
                    <a:pt x="1704" y="1288"/>
                    <a:pt x="1704" y="1288"/>
                    <a:pt x="1704" y="1288"/>
                  </a:cubicBezTo>
                  <a:close/>
                  <a:moveTo>
                    <a:pt x="1522" y="1388"/>
                  </a:moveTo>
                  <a:cubicBezTo>
                    <a:pt x="1523" y="1391"/>
                    <a:pt x="1526" y="1389"/>
                    <a:pt x="1529" y="1382"/>
                  </a:cubicBezTo>
                  <a:cubicBezTo>
                    <a:pt x="1527" y="1384"/>
                    <a:pt x="1524" y="1387"/>
                    <a:pt x="1522" y="1388"/>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397" y="1567"/>
                  </a:moveTo>
                  <a:cubicBezTo>
                    <a:pt x="1398" y="1566"/>
                    <a:pt x="1400" y="1565"/>
                    <a:pt x="1401" y="1564"/>
                  </a:cubicBezTo>
                  <a:cubicBezTo>
                    <a:pt x="1399" y="1565"/>
                    <a:pt x="1398" y="1566"/>
                    <a:pt x="1397" y="1567"/>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982" y="1727"/>
                  </a:move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1" y="1727"/>
                  </a:moveTo>
                  <a:cubicBezTo>
                    <a:pt x="981" y="1727"/>
                    <a:pt x="981" y="1727"/>
                    <a:pt x="981" y="1727"/>
                  </a:cubicBezTo>
                  <a:cubicBezTo>
                    <a:pt x="981" y="1727"/>
                    <a:pt x="981" y="1727"/>
                    <a:pt x="981" y="1727"/>
                  </a:cubicBezTo>
                  <a:cubicBezTo>
                    <a:pt x="981" y="1727"/>
                    <a:pt x="981" y="1727"/>
                    <a:pt x="981" y="1727"/>
                  </a:cubicBezTo>
                  <a:close/>
                  <a:moveTo>
                    <a:pt x="979" y="1728"/>
                  </a:moveTo>
                  <a:cubicBezTo>
                    <a:pt x="979" y="1728"/>
                    <a:pt x="979" y="1728"/>
                    <a:pt x="979" y="1728"/>
                  </a:cubicBezTo>
                  <a:cubicBezTo>
                    <a:pt x="979" y="1728"/>
                    <a:pt x="979" y="1728"/>
                    <a:pt x="979" y="1728"/>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824" y="2149"/>
                  </a:moveTo>
                  <a:cubicBezTo>
                    <a:pt x="824" y="2149"/>
                    <a:pt x="824" y="2149"/>
                    <a:pt x="824" y="2149"/>
                  </a:cubicBezTo>
                  <a:cubicBezTo>
                    <a:pt x="824" y="2149"/>
                    <a:pt x="824" y="2149"/>
                    <a:pt x="824" y="2149"/>
                  </a:cubicBezTo>
                  <a:close/>
                  <a:moveTo>
                    <a:pt x="823" y="2146"/>
                  </a:moveTo>
                  <a:cubicBezTo>
                    <a:pt x="823" y="2147"/>
                    <a:pt x="823" y="2147"/>
                    <a:pt x="823" y="2147"/>
                  </a:cubicBezTo>
                  <a:cubicBezTo>
                    <a:pt x="823" y="2147"/>
                    <a:pt x="823" y="2147"/>
                    <a:pt x="823" y="2147"/>
                  </a:cubicBezTo>
                  <a:lnTo>
                    <a:pt x="823" y="2146"/>
                  </a:lnTo>
                  <a:close/>
                  <a:moveTo>
                    <a:pt x="823" y="2144"/>
                  </a:moveTo>
                  <a:cubicBezTo>
                    <a:pt x="823" y="2144"/>
                    <a:pt x="823" y="2144"/>
                    <a:pt x="823" y="2144"/>
                  </a:cubicBezTo>
                  <a:cubicBezTo>
                    <a:pt x="823" y="2144"/>
                    <a:pt x="823" y="2144"/>
                    <a:pt x="823" y="2145"/>
                  </a:cubicBezTo>
                  <a:cubicBezTo>
                    <a:pt x="823" y="2144"/>
                    <a:pt x="823" y="2144"/>
                    <a:pt x="823" y="2144"/>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14" y="2167"/>
                  </a:moveTo>
                  <a:cubicBezTo>
                    <a:pt x="814" y="2171"/>
                    <a:pt x="815" y="2175"/>
                    <a:pt x="816" y="2179"/>
                  </a:cubicBezTo>
                  <a:cubicBezTo>
                    <a:pt x="815" y="2175"/>
                    <a:pt x="815" y="2171"/>
                    <a:pt x="814" y="2167"/>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755" y="1824"/>
                  </a:moveTo>
                  <a:cubicBezTo>
                    <a:pt x="755" y="1832"/>
                    <a:pt x="762" y="1831"/>
                    <a:pt x="769" y="1829"/>
                  </a:cubicBezTo>
                  <a:cubicBezTo>
                    <a:pt x="762" y="1829"/>
                    <a:pt x="757" y="1827"/>
                    <a:pt x="755" y="1824"/>
                  </a:cubicBezTo>
                  <a:close/>
                  <a:moveTo>
                    <a:pt x="728" y="2185"/>
                  </a:moveTo>
                  <a:cubicBezTo>
                    <a:pt x="734" y="2187"/>
                    <a:pt x="740" y="2188"/>
                    <a:pt x="746" y="2190"/>
                  </a:cubicBezTo>
                  <a:cubicBezTo>
                    <a:pt x="740" y="2188"/>
                    <a:pt x="734" y="2186"/>
                    <a:pt x="728" y="2185"/>
                  </a:cubicBezTo>
                  <a:close/>
                  <a:moveTo>
                    <a:pt x="707" y="1613"/>
                  </a:moveTo>
                  <a:cubicBezTo>
                    <a:pt x="707" y="1613"/>
                    <a:pt x="707" y="1613"/>
                    <a:pt x="707" y="1613"/>
                  </a:cubicBezTo>
                  <a:cubicBezTo>
                    <a:pt x="708" y="1614"/>
                    <a:pt x="708" y="1614"/>
                    <a:pt x="708" y="1615"/>
                  </a:cubicBezTo>
                  <a:cubicBezTo>
                    <a:pt x="708" y="1614"/>
                    <a:pt x="708" y="1614"/>
                    <a:pt x="707" y="1613"/>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5" y="1560"/>
                  </a:moveTo>
                  <a:cubicBezTo>
                    <a:pt x="705" y="1560"/>
                    <a:pt x="705" y="1561"/>
                    <a:pt x="705" y="1561"/>
                  </a:cubicBezTo>
                  <a:cubicBezTo>
                    <a:pt x="705" y="1561"/>
                    <a:pt x="705" y="1561"/>
                    <a:pt x="705" y="1561"/>
                  </a:cubicBezTo>
                  <a:cubicBezTo>
                    <a:pt x="705" y="1561"/>
                    <a:pt x="705" y="1560"/>
                    <a:pt x="705" y="1560"/>
                  </a:cubicBezTo>
                  <a:close/>
                  <a:moveTo>
                    <a:pt x="704" y="1556"/>
                  </a:moveTo>
                  <a:cubicBezTo>
                    <a:pt x="704" y="1556"/>
                    <a:pt x="704" y="1556"/>
                    <a:pt x="704" y="1556"/>
                  </a:cubicBezTo>
                  <a:cubicBezTo>
                    <a:pt x="704" y="1556"/>
                    <a:pt x="704" y="1556"/>
                    <a:pt x="704" y="1556"/>
                  </a:cubicBezTo>
                  <a:cubicBezTo>
                    <a:pt x="704" y="1556"/>
                    <a:pt x="704" y="1556"/>
                    <a:pt x="704" y="1556"/>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2" y="1716"/>
                  </a:moveTo>
                  <a:cubicBezTo>
                    <a:pt x="392" y="1716"/>
                    <a:pt x="392" y="1716"/>
                    <a:pt x="392" y="1717"/>
                  </a:cubicBezTo>
                  <a:cubicBezTo>
                    <a:pt x="392" y="1716"/>
                    <a:pt x="392" y="1716"/>
                    <a:pt x="392" y="171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7"/>
                  </a:moveTo>
                  <a:cubicBezTo>
                    <a:pt x="325" y="1777"/>
                    <a:pt x="325" y="1777"/>
                    <a:pt x="325" y="1777"/>
                  </a:cubicBezTo>
                  <a:cubicBezTo>
                    <a:pt x="325" y="1777"/>
                    <a:pt x="325" y="1777"/>
                    <a:pt x="325" y="1777"/>
                  </a:cubicBezTo>
                  <a:close/>
                  <a:moveTo>
                    <a:pt x="325" y="1777"/>
                  </a:moveTo>
                  <a:cubicBezTo>
                    <a:pt x="325" y="1777"/>
                    <a:pt x="325" y="1777"/>
                    <a:pt x="325" y="1777"/>
                  </a:cubicBezTo>
                  <a:cubicBezTo>
                    <a:pt x="325" y="1777"/>
                    <a:pt x="325" y="1777"/>
                    <a:pt x="325" y="1777"/>
                  </a:cubicBezTo>
                  <a:cubicBezTo>
                    <a:pt x="325" y="1777"/>
                    <a:pt x="325" y="1777"/>
                    <a:pt x="325" y="1777"/>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0" y="1779"/>
                  </a:moveTo>
                  <a:cubicBezTo>
                    <a:pt x="320" y="1779"/>
                    <a:pt x="320" y="1779"/>
                    <a:pt x="321" y="1779"/>
                  </a:cubicBezTo>
                  <a:cubicBezTo>
                    <a:pt x="321" y="1779"/>
                    <a:pt x="321" y="1779"/>
                    <a:pt x="321" y="1779"/>
                  </a:cubicBezTo>
                  <a:cubicBezTo>
                    <a:pt x="321" y="1779"/>
                    <a:pt x="320" y="1779"/>
                    <a:pt x="320" y="1779"/>
                  </a:cubicBezTo>
                  <a:close/>
                  <a:moveTo>
                    <a:pt x="1676" y="1306"/>
                  </a:moveTo>
                  <a:cubicBezTo>
                    <a:pt x="1676" y="1305"/>
                    <a:pt x="1675" y="1306"/>
                    <a:pt x="1674" y="1307"/>
                  </a:cubicBezTo>
                  <a:cubicBezTo>
                    <a:pt x="1668" y="1314"/>
                    <a:pt x="1661" y="1322"/>
                    <a:pt x="1655" y="1330"/>
                  </a:cubicBezTo>
                  <a:cubicBezTo>
                    <a:pt x="1666" y="1318"/>
                    <a:pt x="1676" y="1306"/>
                    <a:pt x="1687" y="1294"/>
                  </a:cubicBezTo>
                  <a:cubicBezTo>
                    <a:pt x="1673" y="1308"/>
                    <a:pt x="1677" y="1304"/>
                    <a:pt x="1676" y="1306"/>
                  </a:cubicBezTo>
                  <a:close/>
                  <a:moveTo>
                    <a:pt x="392" y="1716"/>
                  </a:moveTo>
                  <a:cubicBezTo>
                    <a:pt x="392" y="1716"/>
                    <a:pt x="392" y="1716"/>
                    <a:pt x="392" y="1717"/>
                  </a:cubicBezTo>
                  <a:cubicBezTo>
                    <a:pt x="392" y="1716"/>
                    <a:pt x="392" y="1716"/>
                    <a:pt x="392" y="1716"/>
                  </a:cubicBezTo>
                  <a:close/>
                  <a:moveTo>
                    <a:pt x="693" y="1520"/>
                  </a:moveTo>
                  <a:cubicBezTo>
                    <a:pt x="694" y="1533"/>
                    <a:pt x="699" y="1546"/>
                    <a:pt x="703" y="1558"/>
                  </a:cubicBezTo>
                  <a:cubicBezTo>
                    <a:pt x="700" y="1546"/>
                    <a:pt x="696" y="1533"/>
                    <a:pt x="693" y="1520"/>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3" y="1555"/>
                  </a:moveTo>
                  <a:cubicBezTo>
                    <a:pt x="703" y="1555"/>
                    <a:pt x="703" y="1555"/>
                    <a:pt x="703" y="1555"/>
                  </a:cubicBezTo>
                  <a:cubicBezTo>
                    <a:pt x="703" y="1555"/>
                    <a:pt x="703" y="1555"/>
                    <a:pt x="703" y="1555"/>
                  </a:cubicBezTo>
                  <a:cubicBezTo>
                    <a:pt x="703" y="1555"/>
                    <a:pt x="703" y="1555"/>
                    <a:pt x="703" y="1555"/>
                  </a:cubicBezTo>
                  <a:close/>
                  <a:moveTo>
                    <a:pt x="704" y="1556"/>
                  </a:moveTo>
                  <a:cubicBezTo>
                    <a:pt x="704" y="1556"/>
                    <a:pt x="704" y="1556"/>
                    <a:pt x="704" y="1556"/>
                  </a:cubicBezTo>
                  <a:cubicBezTo>
                    <a:pt x="704" y="1556"/>
                    <a:pt x="704" y="1556"/>
                    <a:pt x="704" y="1556"/>
                  </a:cubicBezTo>
                  <a:cubicBezTo>
                    <a:pt x="704" y="1556"/>
                    <a:pt x="704" y="1556"/>
                    <a:pt x="704" y="1556"/>
                  </a:cubicBezTo>
                  <a:close/>
                  <a:moveTo>
                    <a:pt x="705" y="1560"/>
                  </a:moveTo>
                  <a:cubicBezTo>
                    <a:pt x="705" y="1560"/>
                    <a:pt x="705" y="1561"/>
                    <a:pt x="705" y="1561"/>
                  </a:cubicBezTo>
                  <a:cubicBezTo>
                    <a:pt x="705" y="1561"/>
                    <a:pt x="705" y="1561"/>
                    <a:pt x="705" y="1561"/>
                  </a:cubicBezTo>
                  <a:cubicBezTo>
                    <a:pt x="705" y="1561"/>
                    <a:pt x="705" y="1560"/>
                    <a:pt x="705" y="1560"/>
                  </a:cubicBezTo>
                  <a:close/>
                  <a:moveTo>
                    <a:pt x="975" y="1729"/>
                  </a:moveTo>
                  <a:cubicBezTo>
                    <a:pt x="975" y="1729"/>
                    <a:pt x="975" y="1729"/>
                    <a:pt x="975" y="1729"/>
                  </a:cubicBezTo>
                  <a:cubicBezTo>
                    <a:pt x="975" y="1729"/>
                    <a:pt x="975" y="1729"/>
                    <a:pt x="975" y="1729"/>
                  </a:cubicBezTo>
                  <a:cubicBezTo>
                    <a:pt x="975" y="1729"/>
                    <a:pt x="975" y="1729"/>
                    <a:pt x="975"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7" y="1729"/>
                  </a:moveTo>
                  <a:cubicBezTo>
                    <a:pt x="977" y="1729"/>
                    <a:pt x="977" y="1729"/>
                    <a:pt x="977" y="1729"/>
                  </a:cubicBezTo>
                  <a:cubicBezTo>
                    <a:pt x="977" y="1729"/>
                    <a:pt x="977" y="1729"/>
                    <a:pt x="977" y="1729"/>
                  </a:cubicBezTo>
                  <a:cubicBezTo>
                    <a:pt x="977" y="1729"/>
                    <a:pt x="977" y="1729"/>
                    <a:pt x="977" y="1729"/>
                  </a:cubicBezTo>
                  <a:close/>
                  <a:moveTo>
                    <a:pt x="979" y="1728"/>
                  </a:moveTo>
                  <a:cubicBezTo>
                    <a:pt x="979" y="1728"/>
                    <a:pt x="979" y="1728"/>
                    <a:pt x="979" y="1728"/>
                  </a:cubicBezTo>
                  <a:cubicBezTo>
                    <a:pt x="979" y="1728"/>
                    <a:pt x="979" y="1728"/>
                    <a:pt x="979" y="1728"/>
                  </a:cubicBezTo>
                  <a:close/>
                  <a:moveTo>
                    <a:pt x="979" y="1728"/>
                  </a:moveTo>
                  <a:cubicBezTo>
                    <a:pt x="979" y="1728"/>
                    <a:pt x="979" y="1728"/>
                    <a:pt x="979" y="1728"/>
                  </a:cubicBezTo>
                  <a:cubicBezTo>
                    <a:pt x="979" y="1728"/>
                    <a:pt x="979" y="1728"/>
                    <a:pt x="979" y="1728"/>
                  </a:cubicBezTo>
                  <a:cubicBezTo>
                    <a:pt x="980" y="1728"/>
                    <a:pt x="980" y="1728"/>
                    <a:pt x="980" y="1728"/>
                  </a:cubicBezTo>
                  <a:cubicBezTo>
                    <a:pt x="979" y="1728"/>
                    <a:pt x="979" y="1728"/>
                    <a:pt x="979" y="1728"/>
                  </a:cubicBezTo>
                  <a:close/>
                  <a:moveTo>
                    <a:pt x="981" y="1727"/>
                  </a:moveTo>
                  <a:cubicBezTo>
                    <a:pt x="981" y="1727"/>
                    <a:pt x="981" y="1727"/>
                    <a:pt x="981" y="1727"/>
                  </a:cubicBezTo>
                  <a:cubicBezTo>
                    <a:pt x="981" y="1727"/>
                    <a:pt x="981" y="1727"/>
                    <a:pt x="981" y="1727"/>
                  </a:cubicBezTo>
                  <a:cubicBezTo>
                    <a:pt x="981" y="1727"/>
                    <a:pt x="981" y="1727"/>
                    <a:pt x="981" y="1727"/>
                  </a:cubicBezTo>
                  <a:close/>
                  <a:moveTo>
                    <a:pt x="982" y="1727"/>
                  </a:moveTo>
                  <a:cubicBezTo>
                    <a:pt x="982" y="1727"/>
                    <a:pt x="982" y="1727"/>
                    <a:pt x="982" y="1727"/>
                  </a:cubicBezTo>
                  <a:cubicBezTo>
                    <a:pt x="982" y="1727"/>
                    <a:pt x="982" y="1727"/>
                    <a:pt x="982" y="1727"/>
                  </a:cubicBezTo>
                  <a:cubicBezTo>
                    <a:pt x="982" y="1727"/>
                    <a:pt x="982" y="1727"/>
                    <a:pt x="982" y="1727"/>
                  </a:cubicBezTo>
                  <a:cubicBezTo>
                    <a:pt x="982" y="1727"/>
                    <a:pt x="982" y="1727"/>
                    <a:pt x="982" y="1727"/>
                  </a:cubicBezTo>
                  <a:close/>
                  <a:moveTo>
                    <a:pt x="982" y="1727"/>
                  </a:moveTo>
                  <a:cubicBezTo>
                    <a:pt x="982" y="1727"/>
                    <a:pt x="982" y="1727"/>
                    <a:pt x="982" y="1727"/>
                  </a:cubicBezTo>
                  <a:cubicBezTo>
                    <a:pt x="982" y="1727"/>
                    <a:pt x="982" y="1727"/>
                    <a:pt x="982" y="1727"/>
                  </a:cubicBezTo>
                  <a:close/>
                  <a:moveTo>
                    <a:pt x="498" y="1664"/>
                  </a:moveTo>
                  <a:cubicBezTo>
                    <a:pt x="484" y="1676"/>
                    <a:pt x="470" y="1686"/>
                    <a:pt x="459" y="1694"/>
                  </a:cubicBezTo>
                  <a:cubicBezTo>
                    <a:pt x="473" y="1692"/>
                    <a:pt x="515" y="1664"/>
                    <a:pt x="514" y="1656"/>
                  </a:cubicBezTo>
                  <a:cubicBezTo>
                    <a:pt x="509" y="1659"/>
                    <a:pt x="504" y="1662"/>
                    <a:pt x="498" y="1664"/>
                  </a:cubicBezTo>
                  <a:close/>
                  <a:moveTo>
                    <a:pt x="399" y="2089"/>
                  </a:moveTo>
                  <a:cubicBezTo>
                    <a:pt x="398" y="2088"/>
                    <a:pt x="398" y="2088"/>
                    <a:pt x="398" y="2088"/>
                  </a:cubicBezTo>
                  <a:cubicBezTo>
                    <a:pt x="398" y="2088"/>
                    <a:pt x="398" y="2088"/>
                    <a:pt x="398" y="2088"/>
                  </a:cubicBezTo>
                  <a:cubicBezTo>
                    <a:pt x="398" y="2088"/>
                    <a:pt x="398" y="2088"/>
                    <a:pt x="398" y="2088"/>
                  </a:cubicBezTo>
                  <a:cubicBezTo>
                    <a:pt x="395" y="2087"/>
                    <a:pt x="392" y="2087"/>
                    <a:pt x="389" y="2086"/>
                  </a:cubicBezTo>
                  <a:cubicBezTo>
                    <a:pt x="401" y="2090"/>
                    <a:pt x="413" y="2094"/>
                    <a:pt x="425" y="2099"/>
                  </a:cubicBezTo>
                  <a:cubicBezTo>
                    <a:pt x="418" y="2096"/>
                    <a:pt x="401" y="2089"/>
                    <a:pt x="399" y="2089"/>
                  </a:cubicBezTo>
                  <a:close/>
                  <a:moveTo>
                    <a:pt x="676" y="2176"/>
                  </a:moveTo>
                  <a:cubicBezTo>
                    <a:pt x="676" y="2175"/>
                    <a:pt x="676" y="2175"/>
                    <a:pt x="676" y="2174"/>
                  </a:cubicBezTo>
                  <a:cubicBezTo>
                    <a:pt x="675" y="2174"/>
                    <a:pt x="674" y="2174"/>
                    <a:pt x="673" y="2173"/>
                  </a:cubicBezTo>
                  <a:cubicBezTo>
                    <a:pt x="656" y="2161"/>
                    <a:pt x="635" y="2157"/>
                    <a:pt x="615" y="2154"/>
                  </a:cubicBezTo>
                  <a:cubicBezTo>
                    <a:pt x="614" y="2154"/>
                    <a:pt x="602" y="2150"/>
                    <a:pt x="590" y="2147"/>
                  </a:cubicBezTo>
                  <a:cubicBezTo>
                    <a:pt x="579" y="2144"/>
                    <a:pt x="568" y="2142"/>
                    <a:pt x="570" y="2143"/>
                  </a:cubicBezTo>
                  <a:cubicBezTo>
                    <a:pt x="570" y="2143"/>
                    <a:pt x="570" y="2143"/>
                    <a:pt x="570" y="2143"/>
                  </a:cubicBezTo>
                  <a:cubicBezTo>
                    <a:pt x="570" y="2143"/>
                    <a:pt x="570" y="2143"/>
                    <a:pt x="570" y="2143"/>
                  </a:cubicBezTo>
                  <a:cubicBezTo>
                    <a:pt x="570" y="2144"/>
                    <a:pt x="570" y="2144"/>
                    <a:pt x="570" y="2144"/>
                  </a:cubicBezTo>
                  <a:cubicBezTo>
                    <a:pt x="570" y="2144"/>
                    <a:pt x="570" y="2144"/>
                    <a:pt x="570" y="2144"/>
                  </a:cubicBezTo>
                  <a:cubicBezTo>
                    <a:pt x="570" y="2144"/>
                    <a:pt x="570" y="2144"/>
                    <a:pt x="571" y="2144"/>
                  </a:cubicBezTo>
                  <a:cubicBezTo>
                    <a:pt x="571" y="2144"/>
                    <a:pt x="571" y="2144"/>
                    <a:pt x="571" y="2144"/>
                  </a:cubicBezTo>
                  <a:cubicBezTo>
                    <a:pt x="571" y="2144"/>
                    <a:pt x="571" y="2144"/>
                    <a:pt x="571" y="2144"/>
                  </a:cubicBezTo>
                  <a:cubicBezTo>
                    <a:pt x="571" y="2144"/>
                    <a:pt x="571" y="2144"/>
                    <a:pt x="571" y="2144"/>
                  </a:cubicBezTo>
                  <a:cubicBezTo>
                    <a:pt x="571" y="2144"/>
                    <a:pt x="571" y="2144"/>
                    <a:pt x="571" y="2144"/>
                  </a:cubicBezTo>
                  <a:cubicBezTo>
                    <a:pt x="573" y="2145"/>
                    <a:pt x="576" y="2146"/>
                    <a:pt x="580" y="2148"/>
                  </a:cubicBezTo>
                  <a:cubicBezTo>
                    <a:pt x="580" y="2148"/>
                    <a:pt x="580" y="2148"/>
                    <a:pt x="580" y="2148"/>
                  </a:cubicBezTo>
                  <a:cubicBezTo>
                    <a:pt x="583" y="2149"/>
                    <a:pt x="585" y="2150"/>
                    <a:pt x="586" y="2151"/>
                  </a:cubicBezTo>
                  <a:cubicBezTo>
                    <a:pt x="585" y="2150"/>
                    <a:pt x="585" y="2150"/>
                    <a:pt x="584" y="2150"/>
                  </a:cubicBezTo>
                  <a:cubicBezTo>
                    <a:pt x="586" y="2151"/>
                    <a:pt x="587" y="2151"/>
                    <a:pt x="587" y="2151"/>
                  </a:cubicBezTo>
                  <a:cubicBezTo>
                    <a:pt x="587" y="2151"/>
                    <a:pt x="587" y="2151"/>
                    <a:pt x="587" y="2151"/>
                  </a:cubicBezTo>
                  <a:cubicBezTo>
                    <a:pt x="587" y="2150"/>
                    <a:pt x="582" y="2148"/>
                    <a:pt x="576" y="2146"/>
                  </a:cubicBezTo>
                  <a:cubicBezTo>
                    <a:pt x="576" y="2146"/>
                    <a:pt x="576" y="2146"/>
                    <a:pt x="575" y="2146"/>
                  </a:cubicBezTo>
                  <a:cubicBezTo>
                    <a:pt x="582" y="2148"/>
                    <a:pt x="589" y="2150"/>
                    <a:pt x="597" y="2152"/>
                  </a:cubicBezTo>
                  <a:cubicBezTo>
                    <a:pt x="598" y="2152"/>
                    <a:pt x="599" y="2152"/>
                    <a:pt x="600" y="2153"/>
                  </a:cubicBezTo>
                  <a:cubicBezTo>
                    <a:pt x="625" y="2158"/>
                    <a:pt x="654" y="2163"/>
                    <a:pt x="671" y="2173"/>
                  </a:cubicBezTo>
                  <a:cubicBezTo>
                    <a:pt x="673" y="2174"/>
                    <a:pt x="675" y="2175"/>
                    <a:pt x="676" y="2176"/>
                  </a:cubicBezTo>
                  <a:cubicBezTo>
                    <a:pt x="676" y="2176"/>
                    <a:pt x="676" y="2176"/>
                    <a:pt x="677" y="2176"/>
                  </a:cubicBezTo>
                  <a:cubicBezTo>
                    <a:pt x="676" y="2176"/>
                    <a:pt x="676" y="2176"/>
                    <a:pt x="676" y="2176"/>
                  </a:cubicBezTo>
                  <a:close/>
                  <a:moveTo>
                    <a:pt x="698" y="1576"/>
                  </a:moveTo>
                  <a:cubicBezTo>
                    <a:pt x="695" y="1571"/>
                    <a:pt x="692" y="1566"/>
                    <a:pt x="688" y="1561"/>
                  </a:cubicBezTo>
                  <a:cubicBezTo>
                    <a:pt x="694" y="1572"/>
                    <a:pt x="699" y="1583"/>
                    <a:pt x="703" y="1595"/>
                  </a:cubicBezTo>
                  <a:cubicBezTo>
                    <a:pt x="701" y="1589"/>
                    <a:pt x="700" y="1583"/>
                    <a:pt x="698" y="1576"/>
                  </a:cubicBezTo>
                  <a:close/>
                  <a:moveTo>
                    <a:pt x="707" y="1609"/>
                  </a:moveTo>
                  <a:cubicBezTo>
                    <a:pt x="707" y="1610"/>
                    <a:pt x="707" y="1610"/>
                    <a:pt x="707" y="1610"/>
                  </a:cubicBezTo>
                  <a:cubicBezTo>
                    <a:pt x="707" y="1610"/>
                    <a:pt x="707" y="1611"/>
                    <a:pt x="707" y="1611"/>
                  </a:cubicBezTo>
                  <a:cubicBezTo>
                    <a:pt x="707" y="1611"/>
                    <a:pt x="707" y="1611"/>
                    <a:pt x="707" y="1611"/>
                  </a:cubicBezTo>
                  <a:cubicBezTo>
                    <a:pt x="707" y="1611"/>
                    <a:pt x="707" y="1610"/>
                    <a:pt x="707" y="1609"/>
                  </a:cubicBezTo>
                  <a:close/>
                  <a:moveTo>
                    <a:pt x="707" y="1611"/>
                  </a:moveTo>
                  <a:cubicBezTo>
                    <a:pt x="707" y="1612"/>
                    <a:pt x="707" y="1612"/>
                    <a:pt x="707" y="1613"/>
                  </a:cubicBezTo>
                  <a:cubicBezTo>
                    <a:pt x="707" y="1613"/>
                    <a:pt x="707" y="1613"/>
                    <a:pt x="707" y="1613"/>
                  </a:cubicBezTo>
                  <a:cubicBezTo>
                    <a:pt x="707" y="1612"/>
                    <a:pt x="707" y="1611"/>
                    <a:pt x="707" y="1611"/>
                  </a:cubicBezTo>
                  <a:close/>
                  <a:moveTo>
                    <a:pt x="707" y="1613"/>
                  </a:moveTo>
                  <a:cubicBezTo>
                    <a:pt x="707" y="1613"/>
                    <a:pt x="707" y="1613"/>
                    <a:pt x="707" y="1613"/>
                  </a:cubicBezTo>
                  <a:cubicBezTo>
                    <a:pt x="708" y="1614"/>
                    <a:pt x="708" y="1614"/>
                    <a:pt x="708" y="1615"/>
                  </a:cubicBezTo>
                  <a:cubicBezTo>
                    <a:pt x="708" y="1614"/>
                    <a:pt x="708" y="1614"/>
                    <a:pt x="707" y="1613"/>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3" y="2124"/>
                  </a:moveTo>
                  <a:cubicBezTo>
                    <a:pt x="813" y="2124"/>
                    <a:pt x="813" y="2125"/>
                    <a:pt x="813" y="2125"/>
                  </a:cubicBezTo>
                  <a:cubicBezTo>
                    <a:pt x="813" y="2125"/>
                    <a:pt x="813" y="2125"/>
                    <a:pt x="813" y="2125"/>
                  </a:cubicBezTo>
                  <a:cubicBezTo>
                    <a:pt x="813" y="2125"/>
                    <a:pt x="813" y="2124"/>
                    <a:pt x="813" y="2124"/>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0"/>
                    <a:pt x="814" y="2130"/>
                    <a:pt x="814" y="2129"/>
                  </a:cubicBezTo>
                  <a:cubicBezTo>
                    <a:pt x="814" y="2129"/>
                    <a:pt x="814" y="2129"/>
                    <a:pt x="814" y="2129"/>
                  </a:cubicBezTo>
                  <a:cubicBezTo>
                    <a:pt x="814" y="2129"/>
                    <a:pt x="814" y="2128"/>
                    <a:pt x="814" y="2128"/>
                  </a:cubicBezTo>
                  <a:cubicBezTo>
                    <a:pt x="814" y="2128"/>
                    <a:pt x="814" y="2128"/>
                    <a:pt x="814" y="2128"/>
                  </a:cubicBezTo>
                  <a:cubicBezTo>
                    <a:pt x="814" y="2127"/>
                    <a:pt x="814" y="2127"/>
                    <a:pt x="814" y="2127"/>
                  </a:cubicBezTo>
                  <a:cubicBezTo>
                    <a:pt x="814" y="2127"/>
                    <a:pt x="813" y="2127"/>
                    <a:pt x="813" y="2126"/>
                  </a:cubicBezTo>
                  <a:cubicBezTo>
                    <a:pt x="813" y="2126"/>
                    <a:pt x="813" y="2126"/>
                    <a:pt x="813" y="2126"/>
                  </a:cubicBezTo>
                  <a:cubicBezTo>
                    <a:pt x="813" y="2126"/>
                    <a:pt x="813" y="2125"/>
                    <a:pt x="813" y="2125"/>
                  </a:cubicBezTo>
                  <a:cubicBezTo>
                    <a:pt x="813" y="2126"/>
                    <a:pt x="813" y="2126"/>
                    <a:pt x="813" y="2127"/>
                  </a:cubicBezTo>
                  <a:cubicBezTo>
                    <a:pt x="814" y="2127"/>
                    <a:pt x="814" y="2128"/>
                    <a:pt x="814" y="2128"/>
                  </a:cubicBezTo>
                  <a:cubicBezTo>
                    <a:pt x="814" y="2128"/>
                    <a:pt x="814" y="2129"/>
                    <a:pt x="814" y="2129"/>
                  </a:cubicBezTo>
                  <a:cubicBezTo>
                    <a:pt x="814" y="2129"/>
                    <a:pt x="814" y="2130"/>
                    <a:pt x="814" y="2130"/>
                  </a:cubicBezTo>
                  <a:cubicBezTo>
                    <a:pt x="814" y="2130"/>
                    <a:pt x="814" y="2130"/>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05" y="2094"/>
                  </a:moveTo>
                  <a:cubicBezTo>
                    <a:pt x="815" y="2157"/>
                    <a:pt x="815" y="2157"/>
                    <a:pt x="815" y="2157"/>
                  </a:cubicBezTo>
                  <a:cubicBezTo>
                    <a:pt x="816" y="2153"/>
                    <a:pt x="809" y="2115"/>
                    <a:pt x="805" y="2094"/>
                  </a:cubicBezTo>
                  <a:close/>
                  <a:moveTo>
                    <a:pt x="815" y="2141"/>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ubicBezTo>
                    <a:pt x="815" y="2141"/>
                    <a:pt x="815" y="2141"/>
                    <a:pt x="815" y="2141"/>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6"/>
                    <a:pt x="814" y="2134"/>
                    <a:pt x="814" y="2132"/>
                  </a:cubicBezTo>
                  <a:cubicBezTo>
                    <a:pt x="814" y="2132"/>
                    <a:pt x="814" y="2132"/>
                    <a:pt x="814" y="2132"/>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1"/>
                  </a:cubicBezTo>
                  <a:cubicBezTo>
                    <a:pt x="814" y="2131"/>
                    <a:pt x="814" y="2131"/>
                    <a:pt x="814" y="2132"/>
                  </a:cubicBezTo>
                  <a:cubicBezTo>
                    <a:pt x="814" y="2132"/>
                    <a:pt x="814" y="2132"/>
                    <a:pt x="814" y="2132"/>
                  </a:cubicBezTo>
                  <a:cubicBezTo>
                    <a:pt x="811" y="2108"/>
                    <a:pt x="806" y="2082"/>
                    <a:pt x="805" y="2058"/>
                  </a:cubicBezTo>
                  <a:cubicBezTo>
                    <a:pt x="805" y="2069"/>
                    <a:pt x="806" y="2081"/>
                    <a:pt x="808" y="2093"/>
                  </a:cubicBezTo>
                  <a:cubicBezTo>
                    <a:pt x="809" y="2097"/>
                    <a:pt x="817" y="2159"/>
                    <a:pt x="815" y="2138"/>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23" y="2144"/>
                  </a:moveTo>
                  <a:cubicBezTo>
                    <a:pt x="823" y="2144"/>
                    <a:pt x="823" y="2144"/>
                    <a:pt x="823" y="2144"/>
                  </a:cubicBezTo>
                  <a:cubicBezTo>
                    <a:pt x="823" y="2144"/>
                    <a:pt x="823" y="2144"/>
                    <a:pt x="823" y="2145"/>
                  </a:cubicBezTo>
                  <a:cubicBezTo>
                    <a:pt x="823" y="2144"/>
                    <a:pt x="823" y="2144"/>
                    <a:pt x="823" y="2144"/>
                  </a:cubicBezTo>
                  <a:close/>
                  <a:moveTo>
                    <a:pt x="823" y="2146"/>
                  </a:moveTo>
                  <a:cubicBezTo>
                    <a:pt x="823" y="2147"/>
                    <a:pt x="823" y="2147"/>
                    <a:pt x="823" y="2147"/>
                  </a:cubicBezTo>
                  <a:cubicBezTo>
                    <a:pt x="823" y="2147"/>
                    <a:pt x="823" y="2147"/>
                    <a:pt x="823" y="2147"/>
                  </a:cubicBezTo>
                  <a:lnTo>
                    <a:pt x="823" y="2146"/>
                  </a:lnTo>
                  <a:close/>
                  <a:moveTo>
                    <a:pt x="824" y="2149"/>
                  </a:moveTo>
                  <a:cubicBezTo>
                    <a:pt x="824" y="2149"/>
                    <a:pt x="824" y="2149"/>
                    <a:pt x="824" y="2149"/>
                  </a:cubicBezTo>
                  <a:cubicBezTo>
                    <a:pt x="824" y="2149"/>
                    <a:pt x="824" y="2149"/>
                    <a:pt x="824" y="2149"/>
                  </a:cubicBezTo>
                  <a:close/>
                  <a:moveTo>
                    <a:pt x="824" y="2153"/>
                  </a:moveTo>
                  <a:cubicBezTo>
                    <a:pt x="824" y="2153"/>
                    <a:pt x="824" y="2153"/>
                    <a:pt x="824" y="2153"/>
                  </a:cubicBezTo>
                  <a:cubicBezTo>
                    <a:pt x="824" y="2153"/>
                    <a:pt x="824" y="2153"/>
                    <a:pt x="824" y="2153"/>
                  </a:cubicBezTo>
                  <a:cubicBezTo>
                    <a:pt x="824" y="2153"/>
                    <a:pt x="824" y="2153"/>
                    <a:pt x="824" y="2153"/>
                  </a:cubicBezTo>
                  <a:close/>
                  <a:moveTo>
                    <a:pt x="824" y="2154"/>
                  </a:moveTo>
                  <a:cubicBezTo>
                    <a:pt x="824" y="2154"/>
                    <a:pt x="824" y="2154"/>
                    <a:pt x="824" y="2154"/>
                  </a:cubicBezTo>
                  <a:cubicBezTo>
                    <a:pt x="824" y="2154"/>
                    <a:pt x="824" y="2154"/>
                    <a:pt x="824" y="2154"/>
                  </a:cubicBezTo>
                  <a:close/>
                  <a:moveTo>
                    <a:pt x="824" y="2153"/>
                  </a:moveTo>
                  <a:cubicBezTo>
                    <a:pt x="824" y="2153"/>
                    <a:pt x="824" y="2153"/>
                    <a:pt x="824" y="2153"/>
                  </a:cubicBezTo>
                  <a:cubicBezTo>
                    <a:pt x="824" y="2153"/>
                    <a:pt x="824" y="2153"/>
                    <a:pt x="824" y="2153"/>
                  </a:cubicBezTo>
                  <a:cubicBezTo>
                    <a:pt x="824" y="2153"/>
                    <a:pt x="824" y="2153"/>
                    <a:pt x="824" y="2154"/>
                  </a:cubicBezTo>
                  <a:cubicBezTo>
                    <a:pt x="824" y="2153"/>
                    <a:pt x="824" y="2153"/>
                    <a:pt x="824" y="2153"/>
                  </a:cubicBezTo>
                  <a:close/>
                  <a:moveTo>
                    <a:pt x="824" y="2154"/>
                  </a:moveTo>
                  <a:cubicBezTo>
                    <a:pt x="824" y="2154"/>
                    <a:pt x="824" y="2154"/>
                    <a:pt x="824" y="2154"/>
                  </a:cubicBezTo>
                  <a:cubicBezTo>
                    <a:pt x="824" y="2154"/>
                    <a:pt x="824" y="2154"/>
                    <a:pt x="824" y="2154"/>
                  </a:cubicBezTo>
                  <a:close/>
                  <a:moveTo>
                    <a:pt x="814" y="2167"/>
                  </a:moveTo>
                  <a:cubicBezTo>
                    <a:pt x="814" y="2171"/>
                    <a:pt x="815" y="2175"/>
                    <a:pt x="816" y="2179"/>
                  </a:cubicBezTo>
                  <a:cubicBezTo>
                    <a:pt x="815" y="2175"/>
                    <a:pt x="815" y="2171"/>
                    <a:pt x="814" y="2167"/>
                  </a:cubicBezTo>
                  <a:close/>
                  <a:moveTo>
                    <a:pt x="817" y="2183"/>
                  </a:moveTo>
                  <a:cubicBezTo>
                    <a:pt x="817" y="2183"/>
                    <a:pt x="817" y="2183"/>
                    <a:pt x="817" y="2183"/>
                  </a:cubicBezTo>
                  <a:cubicBezTo>
                    <a:pt x="816" y="2181"/>
                    <a:pt x="816" y="2180"/>
                    <a:pt x="816" y="2179"/>
                  </a:cubicBezTo>
                  <a:cubicBezTo>
                    <a:pt x="816" y="2182"/>
                    <a:pt x="817" y="2186"/>
                    <a:pt x="818" y="2190"/>
                  </a:cubicBezTo>
                  <a:cubicBezTo>
                    <a:pt x="817" y="2187"/>
                    <a:pt x="817" y="2185"/>
                    <a:pt x="817" y="2183"/>
                  </a:cubicBezTo>
                  <a:close/>
                  <a:moveTo>
                    <a:pt x="822" y="2204"/>
                  </a:moveTo>
                  <a:cubicBezTo>
                    <a:pt x="822" y="2201"/>
                    <a:pt x="821" y="2197"/>
                    <a:pt x="822" y="2202"/>
                  </a:cubicBezTo>
                  <a:cubicBezTo>
                    <a:pt x="822" y="2202"/>
                    <a:pt x="822" y="2202"/>
                    <a:pt x="821" y="2202"/>
                  </a:cubicBezTo>
                  <a:cubicBezTo>
                    <a:pt x="821" y="2202"/>
                    <a:pt x="821" y="2202"/>
                    <a:pt x="821" y="2202"/>
                  </a:cubicBezTo>
                  <a:cubicBezTo>
                    <a:pt x="821" y="2197"/>
                    <a:pt x="820" y="2192"/>
                    <a:pt x="818" y="2187"/>
                  </a:cubicBezTo>
                  <a:cubicBezTo>
                    <a:pt x="818" y="2190"/>
                    <a:pt x="818" y="2192"/>
                    <a:pt x="818" y="2194"/>
                  </a:cubicBezTo>
                  <a:cubicBezTo>
                    <a:pt x="820" y="2203"/>
                    <a:pt x="822" y="2211"/>
                    <a:pt x="825" y="2220"/>
                  </a:cubicBezTo>
                  <a:cubicBezTo>
                    <a:pt x="825" y="2220"/>
                    <a:pt x="824" y="2220"/>
                    <a:pt x="824" y="2220"/>
                  </a:cubicBezTo>
                  <a:cubicBezTo>
                    <a:pt x="824" y="2220"/>
                    <a:pt x="825" y="2221"/>
                    <a:pt x="825" y="2221"/>
                  </a:cubicBezTo>
                  <a:cubicBezTo>
                    <a:pt x="825" y="2221"/>
                    <a:pt x="826" y="2221"/>
                    <a:pt x="826" y="2221"/>
                  </a:cubicBezTo>
                  <a:cubicBezTo>
                    <a:pt x="825" y="2215"/>
                    <a:pt x="823" y="2210"/>
                    <a:pt x="822" y="2204"/>
                  </a:cubicBezTo>
                  <a:close/>
                  <a:moveTo>
                    <a:pt x="805" y="2094"/>
                  </a:moveTo>
                  <a:cubicBezTo>
                    <a:pt x="815" y="2157"/>
                    <a:pt x="815" y="2157"/>
                    <a:pt x="815" y="2157"/>
                  </a:cubicBezTo>
                  <a:cubicBezTo>
                    <a:pt x="816" y="2153"/>
                    <a:pt x="809" y="2115"/>
                    <a:pt x="805" y="2094"/>
                  </a:cubicBezTo>
                  <a:close/>
                  <a:moveTo>
                    <a:pt x="814" y="2131"/>
                  </a:moveTo>
                  <a:cubicBezTo>
                    <a:pt x="814" y="2131"/>
                    <a:pt x="814" y="2131"/>
                    <a:pt x="814" y="2131"/>
                  </a:cubicBezTo>
                  <a:cubicBezTo>
                    <a:pt x="814" y="2131"/>
                    <a:pt x="814" y="2131"/>
                    <a:pt x="814" y="2131"/>
                  </a:cubicBezTo>
                  <a:cubicBezTo>
                    <a:pt x="814" y="2131"/>
                    <a:pt x="814" y="2131"/>
                    <a:pt x="814" y="2131"/>
                  </a:cubicBezTo>
                  <a:close/>
                  <a:moveTo>
                    <a:pt x="814" y="2134"/>
                  </a:moveTo>
                  <a:cubicBezTo>
                    <a:pt x="814" y="2134"/>
                    <a:pt x="814" y="2134"/>
                    <a:pt x="814" y="2134"/>
                  </a:cubicBezTo>
                  <a:cubicBezTo>
                    <a:pt x="814" y="2133"/>
                    <a:pt x="814" y="2133"/>
                    <a:pt x="814" y="2133"/>
                  </a:cubicBezTo>
                  <a:cubicBezTo>
                    <a:pt x="814" y="2133"/>
                    <a:pt x="814" y="2133"/>
                    <a:pt x="814" y="2133"/>
                  </a:cubicBezTo>
                  <a:cubicBezTo>
                    <a:pt x="814" y="2133"/>
                    <a:pt x="814" y="2133"/>
                    <a:pt x="814" y="2133"/>
                  </a:cubicBezTo>
                  <a:cubicBezTo>
                    <a:pt x="814" y="2133"/>
                    <a:pt x="814" y="2133"/>
                    <a:pt x="814" y="2132"/>
                  </a:cubicBezTo>
                  <a:cubicBezTo>
                    <a:pt x="814" y="2132"/>
                    <a:pt x="814" y="2132"/>
                    <a:pt x="814" y="2132"/>
                  </a:cubicBezTo>
                  <a:cubicBezTo>
                    <a:pt x="814" y="2132"/>
                    <a:pt x="814" y="2132"/>
                    <a:pt x="814" y="2132"/>
                  </a:cubicBezTo>
                  <a:cubicBezTo>
                    <a:pt x="814" y="2132"/>
                    <a:pt x="814" y="2133"/>
                    <a:pt x="814" y="2133"/>
                  </a:cubicBezTo>
                  <a:cubicBezTo>
                    <a:pt x="814" y="2133"/>
                    <a:pt x="814" y="2133"/>
                    <a:pt x="814" y="2133"/>
                  </a:cubicBezTo>
                  <a:cubicBezTo>
                    <a:pt x="814" y="2133"/>
                    <a:pt x="814" y="2134"/>
                    <a:pt x="814" y="2134"/>
                  </a:cubicBezTo>
                  <a:cubicBezTo>
                    <a:pt x="814" y="2134"/>
                    <a:pt x="814" y="2134"/>
                    <a:pt x="814" y="2134"/>
                  </a:cubicBezTo>
                  <a:cubicBezTo>
                    <a:pt x="814" y="2134"/>
                    <a:pt x="814" y="2134"/>
                    <a:pt x="814" y="2134"/>
                  </a:cubicBezTo>
                  <a:cubicBezTo>
                    <a:pt x="814" y="2134"/>
                    <a:pt x="814" y="2134"/>
                    <a:pt x="814" y="2134"/>
                  </a:cubicBezTo>
                  <a:close/>
                  <a:moveTo>
                    <a:pt x="814" y="2135"/>
                  </a:moveTo>
                  <a:cubicBezTo>
                    <a:pt x="814" y="2135"/>
                    <a:pt x="814" y="2135"/>
                    <a:pt x="814" y="2135"/>
                  </a:cubicBezTo>
                  <a:cubicBezTo>
                    <a:pt x="814" y="2136"/>
                    <a:pt x="815" y="2136"/>
                    <a:pt x="815" y="2136"/>
                  </a:cubicBezTo>
                  <a:cubicBezTo>
                    <a:pt x="815" y="2136"/>
                    <a:pt x="815" y="2136"/>
                    <a:pt x="815" y="2136"/>
                  </a:cubicBezTo>
                  <a:cubicBezTo>
                    <a:pt x="814" y="2136"/>
                    <a:pt x="814" y="2136"/>
                    <a:pt x="814" y="2135"/>
                  </a:cubicBezTo>
                  <a:close/>
                  <a:moveTo>
                    <a:pt x="815" y="2136"/>
                  </a:moveTo>
                  <a:cubicBezTo>
                    <a:pt x="815" y="2136"/>
                    <a:pt x="815" y="2136"/>
                    <a:pt x="815" y="2136"/>
                  </a:cubicBezTo>
                  <a:cubicBezTo>
                    <a:pt x="815" y="2136"/>
                    <a:pt x="815" y="2136"/>
                    <a:pt x="815" y="2136"/>
                  </a:cubicBezTo>
                  <a:close/>
                  <a:moveTo>
                    <a:pt x="815" y="2138"/>
                  </a:move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ubicBezTo>
                    <a:pt x="815" y="2138"/>
                    <a:pt x="815" y="2138"/>
                    <a:pt x="815" y="2138"/>
                  </a:cubicBezTo>
                  <a:close/>
                  <a:moveTo>
                    <a:pt x="815" y="2140"/>
                  </a:moveTo>
                  <a:cubicBezTo>
                    <a:pt x="815" y="2140"/>
                    <a:pt x="815" y="2140"/>
                    <a:pt x="815" y="2140"/>
                  </a:cubicBezTo>
                  <a:cubicBezTo>
                    <a:pt x="815" y="2140"/>
                    <a:pt x="815" y="2140"/>
                    <a:pt x="815" y="2140"/>
                  </a:cubicBezTo>
                  <a:close/>
                  <a:moveTo>
                    <a:pt x="815" y="2140"/>
                  </a:moveTo>
                  <a:cubicBezTo>
                    <a:pt x="815" y="2140"/>
                    <a:pt x="815" y="2140"/>
                    <a:pt x="815" y="2140"/>
                  </a:cubicBezTo>
                  <a:cubicBezTo>
                    <a:pt x="815" y="2140"/>
                    <a:pt x="815" y="2140"/>
                    <a:pt x="815" y="2140"/>
                  </a:cubicBezTo>
                  <a:cubicBezTo>
                    <a:pt x="815" y="2140"/>
                    <a:pt x="815" y="2140"/>
                    <a:pt x="815" y="2140"/>
                  </a:cubicBezTo>
                  <a:cubicBezTo>
                    <a:pt x="815" y="2140"/>
                    <a:pt x="815" y="2140"/>
                    <a:pt x="815" y="2140"/>
                  </a:cubicBezTo>
                  <a:close/>
                  <a:moveTo>
                    <a:pt x="862" y="1877"/>
                  </a:moveTo>
                  <a:cubicBezTo>
                    <a:pt x="860" y="1878"/>
                    <a:pt x="857" y="1879"/>
                    <a:pt x="855" y="1880"/>
                  </a:cubicBezTo>
                  <a:cubicBezTo>
                    <a:pt x="858" y="1880"/>
                    <a:pt x="860" y="1879"/>
                    <a:pt x="862" y="1879"/>
                  </a:cubicBezTo>
                  <a:cubicBezTo>
                    <a:pt x="862" y="1879"/>
                    <a:pt x="862" y="1879"/>
                    <a:pt x="862" y="1879"/>
                  </a:cubicBezTo>
                  <a:cubicBezTo>
                    <a:pt x="862" y="1879"/>
                    <a:pt x="862" y="1879"/>
                    <a:pt x="862" y="1879"/>
                  </a:cubicBezTo>
                  <a:cubicBezTo>
                    <a:pt x="866" y="1877"/>
                    <a:pt x="869" y="1876"/>
                    <a:pt x="873" y="1875"/>
                  </a:cubicBezTo>
                  <a:cubicBezTo>
                    <a:pt x="876" y="1873"/>
                    <a:pt x="878" y="1871"/>
                    <a:pt x="880" y="1869"/>
                  </a:cubicBezTo>
                  <a:cubicBezTo>
                    <a:pt x="874" y="1871"/>
                    <a:pt x="868" y="1873"/>
                    <a:pt x="862" y="1877"/>
                  </a:cubicBezTo>
                  <a:close/>
                  <a:moveTo>
                    <a:pt x="929" y="1853"/>
                  </a:moveTo>
                  <a:cubicBezTo>
                    <a:pt x="929" y="1853"/>
                    <a:pt x="929" y="1853"/>
                    <a:pt x="929" y="1853"/>
                  </a:cubicBezTo>
                  <a:cubicBezTo>
                    <a:pt x="928" y="1853"/>
                    <a:pt x="927" y="1853"/>
                    <a:pt x="927" y="1854"/>
                  </a:cubicBezTo>
                  <a:cubicBezTo>
                    <a:pt x="925" y="1854"/>
                    <a:pt x="924" y="1855"/>
                    <a:pt x="923" y="1855"/>
                  </a:cubicBezTo>
                  <a:cubicBezTo>
                    <a:pt x="923" y="1855"/>
                    <a:pt x="922" y="1856"/>
                    <a:pt x="922" y="1856"/>
                  </a:cubicBezTo>
                  <a:cubicBezTo>
                    <a:pt x="926" y="1855"/>
                    <a:pt x="929" y="1854"/>
                    <a:pt x="932" y="1852"/>
                  </a:cubicBezTo>
                  <a:cubicBezTo>
                    <a:pt x="931" y="1853"/>
                    <a:pt x="929" y="1853"/>
                    <a:pt x="929" y="1853"/>
                  </a:cubicBezTo>
                  <a:close/>
                  <a:moveTo>
                    <a:pt x="1958" y="900"/>
                  </a:moveTo>
                  <a:cubicBezTo>
                    <a:pt x="1955" y="906"/>
                    <a:pt x="1952" y="911"/>
                    <a:pt x="1950" y="917"/>
                  </a:cubicBezTo>
                  <a:cubicBezTo>
                    <a:pt x="1949" y="919"/>
                    <a:pt x="1949" y="922"/>
                    <a:pt x="1948" y="925"/>
                  </a:cubicBezTo>
                  <a:cubicBezTo>
                    <a:pt x="1949" y="923"/>
                    <a:pt x="1950" y="921"/>
                    <a:pt x="1951" y="919"/>
                  </a:cubicBezTo>
                  <a:cubicBezTo>
                    <a:pt x="1954" y="914"/>
                    <a:pt x="1956" y="909"/>
                    <a:pt x="1959" y="904"/>
                  </a:cubicBezTo>
                  <a:cubicBezTo>
                    <a:pt x="1960" y="901"/>
                    <a:pt x="1962" y="899"/>
                    <a:pt x="1963" y="896"/>
                  </a:cubicBezTo>
                  <a:cubicBezTo>
                    <a:pt x="1963" y="897"/>
                    <a:pt x="1963" y="896"/>
                    <a:pt x="1963" y="896"/>
                  </a:cubicBezTo>
                  <a:cubicBezTo>
                    <a:pt x="1963" y="896"/>
                    <a:pt x="1966" y="892"/>
                    <a:pt x="1967" y="889"/>
                  </a:cubicBezTo>
                  <a:cubicBezTo>
                    <a:pt x="1967" y="889"/>
                    <a:pt x="1967" y="889"/>
                    <a:pt x="1967" y="889"/>
                  </a:cubicBezTo>
                  <a:cubicBezTo>
                    <a:pt x="1967" y="889"/>
                    <a:pt x="1967" y="889"/>
                    <a:pt x="1967" y="889"/>
                  </a:cubicBezTo>
                  <a:cubicBezTo>
                    <a:pt x="1967" y="889"/>
                    <a:pt x="1967" y="888"/>
                    <a:pt x="1967" y="888"/>
                  </a:cubicBezTo>
                  <a:cubicBezTo>
                    <a:pt x="1964" y="892"/>
                    <a:pt x="1961" y="896"/>
                    <a:pt x="1958" y="900"/>
                  </a:cubicBezTo>
                  <a:close/>
                  <a:moveTo>
                    <a:pt x="1964" y="894"/>
                  </a:moveTo>
                  <a:cubicBezTo>
                    <a:pt x="1964" y="894"/>
                    <a:pt x="1964" y="894"/>
                    <a:pt x="1964" y="894"/>
                  </a:cubicBezTo>
                  <a:cubicBezTo>
                    <a:pt x="1964" y="894"/>
                    <a:pt x="1964" y="894"/>
                    <a:pt x="1964" y="894"/>
                  </a:cubicBezTo>
                  <a:close/>
                  <a:moveTo>
                    <a:pt x="1964" y="893"/>
                  </a:moveTo>
                  <a:cubicBezTo>
                    <a:pt x="1964" y="893"/>
                    <a:pt x="1964" y="893"/>
                    <a:pt x="1964" y="893"/>
                  </a:cubicBezTo>
                  <a:cubicBezTo>
                    <a:pt x="1964" y="893"/>
                    <a:pt x="1964" y="893"/>
                    <a:pt x="1964" y="893"/>
                  </a:cubicBezTo>
                  <a:cubicBezTo>
                    <a:pt x="1964" y="893"/>
                    <a:pt x="1964" y="893"/>
                    <a:pt x="1964" y="893"/>
                  </a:cubicBezTo>
                  <a:close/>
                  <a:moveTo>
                    <a:pt x="1965" y="892"/>
                  </a:moveTo>
                  <a:cubicBezTo>
                    <a:pt x="1965" y="892"/>
                    <a:pt x="1965" y="892"/>
                    <a:pt x="1965" y="892"/>
                  </a:cubicBezTo>
                  <a:cubicBezTo>
                    <a:pt x="1965" y="892"/>
                    <a:pt x="1965" y="892"/>
                    <a:pt x="1965" y="892"/>
                  </a:cubicBezTo>
                  <a:cubicBezTo>
                    <a:pt x="1965" y="892"/>
                    <a:pt x="1965" y="892"/>
                    <a:pt x="1965" y="892"/>
                  </a:cubicBezTo>
                  <a:close/>
                  <a:moveTo>
                    <a:pt x="1704" y="1288"/>
                  </a:moveTo>
                  <a:cubicBezTo>
                    <a:pt x="1704" y="1288"/>
                    <a:pt x="1704" y="1288"/>
                    <a:pt x="1704" y="1288"/>
                  </a:cubicBezTo>
                  <a:cubicBezTo>
                    <a:pt x="1704" y="1288"/>
                    <a:pt x="1704" y="1288"/>
                    <a:pt x="1704" y="1288"/>
                  </a:cubicBezTo>
                  <a:close/>
                  <a:moveTo>
                    <a:pt x="1505" y="1483"/>
                  </a:moveTo>
                  <a:cubicBezTo>
                    <a:pt x="1475" y="1491"/>
                    <a:pt x="1441" y="1529"/>
                    <a:pt x="1411" y="1563"/>
                  </a:cubicBezTo>
                  <a:cubicBezTo>
                    <a:pt x="1408" y="1566"/>
                    <a:pt x="1405" y="1570"/>
                    <a:pt x="1401" y="1574"/>
                  </a:cubicBezTo>
                  <a:cubicBezTo>
                    <a:pt x="1395" y="1578"/>
                    <a:pt x="1388" y="1583"/>
                    <a:pt x="1383" y="1588"/>
                  </a:cubicBezTo>
                  <a:cubicBezTo>
                    <a:pt x="1386" y="1586"/>
                    <a:pt x="1389" y="1583"/>
                    <a:pt x="1392" y="1581"/>
                  </a:cubicBezTo>
                  <a:cubicBezTo>
                    <a:pt x="1391" y="1582"/>
                    <a:pt x="1388" y="1585"/>
                    <a:pt x="1384" y="1589"/>
                  </a:cubicBezTo>
                  <a:cubicBezTo>
                    <a:pt x="1384" y="1590"/>
                    <a:pt x="1384" y="1590"/>
                    <a:pt x="1384" y="1590"/>
                  </a:cubicBezTo>
                  <a:cubicBezTo>
                    <a:pt x="1377" y="1595"/>
                    <a:pt x="1369" y="1600"/>
                    <a:pt x="1362" y="1606"/>
                  </a:cubicBezTo>
                  <a:cubicBezTo>
                    <a:pt x="1367" y="1603"/>
                    <a:pt x="1371" y="1601"/>
                    <a:pt x="1375" y="1599"/>
                  </a:cubicBezTo>
                  <a:cubicBezTo>
                    <a:pt x="1375" y="1599"/>
                    <a:pt x="1375" y="1599"/>
                    <a:pt x="1375" y="1600"/>
                  </a:cubicBezTo>
                  <a:cubicBezTo>
                    <a:pt x="1375" y="1600"/>
                    <a:pt x="1375" y="1600"/>
                    <a:pt x="1375" y="1599"/>
                  </a:cubicBezTo>
                  <a:cubicBezTo>
                    <a:pt x="1375" y="1600"/>
                    <a:pt x="1375" y="1600"/>
                    <a:pt x="1375" y="1599"/>
                  </a:cubicBezTo>
                  <a:cubicBezTo>
                    <a:pt x="1373" y="1602"/>
                    <a:pt x="1371" y="1604"/>
                    <a:pt x="1368" y="1606"/>
                  </a:cubicBezTo>
                  <a:cubicBezTo>
                    <a:pt x="1375" y="1601"/>
                    <a:pt x="1383" y="1593"/>
                    <a:pt x="1392" y="1584"/>
                  </a:cubicBezTo>
                  <a:cubicBezTo>
                    <a:pt x="1390" y="1585"/>
                    <a:pt x="1388" y="1587"/>
                    <a:pt x="1386" y="1588"/>
                  </a:cubicBezTo>
                  <a:cubicBezTo>
                    <a:pt x="1387" y="1587"/>
                    <a:pt x="1388" y="1586"/>
                    <a:pt x="1389" y="1585"/>
                  </a:cubicBezTo>
                  <a:cubicBezTo>
                    <a:pt x="1392" y="1582"/>
                    <a:pt x="1393" y="1581"/>
                    <a:pt x="1392" y="1581"/>
                  </a:cubicBezTo>
                  <a:cubicBezTo>
                    <a:pt x="1395" y="1579"/>
                    <a:pt x="1398" y="1577"/>
                    <a:pt x="1400" y="1575"/>
                  </a:cubicBezTo>
                  <a:cubicBezTo>
                    <a:pt x="1397" y="1578"/>
                    <a:pt x="1395" y="1581"/>
                    <a:pt x="1392" y="1584"/>
                  </a:cubicBezTo>
                  <a:cubicBezTo>
                    <a:pt x="1400" y="1577"/>
                    <a:pt x="1409" y="1571"/>
                    <a:pt x="1417" y="1564"/>
                  </a:cubicBezTo>
                  <a:cubicBezTo>
                    <a:pt x="1432" y="1554"/>
                    <a:pt x="1448" y="1544"/>
                    <a:pt x="1460" y="1530"/>
                  </a:cubicBezTo>
                  <a:cubicBezTo>
                    <a:pt x="1463" y="1527"/>
                    <a:pt x="1465" y="1524"/>
                    <a:pt x="1467" y="1521"/>
                  </a:cubicBezTo>
                  <a:cubicBezTo>
                    <a:pt x="1477" y="1507"/>
                    <a:pt x="1488" y="1489"/>
                    <a:pt x="1505" y="1483"/>
                  </a:cubicBezTo>
                  <a:cubicBezTo>
                    <a:pt x="1506" y="1483"/>
                    <a:pt x="1506" y="1483"/>
                    <a:pt x="1507" y="1483"/>
                  </a:cubicBezTo>
                  <a:cubicBezTo>
                    <a:pt x="1506" y="1483"/>
                    <a:pt x="1506" y="1483"/>
                    <a:pt x="1505" y="148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2"/>
                  </a:move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1" y="1893"/>
                    <a:pt x="851" y="1893"/>
                  </a:cubicBezTo>
                  <a:cubicBezTo>
                    <a:pt x="851" y="1893"/>
                    <a:pt x="851" y="1893"/>
                    <a:pt x="851" y="1893"/>
                  </a:cubicBezTo>
                  <a:cubicBezTo>
                    <a:pt x="851" y="1893"/>
                    <a:pt x="851" y="1893"/>
                    <a:pt x="851" y="1893"/>
                  </a:cubicBezTo>
                  <a:cubicBezTo>
                    <a:pt x="851" y="1893"/>
                    <a:pt x="850" y="1893"/>
                    <a:pt x="850" y="1893"/>
                  </a:cubicBezTo>
                  <a:close/>
                  <a:moveTo>
                    <a:pt x="849" y="1893"/>
                  </a:moveTo>
                  <a:cubicBezTo>
                    <a:pt x="850" y="1893"/>
                    <a:pt x="850" y="1893"/>
                    <a:pt x="850" y="1893"/>
                  </a:cubicBezTo>
                  <a:cubicBezTo>
                    <a:pt x="850" y="1893"/>
                    <a:pt x="850" y="1893"/>
                    <a:pt x="850" y="1893"/>
                  </a:cubicBezTo>
                  <a:cubicBezTo>
                    <a:pt x="850" y="1893"/>
                    <a:pt x="850" y="1893"/>
                    <a:pt x="849" y="1893"/>
                  </a:cubicBezTo>
                  <a:close/>
                  <a:moveTo>
                    <a:pt x="856" y="1891"/>
                  </a:moveTo>
                  <a:cubicBezTo>
                    <a:pt x="856" y="1891"/>
                    <a:pt x="856" y="1891"/>
                    <a:pt x="856" y="1891"/>
                  </a:cubicBezTo>
                  <a:cubicBezTo>
                    <a:pt x="841" y="1896"/>
                    <a:pt x="823" y="1893"/>
                    <a:pt x="810" y="1903"/>
                  </a:cubicBezTo>
                  <a:cubicBezTo>
                    <a:pt x="824" y="1898"/>
                    <a:pt x="839" y="1896"/>
                    <a:pt x="854" y="1892"/>
                  </a:cubicBezTo>
                  <a:cubicBezTo>
                    <a:pt x="854" y="1892"/>
                    <a:pt x="853" y="1892"/>
                    <a:pt x="853" y="1892"/>
                  </a:cubicBezTo>
                  <a:cubicBezTo>
                    <a:pt x="853" y="1892"/>
                    <a:pt x="853" y="1892"/>
                    <a:pt x="853" y="1892"/>
                  </a:cubicBezTo>
                  <a:cubicBezTo>
                    <a:pt x="853" y="1892"/>
                    <a:pt x="853" y="1892"/>
                    <a:pt x="854" y="1892"/>
                  </a:cubicBezTo>
                  <a:cubicBezTo>
                    <a:pt x="854" y="1892"/>
                    <a:pt x="854" y="1892"/>
                    <a:pt x="854" y="1892"/>
                  </a:cubicBezTo>
                  <a:cubicBezTo>
                    <a:pt x="854" y="1892"/>
                    <a:pt x="854" y="1892"/>
                    <a:pt x="854" y="1892"/>
                  </a:cubicBezTo>
                  <a:cubicBezTo>
                    <a:pt x="854" y="1892"/>
                    <a:pt x="854" y="1891"/>
                    <a:pt x="854" y="1891"/>
                  </a:cubicBezTo>
                  <a:cubicBezTo>
                    <a:pt x="854"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5" y="1891"/>
                    <a:pt x="855" y="1891"/>
                  </a:cubicBezTo>
                  <a:cubicBezTo>
                    <a:pt x="855" y="1891"/>
                    <a:pt x="856" y="1891"/>
                    <a:pt x="856" y="1891"/>
                  </a:cubicBezTo>
                  <a:cubicBezTo>
                    <a:pt x="856" y="1891"/>
                    <a:pt x="856" y="1891"/>
                    <a:pt x="856" y="1891"/>
                  </a:cubicBezTo>
                  <a:cubicBezTo>
                    <a:pt x="856" y="1891"/>
                    <a:pt x="856" y="1891"/>
                    <a:pt x="856" y="1891"/>
                  </a:cubicBezTo>
                  <a:cubicBezTo>
                    <a:pt x="856" y="1891"/>
                    <a:pt x="856" y="1891"/>
                    <a:pt x="856" y="1891"/>
                  </a:cubicBezTo>
                  <a:cubicBezTo>
                    <a:pt x="856" y="1891"/>
                    <a:pt x="856" y="1891"/>
                    <a:pt x="856" y="1891"/>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50" y="1893"/>
                  </a:moveTo>
                  <a:cubicBezTo>
                    <a:pt x="850" y="1893"/>
                    <a:pt x="850" y="1893"/>
                    <a:pt x="849" y="1893"/>
                  </a:cubicBezTo>
                  <a:cubicBezTo>
                    <a:pt x="850" y="1893"/>
                    <a:pt x="850" y="1893"/>
                    <a:pt x="850" y="1893"/>
                  </a:cubicBezTo>
                  <a:cubicBezTo>
                    <a:pt x="850" y="1893"/>
                    <a:pt x="850" y="1893"/>
                    <a:pt x="850" y="1893"/>
                  </a:cubicBezTo>
                  <a:close/>
                  <a:moveTo>
                    <a:pt x="851" y="1893"/>
                  </a:moveTo>
                  <a:cubicBezTo>
                    <a:pt x="851" y="1893"/>
                    <a:pt x="850" y="1893"/>
                    <a:pt x="850" y="1893"/>
                  </a:cubicBezTo>
                  <a:cubicBezTo>
                    <a:pt x="850" y="1893"/>
                    <a:pt x="851" y="1893"/>
                    <a:pt x="851" y="1893"/>
                  </a:cubicBezTo>
                  <a:cubicBezTo>
                    <a:pt x="851" y="1893"/>
                    <a:pt x="851" y="1893"/>
                    <a:pt x="851" y="1893"/>
                  </a:cubicBezTo>
                  <a:cubicBezTo>
                    <a:pt x="851" y="1893"/>
                    <a:pt x="851" y="1893"/>
                    <a:pt x="851" y="1893"/>
                  </a:cubicBezTo>
                  <a:close/>
                  <a:moveTo>
                    <a:pt x="851" y="1892"/>
                  </a:moveTo>
                  <a:cubicBezTo>
                    <a:pt x="851" y="1892"/>
                    <a:pt x="851" y="1892"/>
                    <a:pt x="851" y="1892"/>
                  </a:cubicBezTo>
                  <a:cubicBezTo>
                    <a:pt x="851" y="1892"/>
                    <a:pt x="851" y="1892"/>
                    <a:pt x="851" y="1892"/>
                  </a:cubicBezTo>
                  <a:cubicBezTo>
                    <a:pt x="852" y="1892"/>
                    <a:pt x="852" y="1892"/>
                    <a:pt x="852" y="1892"/>
                  </a:cubicBezTo>
                  <a:cubicBezTo>
                    <a:pt x="852" y="1892"/>
                    <a:pt x="852" y="1892"/>
                    <a:pt x="851" y="1892"/>
                  </a:cubicBezTo>
                  <a:close/>
                  <a:moveTo>
                    <a:pt x="802" y="1926"/>
                  </a:moveTo>
                  <a:cubicBezTo>
                    <a:pt x="801" y="1926"/>
                    <a:pt x="801" y="1927"/>
                    <a:pt x="801" y="1928"/>
                  </a:cubicBezTo>
                  <a:cubicBezTo>
                    <a:pt x="802" y="1926"/>
                    <a:pt x="804" y="1924"/>
                    <a:pt x="806" y="1922"/>
                  </a:cubicBezTo>
                  <a:cubicBezTo>
                    <a:pt x="806" y="1922"/>
                    <a:pt x="806" y="1921"/>
                    <a:pt x="806" y="1921"/>
                  </a:cubicBezTo>
                  <a:cubicBezTo>
                    <a:pt x="806" y="1921"/>
                    <a:pt x="807" y="1921"/>
                    <a:pt x="807" y="1921"/>
                  </a:cubicBezTo>
                  <a:cubicBezTo>
                    <a:pt x="818" y="1911"/>
                    <a:pt x="835" y="1904"/>
                    <a:pt x="856" y="1896"/>
                  </a:cubicBezTo>
                  <a:cubicBezTo>
                    <a:pt x="833" y="1901"/>
                    <a:pt x="812" y="1909"/>
                    <a:pt x="802" y="1926"/>
                  </a:cubicBezTo>
                  <a:close/>
                  <a:moveTo>
                    <a:pt x="802" y="1926"/>
                  </a:moveTo>
                  <a:cubicBezTo>
                    <a:pt x="801" y="1926"/>
                    <a:pt x="801" y="1927"/>
                    <a:pt x="801" y="1928"/>
                  </a:cubicBezTo>
                  <a:cubicBezTo>
                    <a:pt x="802" y="1926"/>
                    <a:pt x="804" y="1924"/>
                    <a:pt x="806" y="1922"/>
                  </a:cubicBezTo>
                  <a:cubicBezTo>
                    <a:pt x="806" y="1922"/>
                    <a:pt x="807" y="1921"/>
                    <a:pt x="807" y="1921"/>
                  </a:cubicBezTo>
                  <a:cubicBezTo>
                    <a:pt x="818" y="1911"/>
                    <a:pt x="835" y="1904"/>
                    <a:pt x="856" y="1896"/>
                  </a:cubicBezTo>
                  <a:cubicBezTo>
                    <a:pt x="833" y="1901"/>
                    <a:pt x="812" y="1909"/>
                    <a:pt x="802" y="1926"/>
                  </a:cubicBezTo>
                  <a:close/>
                  <a:moveTo>
                    <a:pt x="797" y="2003"/>
                  </a:moveTo>
                  <a:cubicBezTo>
                    <a:pt x="798" y="2002"/>
                    <a:pt x="798" y="2002"/>
                    <a:pt x="798" y="2002"/>
                  </a:cubicBezTo>
                  <a:cubicBezTo>
                    <a:pt x="797" y="2002"/>
                    <a:pt x="797" y="2003"/>
                    <a:pt x="797" y="2003"/>
                  </a:cubicBezTo>
                  <a:close/>
                  <a:moveTo>
                    <a:pt x="799" y="2001"/>
                  </a:moveTo>
                  <a:cubicBezTo>
                    <a:pt x="799" y="2002"/>
                    <a:pt x="799" y="2002"/>
                    <a:pt x="799" y="2002"/>
                  </a:cubicBezTo>
                  <a:cubicBezTo>
                    <a:pt x="799" y="2002"/>
                    <a:pt x="799" y="2002"/>
                    <a:pt x="799" y="2002"/>
                  </a:cubicBezTo>
                  <a:cubicBezTo>
                    <a:pt x="800" y="2002"/>
                    <a:pt x="800" y="2001"/>
                    <a:pt x="799" y="2001"/>
                  </a:cubicBezTo>
                  <a:close/>
                  <a:moveTo>
                    <a:pt x="805" y="1984"/>
                  </a:moveTo>
                  <a:cubicBezTo>
                    <a:pt x="806" y="1988"/>
                    <a:pt x="807" y="1992"/>
                    <a:pt x="808" y="1995"/>
                  </a:cubicBezTo>
                  <a:cubicBezTo>
                    <a:pt x="808" y="1993"/>
                    <a:pt x="807" y="1989"/>
                    <a:pt x="805" y="1984"/>
                  </a:cubicBezTo>
                  <a:close/>
                  <a:moveTo>
                    <a:pt x="206" y="2042"/>
                  </a:moveTo>
                  <a:cubicBezTo>
                    <a:pt x="213" y="2044"/>
                    <a:pt x="210" y="2042"/>
                    <a:pt x="204" y="2040"/>
                  </a:cubicBezTo>
                  <a:cubicBezTo>
                    <a:pt x="206" y="2039"/>
                    <a:pt x="204" y="2037"/>
                    <a:pt x="194" y="2038"/>
                  </a:cubicBezTo>
                  <a:cubicBezTo>
                    <a:pt x="195" y="2038"/>
                    <a:pt x="195" y="2038"/>
                    <a:pt x="196" y="2038"/>
                  </a:cubicBezTo>
                  <a:cubicBezTo>
                    <a:pt x="198" y="2039"/>
                    <a:pt x="200" y="2040"/>
                    <a:pt x="203" y="2041"/>
                  </a:cubicBezTo>
                  <a:cubicBezTo>
                    <a:pt x="203" y="2041"/>
                    <a:pt x="202" y="2042"/>
                    <a:pt x="201" y="2042"/>
                  </a:cubicBezTo>
                  <a:cubicBezTo>
                    <a:pt x="200" y="2041"/>
                    <a:pt x="197" y="2040"/>
                    <a:pt x="191" y="2038"/>
                  </a:cubicBezTo>
                  <a:cubicBezTo>
                    <a:pt x="191" y="2039"/>
                    <a:pt x="191" y="2040"/>
                    <a:pt x="192" y="2040"/>
                  </a:cubicBezTo>
                  <a:cubicBezTo>
                    <a:pt x="190" y="2040"/>
                    <a:pt x="187" y="2039"/>
                    <a:pt x="184" y="2038"/>
                  </a:cubicBezTo>
                  <a:cubicBezTo>
                    <a:pt x="189" y="2043"/>
                    <a:pt x="194" y="2047"/>
                    <a:pt x="201" y="2049"/>
                  </a:cubicBezTo>
                  <a:cubicBezTo>
                    <a:pt x="205" y="2051"/>
                    <a:pt x="210" y="2053"/>
                    <a:pt x="215" y="2053"/>
                  </a:cubicBezTo>
                  <a:cubicBezTo>
                    <a:pt x="215" y="2053"/>
                    <a:pt x="216" y="2053"/>
                    <a:pt x="217" y="2054"/>
                  </a:cubicBezTo>
                  <a:cubicBezTo>
                    <a:pt x="223" y="2055"/>
                    <a:pt x="230" y="2055"/>
                    <a:pt x="238" y="2056"/>
                  </a:cubicBezTo>
                  <a:cubicBezTo>
                    <a:pt x="225" y="2050"/>
                    <a:pt x="214" y="2045"/>
                    <a:pt x="206" y="2042"/>
                  </a:cubicBezTo>
                  <a:close/>
                  <a:moveTo>
                    <a:pt x="247" y="2053"/>
                  </a:moveTo>
                  <a:cubicBezTo>
                    <a:pt x="251" y="2055"/>
                    <a:pt x="256" y="2056"/>
                    <a:pt x="260" y="2058"/>
                  </a:cubicBezTo>
                  <a:cubicBezTo>
                    <a:pt x="261" y="2058"/>
                    <a:pt x="262" y="2058"/>
                    <a:pt x="263" y="2058"/>
                  </a:cubicBezTo>
                  <a:cubicBezTo>
                    <a:pt x="258" y="2057"/>
                    <a:pt x="252" y="2055"/>
                    <a:pt x="247" y="2053"/>
                  </a:cubicBezTo>
                  <a:close/>
                  <a:moveTo>
                    <a:pt x="332" y="2081"/>
                  </a:moveTo>
                  <a:cubicBezTo>
                    <a:pt x="308" y="2074"/>
                    <a:pt x="284" y="2066"/>
                    <a:pt x="260" y="2058"/>
                  </a:cubicBezTo>
                  <a:cubicBezTo>
                    <a:pt x="256" y="2057"/>
                    <a:pt x="252" y="2057"/>
                    <a:pt x="249" y="2057"/>
                  </a:cubicBezTo>
                  <a:cubicBezTo>
                    <a:pt x="246" y="2056"/>
                    <a:pt x="244" y="2056"/>
                    <a:pt x="242" y="2055"/>
                  </a:cubicBezTo>
                  <a:cubicBezTo>
                    <a:pt x="244" y="2056"/>
                    <a:pt x="245" y="2056"/>
                    <a:pt x="247" y="2057"/>
                  </a:cubicBezTo>
                  <a:cubicBezTo>
                    <a:pt x="244" y="2056"/>
                    <a:pt x="241" y="2056"/>
                    <a:pt x="238" y="2056"/>
                  </a:cubicBezTo>
                  <a:cubicBezTo>
                    <a:pt x="266" y="2068"/>
                    <a:pt x="297" y="2082"/>
                    <a:pt x="298" y="2075"/>
                  </a:cubicBezTo>
                  <a:cubicBezTo>
                    <a:pt x="299" y="2074"/>
                    <a:pt x="298" y="2074"/>
                    <a:pt x="298" y="2073"/>
                  </a:cubicBezTo>
                  <a:cubicBezTo>
                    <a:pt x="309" y="2076"/>
                    <a:pt x="321" y="2079"/>
                    <a:pt x="332" y="2081"/>
                  </a:cubicBezTo>
                  <a:close/>
                  <a:moveTo>
                    <a:pt x="263" y="2058"/>
                  </a:moveTo>
                  <a:cubicBezTo>
                    <a:pt x="272" y="2061"/>
                    <a:pt x="281" y="2064"/>
                    <a:pt x="290" y="2066"/>
                  </a:cubicBezTo>
                  <a:cubicBezTo>
                    <a:pt x="281" y="2062"/>
                    <a:pt x="272" y="2060"/>
                    <a:pt x="263" y="2058"/>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7"/>
                  </a:moveTo>
                  <a:cubicBezTo>
                    <a:pt x="276"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5" y="1807"/>
                    <a:pt x="275" y="1807"/>
                    <a:pt x="275" y="1807"/>
                  </a:cubicBezTo>
                  <a:cubicBezTo>
                    <a:pt x="274" y="1808"/>
                    <a:pt x="274" y="1808"/>
                    <a:pt x="274" y="1808"/>
                  </a:cubicBezTo>
                  <a:cubicBezTo>
                    <a:pt x="274" y="1808"/>
                    <a:pt x="274" y="1808"/>
                    <a:pt x="273" y="1808"/>
                  </a:cubicBezTo>
                  <a:cubicBezTo>
                    <a:pt x="273" y="1808"/>
                    <a:pt x="273" y="1808"/>
                    <a:pt x="273" y="1808"/>
                  </a:cubicBezTo>
                  <a:cubicBezTo>
                    <a:pt x="273" y="1809"/>
                    <a:pt x="273" y="1809"/>
                    <a:pt x="273" y="1809"/>
                  </a:cubicBezTo>
                  <a:cubicBezTo>
                    <a:pt x="273" y="1809"/>
                    <a:pt x="273" y="1809"/>
                    <a:pt x="272" y="1809"/>
                  </a:cubicBezTo>
                  <a:cubicBezTo>
                    <a:pt x="272" y="1809"/>
                    <a:pt x="272" y="1809"/>
                    <a:pt x="272" y="1809"/>
                  </a:cubicBezTo>
                  <a:cubicBezTo>
                    <a:pt x="272" y="1810"/>
                    <a:pt x="271" y="1810"/>
                    <a:pt x="271" y="1810"/>
                  </a:cubicBezTo>
                  <a:cubicBezTo>
                    <a:pt x="271" y="1810"/>
                    <a:pt x="271" y="1810"/>
                    <a:pt x="270" y="1811"/>
                  </a:cubicBezTo>
                  <a:cubicBezTo>
                    <a:pt x="270" y="1811"/>
                    <a:pt x="270" y="1811"/>
                    <a:pt x="270" y="1811"/>
                  </a:cubicBezTo>
                  <a:cubicBezTo>
                    <a:pt x="270" y="1811"/>
                    <a:pt x="269" y="1811"/>
                    <a:pt x="269" y="1811"/>
                  </a:cubicBezTo>
                  <a:cubicBezTo>
                    <a:pt x="271" y="1811"/>
                    <a:pt x="282" y="1803"/>
                    <a:pt x="276" y="1807"/>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276" y="1806"/>
                  </a:moveTo>
                  <a:cubicBezTo>
                    <a:pt x="276" y="1806"/>
                    <a:pt x="276" y="1806"/>
                    <a:pt x="276" y="1806"/>
                  </a:cubicBezTo>
                  <a:cubicBezTo>
                    <a:pt x="276" y="1806"/>
                    <a:pt x="276" y="1806"/>
                    <a:pt x="276" y="1806"/>
                  </a:cubicBezTo>
                  <a:close/>
                  <a:moveTo>
                    <a:pt x="320" y="1779"/>
                  </a:moveTo>
                  <a:cubicBezTo>
                    <a:pt x="320" y="1779"/>
                    <a:pt x="320" y="1779"/>
                    <a:pt x="321" y="1779"/>
                  </a:cubicBezTo>
                  <a:cubicBezTo>
                    <a:pt x="321" y="1779"/>
                    <a:pt x="321" y="1779"/>
                    <a:pt x="321" y="1779"/>
                  </a:cubicBezTo>
                  <a:cubicBezTo>
                    <a:pt x="321" y="1779"/>
                    <a:pt x="320" y="1779"/>
                    <a:pt x="320" y="1779"/>
                  </a:cubicBezTo>
                  <a:close/>
                  <a:moveTo>
                    <a:pt x="1335" y="1507"/>
                  </a:moveTo>
                  <a:cubicBezTo>
                    <a:pt x="1333" y="1509"/>
                    <a:pt x="1331" y="1511"/>
                    <a:pt x="1329" y="1512"/>
                  </a:cubicBezTo>
                  <a:cubicBezTo>
                    <a:pt x="1328" y="1512"/>
                    <a:pt x="1327" y="1512"/>
                    <a:pt x="1325" y="1513"/>
                  </a:cubicBezTo>
                  <a:cubicBezTo>
                    <a:pt x="1327" y="1510"/>
                    <a:pt x="1328" y="1507"/>
                    <a:pt x="1319" y="1516"/>
                  </a:cubicBezTo>
                  <a:cubicBezTo>
                    <a:pt x="1320" y="1516"/>
                    <a:pt x="1320" y="1516"/>
                    <a:pt x="1321" y="1516"/>
                  </a:cubicBezTo>
                  <a:cubicBezTo>
                    <a:pt x="1322" y="1515"/>
                    <a:pt x="1323" y="1515"/>
                    <a:pt x="1324" y="1515"/>
                  </a:cubicBezTo>
                  <a:cubicBezTo>
                    <a:pt x="1324" y="1516"/>
                    <a:pt x="1325" y="1516"/>
                    <a:pt x="1327" y="1514"/>
                  </a:cubicBezTo>
                  <a:cubicBezTo>
                    <a:pt x="1331" y="1513"/>
                    <a:pt x="1331" y="1513"/>
                    <a:pt x="1331" y="1513"/>
                  </a:cubicBezTo>
                  <a:cubicBezTo>
                    <a:pt x="1331" y="1512"/>
                    <a:pt x="1331" y="1512"/>
                    <a:pt x="1331" y="1512"/>
                  </a:cubicBezTo>
                  <a:cubicBezTo>
                    <a:pt x="1345" y="1505"/>
                    <a:pt x="1357" y="1490"/>
                    <a:pt x="1370" y="1478"/>
                  </a:cubicBezTo>
                  <a:cubicBezTo>
                    <a:pt x="1358" y="1487"/>
                    <a:pt x="1346" y="1496"/>
                    <a:pt x="1335" y="1507"/>
                  </a:cubicBezTo>
                  <a:close/>
                  <a:moveTo>
                    <a:pt x="1370" y="1478"/>
                  </a:moveTo>
                  <a:cubicBezTo>
                    <a:pt x="1376" y="1473"/>
                    <a:pt x="1383" y="1468"/>
                    <a:pt x="1390" y="1463"/>
                  </a:cubicBezTo>
                  <a:cubicBezTo>
                    <a:pt x="1383" y="1466"/>
                    <a:pt x="1376" y="1472"/>
                    <a:pt x="1370" y="1478"/>
                  </a:cubicBezTo>
                  <a:close/>
                  <a:moveTo>
                    <a:pt x="1722" y="1141"/>
                  </a:moveTo>
                  <a:cubicBezTo>
                    <a:pt x="1734" y="1127"/>
                    <a:pt x="1746" y="1112"/>
                    <a:pt x="1758" y="1097"/>
                  </a:cubicBezTo>
                  <a:cubicBezTo>
                    <a:pt x="1758" y="1097"/>
                    <a:pt x="1758" y="1097"/>
                    <a:pt x="1759" y="1096"/>
                  </a:cubicBezTo>
                  <a:cubicBezTo>
                    <a:pt x="1759" y="1096"/>
                    <a:pt x="1759" y="1096"/>
                    <a:pt x="1759" y="1096"/>
                  </a:cubicBezTo>
                  <a:cubicBezTo>
                    <a:pt x="1759" y="1096"/>
                    <a:pt x="1759" y="1096"/>
                    <a:pt x="1759" y="1096"/>
                  </a:cubicBezTo>
                  <a:cubicBezTo>
                    <a:pt x="1759" y="1096"/>
                    <a:pt x="1759" y="1096"/>
                    <a:pt x="1759" y="1096"/>
                  </a:cubicBezTo>
                  <a:cubicBezTo>
                    <a:pt x="1759" y="1096"/>
                    <a:pt x="1759" y="1095"/>
                    <a:pt x="1760" y="1095"/>
                  </a:cubicBezTo>
                  <a:cubicBezTo>
                    <a:pt x="1760" y="1095"/>
                    <a:pt x="1760" y="1095"/>
                    <a:pt x="1760" y="1095"/>
                  </a:cubicBezTo>
                  <a:cubicBezTo>
                    <a:pt x="1760" y="1094"/>
                    <a:pt x="1760" y="1094"/>
                    <a:pt x="1760" y="1094"/>
                  </a:cubicBezTo>
                  <a:cubicBezTo>
                    <a:pt x="1761" y="1093"/>
                    <a:pt x="1761" y="1092"/>
                    <a:pt x="1762" y="1091"/>
                  </a:cubicBezTo>
                  <a:cubicBezTo>
                    <a:pt x="1763" y="1089"/>
                    <a:pt x="1764" y="1087"/>
                    <a:pt x="1766" y="1085"/>
                  </a:cubicBezTo>
                  <a:cubicBezTo>
                    <a:pt x="1750" y="1103"/>
                    <a:pt x="1731" y="1118"/>
                    <a:pt x="1722" y="1141"/>
                  </a:cubicBezTo>
                  <a:close/>
                  <a:moveTo>
                    <a:pt x="1968" y="741"/>
                  </a:moveTo>
                  <a:cubicBezTo>
                    <a:pt x="1973" y="738"/>
                    <a:pt x="1989" y="721"/>
                    <a:pt x="1983" y="727"/>
                  </a:cubicBezTo>
                  <a:cubicBezTo>
                    <a:pt x="1983" y="727"/>
                    <a:pt x="1983" y="726"/>
                    <a:pt x="1983" y="726"/>
                  </a:cubicBezTo>
                  <a:cubicBezTo>
                    <a:pt x="1983" y="726"/>
                    <a:pt x="1983" y="726"/>
                    <a:pt x="1983" y="726"/>
                  </a:cubicBezTo>
                  <a:cubicBezTo>
                    <a:pt x="1983" y="726"/>
                    <a:pt x="1984" y="726"/>
                    <a:pt x="1984" y="726"/>
                  </a:cubicBezTo>
                  <a:cubicBezTo>
                    <a:pt x="1984" y="725"/>
                    <a:pt x="1984" y="725"/>
                    <a:pt x="1984" y="725"/>
                  </a:cubicBezTo>
                  <a:cubicBezTo>
                    <a:pt x="1984" y="725"/>
                    <a:pt x="1984" y="725"/>
                    <a:pt x="1984" y="725"/>
                  </a:cubicBezTo>
                  <a:cubicBezTo>
                    <a:pt x="1984" y="725"/>
                    <a:pt x="1984" y="725"/>
                    <a:pt x="1984" y="725"/>
                  </a:cubicBezTo>
                  <a:cubicBezTo>
                    <a:pt x="1984" y="724"/>
                    <a:pt x="1984" y="724"/>
                    <a:pt x="1984" y="724"/>
                  </a:cubicBezTo>
                  <a:cubicBezTo>
                    <a:pt x="1984" y="724"/>
                    <a:pt x="1984" y="724"/>
                    <a:pt x="1984" y="724"/>
                  </a:cubicBezTo>
                  <a:cubicBezTo>
                    <a:pt x="1987" y="719"/>
                    <a:pt x="1989" y="714"/>
                    <a:pt x="1992" y="709"/>
                  </a:cubicBezTo>
                  <a:cubicBezTo>
                    <a:pt x="1988" y="714"/>
                    <a:pt x="1971" y="738"/>
                    <a:pt x="1968" y="741"/>
                  </a:cubicBezTo>
                  <a:close/>
                  <a:moveTo>
                    <a:pt x="1992" y="708"/>
                  </a:moveTo>
                  <a:cubicBezTo>
                    <a:pt x="1992" y="708"/>
                    <a:pt x="1992" y="709"/>
                    <a:pt x="1992" y="709"/>
                  </a:cubicBezTo>
                  <a:cubicBezTo>
                    <a:pt x="1992" y="708"/>
                    <a:pt x="1992" y="708"/>
                    <a:pt x="1992" y="708"/>
                  </a:cubicBezTo>
                  <a:cubicBezTo>
                    <a:pt x="1992" y="708"/>
                    <a:pt x="1992" y="708"/>
                    <a:pt x="1992" y="708"/>
                  </a:cubicBezTo>
                  <a:close/>
                  <a:moveTo>
                    <a:pt x="1945" y="787"/>
                  </a:moveTo>
                  <a:cubicBezTo>
                    <a:pt x="1952" y="775"/>
                    <a:pt x="1959" y="763"/>
                    <a:pt x="1966" y="751"/>
                  </a:cubicBezTo>
                  <a:cubicBezTo>
                    <a:pt x="1970" y="738"/>
                    <a:pt x="1950" y="778"/>
                    <a:pt x="1945" y="787"/>
                  </a:cubicBezTo>
                  <a:close/>
                  <a:moveTo>
                    <a:pt x="2091" y="390"/>
                  </a:moveTo>
                  <a:cubicBezTo>
                    <a:pt x="2091" y="391"/>
                    <a:pt x="2091" y="391"/>
                    <a:pt x="2091" y="391"/>
                  </a:cubicBezTo>
                  <a:cubicBezTo>
                    <a:pt x="2091" y="392"/>
                    <a:pt x="2091" y="392"/>
                    <a:pt x="2091" y="392"/>
                  </a:cubicBezTo>
                  <a:cubicBezTo>
                    <a:pt x="2089" y="400"/>
                    <a:pt x="2087" y="408"/>
                    <a:pt x="2085" y="417"/>
                  </a:cubicBezTo>
                  <a:cubicBezTo>
                    <a:pt x="2091" y="407"/>
                    <a:pt x="2091" y="391"/>
                    <a:pt x="2091" y="390"/>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86" y="434"/>
                  </a:moveTo>
                  <a:cubicBezTo>
                    <a:pt x="2087" y="430"/>
                    <a:pt x="2089" y="425"/>
                    <a:pt x="2090" y="421"/>
                  </a:cubicBezTo>
                  <a:cubicBezTo>
                    <a:pt x="2087" y="425"/>
                    <a:pt x="2084" y="430"/>
                    <a:pt x="2081" y="435"/>
                  </a:cubicBezTo>
                  <a:cubicBezTo>
                    <a:pt x="2080" y="437"/>
                    <a:pt x="2079" y="439"/>
                    <a:pt x="2078" y="441"/>
                  </a:cubicBezTo>
                  <a:cubicBezTo>
                    <a:pt x="2078" y="441"/>
                    <a:pt x="2078" y="441"/>
                    <a:pt x="2078" y="441"/>
                  </a:cubicBezTo>
                  <a:cubicBezTo>
                    <a:pt x="2077" y="442"/>
                    <a:pt x="2077" y="442"/>
                    <a:pt x="2078" y="442"/>
                  </a:cubicBezTo>
                  <a:cubicBezTo>
                    <a:pt x="2078" y="442"/>
                    <a:pt x="2078" y="442"/>
                    <a:pt x="2078" y="442"/>
                  </a:cubicBezTo>
                  <a:cubicBezTo>
                    <a:pt x="2078" y="442"/>
                    <a:pt x="2078" y="442"/>
                    <a:pt x="2077" y="442"/>
                  </a:cubicBezTo>
                  <a:cubicBezTo>
                    <a:pt x="2078" y="442"/>
                    <a:pt x="2078" y="442"/>
                    <a:pt x="2078" y="442"/>
                  </a:cubicBezTo>
                  <a:cubicBezTo>
                    <a:pt x="2079" y="441"/>
                    <a:pt x="2080" y="441"/>
                    <a:pt x="2080" y="440"/>
                  </a:cubicBezTo>
                  <a:cubicBezTo>
                    <a:pt x="2075" y="450"/>
                    <a:pt x="2074" y="461"/>
                    <a:pt x="2073" y="472"/>
                  </a:cubicBezTo>
                  <a:cubicBezTo>
                    <a:pt x="2077" y="460"/>
                    <a:pt x="2081" y="448"/>
                    <a:pt x="2085" y="436"/>
                  </a:cubicBezTo>
                  <a:cubicBezTo>
                    <a:pt x="2085" y="436"/>
                    <a:pt x="2085" y="436"/>
                    <a:pt x="2085" y="436"/>
                  </a:cubicBezTo>
                  <a:cubicBezTo>
                    <a:pt x="2095" y="428"/>
                    <a:pt x="2091" y="431"/>
                    <a:pt x="2086" y="434"/>
                  </a:cubicBezTo>
                  <a:close/>
                  <a:moveTo>
                    <a:pt x="2072" y="479"/>
                  </a:moveTo>
                  <a:cubicBezTo>
                    <a:pt x="2072" y="480"/>
                    <a:pt x="2072" y="481"/>
                    <a:pt x="2072" y="483"/>
                  </a:cubicBezTo>
                  <a:cubicBezTo>
                    <a:pt x="2073" y="477"/>
                    <a:pt x="2075" y="471"/>
                    <a:pt x="2076" y="466"/>
                  </a:cubicBez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076" y="466"/>
                  </a:moveTo>
                  <a:cubicBezTo>
                    <a:pt x="2075" y="470"/>
                    <a:pt x="2074" y="474"/>
                    <a:pt x="2072" y="479"/>
                  </a:cubicBezTo>
                  <a:cubicBezTo>
                    <a:pt x="2073" y="476"/>
                    <a:pt x="2073" y="474"/>
                    <a:pt x="2073" y="472"/>
                  </a:cubicBezTo>
                  <a:cubicBezTo>
                    <a:pt x="2071" y="479"/>
                    <a:pt x="2069" y="486"/>
                    <a:pt x="2067" y="493"/>
                  </a:cubicBezTo>
                  <a:cubicBezTo>
                    <a:pt x="2069" y="488"/>
                    <a:pt x="2071" y="483"/>
                    <a:pt x="2072" y="479"/>
                  </a:cubicBezTo>
                  <a:cubicBezTo>
                    <a:pt x="2072" y="480"/>
                    <a:pt x="2072" y="481"/>
                    <a:pt x="2072" y="483"/>
                  </a:cubicBezTo>
                  <a:cubicBezTo>
                    <a:pt x="2073" y="477"/>
                    <a:pt x="2075" y="471"/>
                    <a:pt x="2076" y="466"/>
                  </a:cubicBezTo>
                  <a:close/>
                  <a:moveTo>
                    <a:pt x="2065" y="506"/>
                  </a:moveTo>
                  <a:cubicBezTo>
                    <a:pt x="2069" y="499"/>
                    <a:pt x="2071" y="491"/>
                    <a:pt x="2072" y="483"/>
                  </a:cubicBezTo>
                  <a:cubicBezTo>
                    <a:pt x="2070" y="491"/>
                    <a:pt x="2067" y="498"/>
                    <a:pt x="2065" y="506"/>
                  </a:cubicBezTo>
                  <a:close/>
                  <a:moveTo>
                    <a:pt x="2111" y="357"/>
                  </a:moveTo>
                  <a:cubicBezTo>
                    <a:pt x="2111" y="359"/>
                    <a:pt x="2111" y="360"/>
                    <a:pt x="2110" y="362"/>
                  </a:cubicBezTo>
                  <a:cubicBezTo>
                    <a:pt x="2110" y="362"/>
                    <a:pt x="2110" y="362"/>
                    <a:pt x="2110" y="363"/>
                  </a:cubicBezTo>
                  <a:cubicBezTo>
                    <a:pt x="2110" y="363"/>
                    <a:pt x="2110" y="364"/>
                    <a:pt x="2110" y="364"/>
                  </a:cubicBezTo>
                  <a:cubicBezTo>
                    <a:pt x="2110" y="363"/>
                    <a:pt x="2111" y="362"/>
                    <a:pt x="2111" y="362"/>
                  </a:cubicBezTo>
                  <a:cubicBezTo>
                    <a:pt x="2111" y="360"/>
                    <a:pt x="2111" y="359"/>
                    <a:pt x="2111" y="357"/>
                  </a:cubicBezTo>
                  <a:close/>
                  <a:moveTo>
                    <a:pt x="2111" y="357"/>
                  </a:moveTo>
                  <a:cubicBezTo>
                    <a:pt x="2111" y="357"/>
                    <a:pt x="2111" y="357"/>
                    <a:pt x="2111" y="357"/>
                  </a:cubicBezTo>
                  <a:cubicBezTo>
                    <a:pt x="2111" y="357"/>
                    <a:pt x="2111" y="357"/>
                    <a:pt x="2111" y="357"/>
                  </a:cubicBezTo>
                  <a:cubicBezTo>
                    <a:pt x="2111" y="357"/>
                    <a:pt x="2111" y="356"/>
                    <a:pt x="2111" y="356"/>
                  </a:cubicBezTo>
                  <a:lnTo>
                    <a:pt x="2111" y="357"/>
                  </a:lnTo>
                  <a:close/>
                  <a:moveTo>
                    <a:pt x="2111" y="362"/>
                  </a:moveTo>
                  <a:cubicBezTo>
                    <a:pt x="2111" y="362"/>
                    <a:pt x="2111" y="362"/>
                    <a:pt x="2111" y="362"/>
                  </a:cubicBezTo>
                  <a:cubicBezTo>
                    <a:pt x="2111" y="362"/>
                    <a:pt x="2111" y="362"/>
                    <a:pt x="2111" y="362"/>
                  </a:cubicBezTo>
                  <a:cubicBezTo>
                    <a:pt x="2111" y="362"/>
                    <a:pt x="2111" y="362"/>
                    <a:pt x="2111" y="361"/>
                  </a:cubicBezTo>
                  <a:cubicBezTo>
                    <a:pt x="2111" y="361"/>
                    <a:pt x="2111" y="361"/>
                    <a:pt x="2111" y="362"/>
                  </a:cubicBezTo>
                  <a:close/>
                  <a:moveTo>
                    <a:pt x="1478" y="1400"/>
                  </a:moveTo>
                  <a:cubicBezTo>
                    <a:pt x="1478" y="1400"/>
                    <a:pt x="1478" y="1400"/>
                    <a:pt x="1478" y="1400"/>
                  </a:cubicBezTo>
                  <a:cubicBezTo>
                    <a:pt x="1478" y="1400"/>
                    <a:pt x="1478" y="1400"/>
                    <a:pt x="1478" y="1400"/>
                  </a:cubicBezTo>
                  <a:cubicBezTo>
                    <a:pt x="1478" y="1400"/>
                    <a:pt x="1478" y="1399"/>
                    <a:pt x="1478" y="1399"/>
                  </a:cubicBezTo>
                  <a:cubicBezTo>
                    <a:pt x="1478" y="1399"/>
                    <a:pt x="1478" y="1399"/>
                    <a:pt x="1478" y="1399"/>
                  </a:cubicBezTo>
                  <a:cubicBezTo>
                    <a:pt x="1478" y="1399"/>
                    <a:pt x="1478" y="1399"/>
                    <a:pt x="1478" y="1400"/>
                  </a:cubicBezTo>
                  <a:close/>
                  <a:moveTo>
                    <a:pt x="1478" y="1400"/>
                  </a:moveTo>
                  <a:cubicBezTo>
                    <a:pt x="1478" y="1400"/>
                    <a:pt x="1478" y="1400"/>
                    <a:pt x="1478" y="1400"/>
                  </a:cubicBezTo>
                  <a:cubicBezTo>
                    <a:pt x="1478" y="1400"/>
                    <a:pt x="1478" y="1400"/>
                    <a:pt x="1478" y="1400"/>
                  </a:cubicBezTo>
                  <a:cubicBezTo>
                    <a:pt x="1478" y="1400"/>
                    <a:pt x="1478" y="1400"/>
                    <a:pt x="1478" y="1400"/>
                  </a:cubicBezTo>
                  <a:close/>
                  <a:moveTo>
                    <a:pt x="1478" y="1399"/>
                  </a:moveTo>
                  <a:cubicBezTo>
                    <a:pt x="1478" y="1399"/>
                    <a:pt x="1478" y="1399"/>
                    <a:pt x="1478" y="1399"/>
                  </a:cubicBezTo>
                  <a:cubicBezTo>
                    <a:pt x="1478" y="1399"/>
                    <a:pt x="1478" y="1399"/>
                    <a:pt x="1478" y="1399"/>
                  </a:cubicBezTo>
                  <a:cubicBezTo>
                    <a:pt x="1478" y="1399"/>
                    <a:pt x="1478" y="1399"/>
                    <a:pt x="1478" y="1399"/>
                  </a:cubicBezTo>
                  <a:close/>
                  <a:moveTo>
                    <a:pt x="320" y="1779"/>
                  </a:moveTo>
                  <a:cubicBezTo>
                    <a:pt x="320" y="1779"/>
                    <a:pt x="320" y="1779"/>
                    <a:pt x="321" y="1779"/>
                  </a:cubicBezTo>
                  <a:cubicBezTo>
                    <a:pt x="321" y="1779"/>
                    <a:pt x="321" y="1779"/>
                    <a:pt x="321" y="1779"/>
                  </a:cubicBezTo>
                  <a:cubicBezTo>
                    <a:pt x="321" y="1779"/>
                    <a:pt x="320" y="1779"/>
                    <a:pt x="320" y="1779"/>
                  </a:cubicBezTo>
                  <a:close/>
                  <a:moveTo>
                    <a:pt x="321" y="1779"/>
                  </a:moveTo>
                  <a:cubicBezTo>
                    <a:pt x="321" y="1779"/>
                    <a:pt x="321" y="1779"/>
                    <a:pt x="321" y="1779"/>
                  </a:cubicBezTo>
                  <a:cubicBezTo>
                    <a:pt x="321" y="1779"/>
                    <a:pt x="321" y="1779"/>
                    <a:pt x="321" y="1779"/>
                  </a:cubicBezTo>
                  <a:cubicBezTo>
                    <a:pt x="321" y="1779"/>
                    <a:pt x="321" y="1779"/>
                    <a:pt x="321" y="1779"/>
                  </a:cubicBezTo>
                  <a:close/>
                  <a:moveTo>
                    <a:pt x="325" y="1777"/>
                  </a:moveTo>
                  <a:cubicBezTo>
                    <a:pt x="325" y="1777"/>
                    <a:pt x="325" y="1777"/>
                    <a:pt x="325" y="1777"/>
                  </a:cubicBezTo>
                  <a:cubicBezTo>
                    <a:pt x="325" y="1777"/>
                    <a:pt x="325" y="1777"/>
                    <a:pt x="325" y="1777"/>
                  </a:cubicBezTo>
                  <a:close/>
                  <a:moveTo>
                    <a:pt x="325" y="1776"/>
                  </a:moveTo>
                  <a:cubicBezTo>
                    <a:pt x="325" y="1776"/>
                    <a:pt x="325" y="1776"/>
                    <a:pt x="325" y="1776"/>
                  </a:cubicBez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325" y="1776"/>
                  </a:moveTo>
                  <a:cubicBezTo>
                    <a:pt x="325" y="1776"/>
                    <a:pt x="325" y="1776"/>
                    <a:pt x="325" y="1776"/>
                  </a:cubicBezTo>
                  <a:cubicBezTo>
                    <a:pt x="325" y="1776"/>
                    <a:pt x="325" y="1776"/>
                    <a:pt x="325" y="1776"/>
                  </a:cubicBezTo>
                  <a:close/>
                  <a:moveTo>
                    <a:pt x="897" y="1757"/>
                  </a:moveTo>
                  <a:cubicBezTo>
                    <a:pt x="888" y="1760"/>
                    <a:pt x="877" y="1764"/>
                    <a:pt x="869" y="1768"/>
                  </a:cubicBezTo>
                  <a:cubicBezTo>
                    <a:pt x="863" y="1770"/>
                    <a:pt x="858" y="1772"/>
                    <a:pt x="857" y="1772"/>
                  </a:cubicBezTo>
                  <a:cubicBezTo>
                    <a:pt x="857" y="1772"/>
                    <a:pt x="857" y="1773"/>
                    <a:pt x="857" y="1773"/>
                  </a:cubicBezTo>
                  <a:cubicBezTo>
                    <a:pt x="856" y="1773"/>
                    <a:pt x="856" y="1773"/>
                    <a:pt x="856" y="1773"/>
                  </a:cubicBezTo>
                  <a:cubicBezTo>
                    <a:pt x="856" y="1773"/>
                    <a:pt x="856" y="1773"/>
                    <a:pt x="856" y="1773"/>
                  </a:cubicBezTo>
                  <a:cubicBezTo>
                    <a:pt x="856" y="1773"/>
                    <a:pt x="856" y="1773"/>
                    <a:pt x="856" y="1773"/>
                  </a:cubicBezTo>
                  <a:cubicBezTo>
                    <a:pt x="856" y="1773"/>
                    <a:pt x="856" y="1773"/>
                    <a:pt x="856"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5" y="1773"/>
                    <a:pt x="855" y="1773"/>
                    <a:pt x="855" y="1773"/>
                  </a:cubicBezTo>
                  <a:cubicBezTo>
                    <a:pt x="854" y="1773"/>
                    <a:pt x="854" y="1773"/>
                    <a:pt x="854" y="1773"/>
                  </a:cubicBezTo>
                  <a:cubicBezTo>
                    <a:pt x="854" y="1773"/>
                    <a:pt x="854" y="1773"/>
                    <a:pt x="854" y="1773"/>
                  </a:cubicBezTo>
                  <a:cubicBezTo>
                    <a:pt x="854" y="1773"/>
                    <a:pt x="854" y="1774"/>
                    <a:pt x="854" y="1774"/>
                  </a:cubicBezTo>
                  <a:cubicBezTo>
                    <a:pt x="854" y="1774"/>
                    <a:pt x="854" y="1774"/>
                    <a:pt x="854" y="1774"/>
                  </a:cubicBezTo>
                  <a:cubicBezTo>
                    <a:pt x="854" y="1774"/>
                    <a:pt x="854" y="1774"/>
                    <a:pt x="854"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3" y="1774"/>
                  </a:cubicBezTo>
                  <a:cubicBezTo>
                    <a:pt x="853" y="1774"/>
                    <a:pt x="853" y="1774"/>
                    <a:pt x="852" y="1774"/>
                  </a:cubicBezTo>
                  <a:cubicBezTo>
                    <a:pt x="852" y="1774"/>
                    <a:pt x="852" y="1774"/>
                    <a:pt x="852" y="1774"/>
                  </a:cubicBezTo>
                  <a:cubicBezTo>
                    <a:pt x="853" y="1774"/>
                    <a:pt x="855" y="1774"/>
                    <a:pt x="856" y="1773"/>
                  </a:cubicBezTo>
                  <a:cubicBezTo>
                    <a:pt x="856" y="1773"/>
                    <a:pt x="856" y="1773"/>
                    <a:pt x="857" y="1773"/>
                  </a:cubicBezTo>
                  <a:cubicBezTo>
                    <a:pt x="857" y="1773"/>
                    <a:pt x="857" y="1773"/>
                    <a:pt x="857" y="1773"/>
                  </a:cubicBezTo>
                  <a:cubicBezTo>
                    <a:pt x="858" y="1773"/>
                    <a:pt x="858" y="1773"/>
                    <a:pt x="858" y="1773"/>
                  </a:cubicBezTo>
                  <a:cubicBezTo>
                    <a:pt x="858" y="1773"/>
                    <a:pt x="859" y="1773"/>
                    <a:pt x="859" y="1772"/>
                  </a:cubicBezTo>
                  <a:cubicBezTo>
                    <a:pt x="859" y="1772"/>
                    <a:pt x="860" y="1772"/>
                    <a:pt x="860" y="1772"/>
                  </a:cubicBezTo>
                  <a:cubicBezTo>
                    <a:pt x="860" y="1772"/>
                    <a:pt x="860" y="1772"/>
                    <a:pt x="860" y="1772"/>
                  </a:cubicBezTo>
                  <a:cubicBezTo>
                    <a:pt x="861" y="1772"/>
                    <a:pt x="861" y="1772"/>
                    <a:pt x="861" y="1772"/>
                  </a:cubicBezTo>
                  <a:cubicBezTo>
                    <a:pt x="861" y="1772"/>
                    <a:pt x="861" y="1772"/>
                    <a:pt x="862" y="1772"/>
                  </a:cubicBezTo>
                  <a:cubicBezTo>
                    <a:pt x="862" y="1771"/>
                    <a:pt x="863" y="1771"/>
                    <a:pt x="864" y="1771"/>
                  </a:cubicBezTo>
                  <a:cubicBezTo>
                    <a:pt x="864" y="1771"/>
                    <a:pt x="864" y="1771"/>
                    <a:pt x="864" y="1771"/>
                  </a:cubicBezTo>
                  <a:cubicBezTo>
                    <a:pt x="866" y="1770"/>
                    <a:pt x="867" y="1770"/>
                    <a:pt x="868" y="1770"/>
                  </a:cubicBezTo>
                  <a:cubicBezTo>
                    <a:pt x="868" y="1770"/>
                    <a:pt x="868" y="1770"/>
                    <a:pt x="868" y="1770"/>
                  </a:cubicBezTo>
                  <a:cubicBezTo>
                    <a:pt x="868" y="1769"/>
                    <a:pt x="868" y="1769"/>
                    <a:pt x="868" y="1769"/>
                  </a:cubicBezTo>
                  <a:cubicBezTo>
                    <a:pt x="869" y="1769"/>
                    <a:pt x="869" y="1769"/>
                    <a:pt x="869" y="1769"/>
                  </a:cubicBezTo>
                  <a:cubicBezTo>
                    <a:pt x="879" y="1766"/>
                    <a:pt x="888" y="1762"/>
                    <a:pt x="897" y="1758"/>
                  </a:cubicBezTo>
                  <a:cubicBezTo>
                    <a:pt x="905" y="1755"/>
                    <a:pt x="912" y="1752"/>
                    <a:pt x="919" y="1748"/>
                  </a:cubicBezTo>
                  <a:cubicBezTo>
                    <a:pt x="916" y="1750"/>
                    <a:pt x="907" y="1753"/>
                    <a:pt x="897" y="1757"/>
                  </a:cubicBezTo>
                  <a:close/>
                  <a:moveTo>
                    <a:pt x="1257" y="1568"/>
                  </a:moveTo>
                  <a:cubicBezTo>
                    <a:pt x="1258" y="1567"/>
                    <a:pt x="1258" y="1567"/>
                    <a:pt x="1259" y="1566"/>
                  </a:cubicBezTo>
                  <a:cubicBezTo>
                    <a:pt x="1258" y="1567"/>
                    <a:pt x="1257" y="1567"/>
                    <a:pt x="1257" y="1568"/>
                  </a:cubicBezTo>
                  <a:close/>
                  <a:moveTo>
                    <a:pt x="1277" y="1560"/>
                  </a:moveTo>
                  <a:cubicBezTo>
                    <a:pt x="1273" y="1562"/>
                    <a:pt x="1269" y="1564"/>
                    <a:pt x="1265" y="1567"/>
                  </a:cubicBezTo>
                  <a:cubicBezTo>
                    <a:pt x="1279" y="1561"/>
                    <a:pt x="1280" y="1559"/>
                    <a:pt x="1277" y="1560"/>
                  </a:cubicBezTo>
                  <a:close/>
                  <a:moveTo>
                    <a:pt x="1285" y="1556"/>
                  </a:moveTo>
                  <a:cubicBezTo>
                    <a:pt x="1302" y="1551"/>
                    <a:pt x="1312" y="1533"/>
                    <a:pt x="1328" y="1524"/>
                  </a:cubicBezTo>
                  <a:cubicBezTo>
                    <a:pt x="1299" y="1524"/>
                    <a:pt x="1281" y="1551"/>
                    <a:pt x="1259" y="1566"/>
                  </a:cubicBezTo>
                  <a:cubicBezTo>
                    <a:pt x="1264" y="1564"/>
                    <a:pt x="1272" y="1561"/>
                    <a:pt x="1276" y="1560"/>
                  </a:cubicBezTo>
                  <a:cubicBezTo>
                    <a:pt x="1276" y="1560"/>
                    <a:pt x="1276" y="1560"/>
                    <a:pt x="1276" y="1560"/>
                  </a:cubicBezTo>
                  <a:cubicBezTo>
                    <a:pt x="1276" y="1560"/>
                    <a:pt x="1276" y="1560"/>
                    <a:pt x="1276" y="1560"/>
                  </a:cubicBezTo>
                  <a:cubicBezTo>
                    <a:pt x="1276" y="1560"/>
                    <a:pt x="1276" y="1560"/>
                    <a:pt x="1276" y="1560"/>
                  </a:cubicBezTo>
                  <a:cubicBezTo>
                    <a:pt x="1276" y="1560"/>
                    <a:pt x="1276" y="1560"/>
                    <a:pt x="1277" y="1560"/>
                  </a:cubicBezTo>
                  <a:cubicBezTo>
                    <a:pt x="1278" y="1559"/>
                    <a:pt x="1279" y="1558"/>
                    <a:pt x="1280" y="1557"/>
                  </a:cubicBezTo>
                  <a:cubicBezTo>
                    <a:pt x="1281" y="1557"/>
                    <a:pt x="1281" y="1557"/>
                    <a:pt x="1281" y="1557"/>
                  </a:cubicBezTo>
                  <a:cubicBezTo>
                    <a:pt x="1281" y="1557"/>
                    <a:pt x="1281" y="1557"/>
                    <a:pt x="1282" y="1557"/>
                  </a:cubicBezTo>
                  <a:cubicBezTo>
                    <a:pt x="1282" y="1557"/>
                    <a:pt x="1283" y="1557"/>
                    <a:pt x="1283" y="1557"/>
                  </a:cubicBezTo>
                  <a:cubicBezTo>
                    <a:pt x="1283" y="1557"/>
                    <a:pt x="1283" y="1557"/>
                    <a:pt x="1283" y="1557"/>
                  </a:cubicBezTo>
                  <a:cubicBezTo>
                    <a:pt x="1283" y="1557"/>
                    <a:pt x="1283" y="1557"/>
                    <a:pt x="1283" y="1557"/>
                  </a:cubicBezTo>
                  <a:cubicBezTo>
                    <a:pt x="1283" y="1557"/>
                    <a:pt x="1284" y="1557"/>
                    <a:pt x="1284" y="1557"/>
                  </a:cubicBezTo>
                  <a:cubicBezTo>
                    <a:pt x="1284" y="1557"/>
                    <a:pt x="1285" y="1557"/>
                    <a:pt x="1285" y="1557"/>
                  </a:cubicBezTo>
                  <a:cubicBezTo>
                    <a:pt x="1285" y="1557"/>
                    <a:pt x="1285" y="1557"/>
                    <a:pt x="1285" y="1557"/>
                  </a:cubicBezTo>
                  <a:cubicBezTo>
                    <a:pt x="1285" y="1557"/>
                    <a:pt x="1285" y="1557"/>
                    <a:pt x="1285" y="1557"/>
                  </a:cubicBezTo>
                  <a:cubicBezTo>
                    <a:pt x="1293" y="1556"/>
                    <a:pt x="1289" y="1556"/>
                    <a:pt x="1285" y="1556"/>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053" y="1689"/>
                  </a:moveTo>
                  <a:cubicBezTo>
                    <a:pt x="1053" y="1689"/>
                    <a:pt x="1053" y="1689"/>
                    <a:pt x="1053" y="1689"/>
                  </a:cubicBezTo>
                  <a:cubicBezTo>
                    <a:pt x="1053" y="1689"/>
                    <a:pt x="1053" y="1689"/>
                    <a:pt x="1053" y="1689"/>
                  </a:cubicBezTo>
                  <a:cubicBezTo>
                    <a:pt x="1053" y="1689"/>
                    <a:pt x="1053" y="1689"/>
                    <a:pt x="1053" y="1689"/>
                  </a:cubicBezTo>
                  <a:cubicBezTo>
                    <a:pt x="1053" y="1689"/>
                    <a:pt x="1053" y="1689"/>
                    <a:pt x="1053" y="1689"/>
                  </a:cubicBezTo>
                  <a:close/>
                  <a:moveTo>
                    <a:pt x="1054" y="1689"/>
                  </a:moveTo>
                  <a:cubicBezTo>
                    <a:pt x="1054" y="1689"/>
                    <a:pt x="1054" y="1689"/>
                    <a:pt x="1054" y="1689"/>
                  </a:cubicBezTo>
                  <a:cubicBezTo>
                    <a:pt x="1054" y="1689"/>
                    <a:pt x="1054" y="1689"/>
                    <a:pt x="1054" y="1689"/>
                  </a:cubicBezTo>
                  <a:cubicBezTo>
                    <a:pt x="1054" y="1689"/>
                    <a:pt x="1054" y="1689"/>
                    <a:pt x="1054" y="1689"/>
                  </a:cubicBezTo>
                  <a:close/>
                  <a:moveTo>
                    <a:pt x="1054" y="1689"/>
                  </a:moveTo>
                  <a:cubicBezTo>
                    <a:pt x="1053" y="1689"/>
                    <a:pt x="1053" y="1689"/>
                    <a:pt x="1053" y="1689"/>
                  </a:cubicBezTo>
                  <a:cubicBezTo>
                    <a:pt x="1053" y="1689"/>
                    <a:pt x="1053" y="1689"/>
                    <a:pt x="1053" y="1689"/>
                  </a:cubicBezTo>
                  <a:cubicBezTo>
                    <a:pt x="1054" y="1689"/>
                    <a:pt x="1054" y="1689"/>
                    <a:pt x="1054" y="1689"/>
                  </a:cubicBezTo>
                  <a:cubicBezTo>
                    <a:pt x="1054" y="1689"/>
                    <a:pt x="1054" y="1689"/>
                    <a:pt x="1054" y="1689"/>
                  </a:cubicBezTo>
                  <a:cubicBezTo>
                    <a:pt x="1054" y="1689"/>
                    <a:pt x="1054" y="1689"/>
                    <a:pt x="1054" y="1689"/>
                  </a:cubicBezTo>
                  <a:close/>
                  <a:moveTo>
                    <a:pt x="1056" y="1688"/>
                  </a:move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ubicBezTo>
                    <a:pt x="1056" y="1688"/>
                    <a:pt x="1056" y="1688"/>
                    <a:pt x="1056" y="1688"/>
                  </a:cubicBezTo>
                  <a:close/>
                  <a:moveTo>
                    <a:pt x="1059" y="1687"/>
                  </a:moveTo>
                  <a:cubicBezTo>
                    <a:pt x="1059" y="1687"/>
                    <a:pt x="1059" y="1687"/>
                    <a:pt x="1059" y="1687"/>
                  </a:cubicBezTo>
                  <a:cubicBezTo>
                    <a:pt x="1059" y="1687"/>
                    <a:pt x="1059" y="1687"/>
                    <a:pt x="1059" y="1687"/>
                  </a:cubicBezTo>
                  <a:cubicBezTo>
                    <a:pt x="1059" y="1687"/>
                    <a:pt x="1059" y="1687"/>
                    <a:pt x="1059" y="1687"/>
                  </a:cubicBezTo>
                  <a:close/>
                  <a:moveTo>
                    <a:pt x="1074" y="1678"/>
                  </a:moveTo>
                  <a:cubicBezTo>
                    <a:pt x="1074" y="1678"/>
                    <a:pt x="1074" y="1678"/>
                    <a:pt x="1074" y="1678"/>
                  </a:cubicBezTo>
                  <a:cubicBezTo>
                    <a:pt x="1073" y="1679"/>
                    <a:pt x="1073" y="1679"/>
                    <a:pt x="1073" y="1679"/>
                  </a:cubicBezTo>
                  <a:cubicBezTo>
                    <a:pt x="1074" y="1678"/>
                    <a:pt x="1075" y="1678"/>
                    <a:pt x="1076" y="1677"/>
                  </a:cubicBezTo>
                  <a:cubicBezTo>
                    <a:pt x="1076" y="1677"/>
                    <a:pt x="1077" y="1677"/>
                    <a:pt x="1077" y="1676"/>
                  </a:cubicBezTo>
                  <a:cubicBezTo>
                    <a:pt x="1076" y="1677"/>
                    <a:pt x="1075" y="1678"/>
                    <a:pt x="1074" y="1678"/>
                  </a:cubicBezTo>
                  <a:close/>
                  <a:moveTo>
                    <a:pt x="1899" y="915"/>
                  </a:moveTo>
                  <a:cubicBezTo>
                    <a:pt x="1899" y="915"/>
                    <a:pt x="1899" y="915"/>
                    <a:pt x="1899" y="915"/>
                  </a:cubicBezTo>
                  <a:cubicBezTo>
                    <a:pt x="1899" y="915"/>
                    <a:pt x="1899" y="915"/>
                    <a:pt x="1899" y="916"/>
                  </a:cubicBezTo>
                  <a:cubicBezTo>
                    <a:pt x="1900" y="915"/>
                    <a:pt x="1900" y="914"/>
                    <a:pt x="1900" y="914"/>
                  </a:cubicBezTo>
                  <a:cubicBezTo>
                    <a:pt x="1900" y="914"/>
                    <a:pt x="1900" y="914"/>
                    <a:pt x="1899" y="915"/>
                  </a:cubicBezTo>
                  <a:close/>
                  <a:moveTo>
                    <a:pt x="1934" y="865"/>
                  </a:moveTo>
                  <a:cubicBezTo>
                    <a:pt x="1933" y="867"/>
                    <a:pt x="1931" y="869"/>
                    <a:pt x="1930" y="871"/>
                  </a:cubicBezTo>
                  <a:cubicBezTo>
                    <a:pt x="1927" y="876"/>
                    <a:pt x="1924" y="882"/>
                    <a:pt x="1920" y="888"/>
                  </a:cubicBezTo>
                  <a:cubicBezTo>
                    <a:pt x="1925" y="880"/>
                    <a:pt x="1930" y="873"/>
                    <a:pt x="1934" y="865"/>
                  </a:cubicBezTo>
                  <a:cubicBezTo>
                    <a:pt x="1935" y="863"/>
                    <a:pt x="1937" y="860"/>
                    <a:pt x="1938" y="858"/>
                  </a:cubicBezTo>
                  <a:cubicBezTo>
                    <a:pt x="1936" y="860"/>
                    <a:pt x="1935" y="862"/>
                    <a:pt x="1934" y="865"/>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lose/>
                  <a:moveTo>
                    <a:pt x="1352" y="1520"/>
                  </a:moveTo>
                  <a:cubicBezTo>
                    <a:pt x="1361" y="1514"/>
                    <a:pt x="1370" y="1508"/>
                    <a:pt x="1378" y="1501"/>
                  </a:cubicBezTo>
                  <a:cubicBezTo>
                    <a:pt x="1369" y="1508"/>
                    <a:pt x="1360" y="1515"/>
                    <a:pt x="1350" y="1521"/>
                  </a:cubicBezTo>
                  <a:cubicBezTo>
                    <a:pt x="1351" y="1520"/>
                    <a:pt x="1351" y="1520"/>
                    <a:pt x="1352" y="1520"/>
                  </a:cubicBezTo>
                  <a:cubicBezTo>
                    <a:pt x="1350" y="1521"/>
                    <a:pt x="1349" y="1522"/>
                    <a:pt x="1347" y="1523"/>
                  </a:cubicBezTo>
                  <a:cubicBezTo>
                    <a:pt x="1347" y="1523"/>
                    <a:pt x="1347" y="1523"/>
                    <a:pt x="1347" y="1523"/>
                  </a:cubicBezTo>
                  <a:cubicBezTo>
                    <a:pt x="1347" y="1523"/>
                    <a:pt x="1347" y="1523"/>
                    <a:pt x="1347" y="1523"/>
                  </a:cubicBezTo>
                  <a:cubicBezTo>
                    <a:pt x="1346" y="1523"/>
                    <a:pt x="1346" y="1523"/>
                    <a:pt x="1346" y="1524"/>
                  </a:cubicBezTo>
                  <a:cubicBezTo>
                    <a:pt x="1346" y="1524"/>
                    <a:pt x="1346" y="1524"/>
                    <a:pt x="1346" y="1524"/>
                  </a:cubicBezTo>
                  <a:cubicBezTo>
                    <a:pt x="1346"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4" y="1525"/>
                    <a:pt x="1344" y="1525"/>
                  </a:cubicBezTo>
                  <a:cubicBezTo>
                    <a:pt x="1351" y="1521"/>
                    <a:pt x="1354" y="1519"/>
                    <a:pt x="1352" y="1520"/>
                  </a:cubicBezTo>
                  <a:close/>
                  <a:moveTo>
                    <a:pt x="1345" y="1524"/>
                  </a:move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5" y="1524"/>
                  </a:cubicBezTo>
                  <a:cubicBezTo>
                    <a:pt x="1345" y="1524"/>
                    <a:pt x="1345" y="1524"/>
                    <a:pt x="1346" y="1524"/>
                  </a:cubicBezTo>
                  <a:cubicBezTo>
                    <a:pt x="1346" y="1524"/>
                    <a:pt x="1346" y="1524"/>
                    <a:pt x="1346" y="1524"/>
                  </a:cubicBezTo>
                  <a:cubicBezTo>
                    <a:pt x="1346" y="1524"/>
                    <a:pt x="1346" y="1524"/>
                    <a:pt x="1346" y="1524"/>
                  </a:cubicBezTo>
                  <a:cubicBezTo>
                    <a:pt x="1346" y="1524"/>
                    <a:pt x="1346" y="1524"/>
                    <a:pt x="1346" y="1524"/>
                  </a:cubicBezTo>
                  <a:cubicBezTo>
                    <a:pt x="1346" y="1523"/>
                    <a:pt x="1346" y="1523"/>
                    <a:pt x="1347" y="1523"/>
                  </a:cubicBezTo>
                  <a:cubicBezTo>
                    <a:pt x="1347" y="1523"/>
                    <a:pt x="1347" y="1523"/>
                    <a:pt x="1347" y="1523"/>
                  </a:cubicBezTo>
                  <a:cubicBezTo>
                    <a:pt x="1347" y="1523"/>
                    <a:pt x="1347" y="1523"/>
                    <a:pt x="1347" y="1523"/>
                  </a:cubicBezTo>
                  <a:cubicBezTo>
                    <a:pt x="1348" y="1522"/>
                    <a:pt x="1348" y="1522"/>
                    <a:pt x="1348" y="1522"/>
                  </a:cubicBezTo>
                  <a:cubicBezTo>
                    <a:pt x="1349" y="1522"/>
                    <a:pt x="1349" y="1522"/>
                    <a:pt x="1349" y="1522"/>
                  </a:cubicBezTo>
                  <a:cubicBezTo>
                    <a:pt x="1348" y="1522"/>
                    <a:pt x="1347" y="1522"/>
                    <a:pt x="1345" y="15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7" name="Freeform 734">
              <a:extLst>
                <a:ext uri="{FF2B5EF4-FFF2-40B4-BE49-F238E27FC236}">
                  <a16:creationId xmlns:a16="http://schemas.microsoft.com/office/drawing/2014/main" id="{627DAF2B-BA9C-6080-1255-8D26700A11C2}"/>
                </a:ext>
              </a:extLst>
            </p:cNvPr>
            <p:cNvSpPr>
              <a:spLocks/>
            </p:cNvSpPr>
            <p:nvPr userDrawn="1"/>
          </p:nvSpPr>
          <p:spPr bwMode="auto">
            <a:xfrm>
              <a:off x="4075" y="1199"/>
              <a:ext cx="19" cy="35"/>
            </a:xfrm>
            <a:custGeom>
              <a:avLst/>
              <a:gdLst>
                <a:gd name="T0" fmla="*/ 0 w 13"/>
                <a:gd name="T1" fmla="*/ 24 h 24"/>
                <a:gd name="T2" fmla="*/ 13 w 13"/>
                <a:gd name="T3" fmla="*/ 0 h 24"/>
                <a:gd name="T4" fmla="*/ 0 w 13"/>
                <a:gd name="T5" fmla="*/ 24 h 24"/>
              </a:gdLst>
              <a:ahLst/>
              <a:cxnLst>
                <a:cxn ang="0">
                  <a:pos x="T0" y="T1"/>
                </a:cxn>
                <a:cxn ang="0">
                  <a:pos x="T2" y="T3"/>
                </a:cxn>
                <a:cxn ang="0">
                  <a:pos x="T4" y="T5"/>
                </a:cxn>
              </a:cxnLst>
              <a:rect l="0" t="0" r="r" b="b"/>
              <a:pathLst>
                <a:path w="13" h="24">
                  <a:moveTo>
                    <a:pt x="0" y="24"/>
                  </a:moveTo>
                  <a:cubicBezTo>
                    <a:pt x="6" y="13"/>
                    <a:pt x="10" y="6"/>
                    <a:pt x="13" y="0"/>
                  </a:cubicBezTo>
                  <a:cubicBezTo>
                    <a:pt x="9" y="8"/>
                    <a:pt x="5" y="16"/>
                    <a:pt x="0"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49" name="Freeform 735">
              <a:extLst>
                <a:ext uri="{FF2B5EF4-FFF2-40B4-BE49-F238E27FC236}">
                  <a16:creationId xmlns:a16="http://schemas.microsoft.com/office/drawing/2014/main" id="{87264C9B-A3C5-0B67-8442-4D4E11092960}"/>
                </a:ext>
              </a:extLst>
            </p:cNvPr>
            <p:cNvSpPr>
              <a:spLocks/>
            </p:cNvSpPr>
            <p:nvPr userDrawn="1"/>
          </p:nvSpPr>
          <p:spPr bwMode="auto">
            <a:xfrm>
              <a:off x="1625" y="2647"/>
              <a:ext cx="13" cy="11"/>
            </a:xfrm>
            <a:custGeom>
              <a:avLst/>
              <a:gdLst>
                <a:gd name="T0" fmla="*/ 9 w 9"/>
                <a:gd name="T1" fmla="*/ 0 h 7"/>
                <a:gd name="T2" fmla="*/ 0 w 9"/>
                <a:gd name="T3" fmla="*/ 7 h 7"/>
                <a:gd name="T4" fmla="*/ 9 w 9"/>
                <a:gd name="T5" fmla="*/ 0 h 7"/>
              </a:gdLst>
              <a:ahLst/>
              <a:cxnLst>
                <a:cxn ang="0">
                  <a:pos x="T0" y="T1"/>
                </a:cxn>
                <a:cxn ang="0">
                  <a:pos x="T2" y="T3"/>
                </a:cxn>
                <a:cxn ang="0">
                  <a:pos x="T4" y="T5"/>
                </a:cxn>
              </a:cxnLst>
              <a:rect l="0" t="0" r="r" b="b"/>
              <a:pathLst>
                <a:path w="9" h="7">
                  <a:moveTo>
                    <a:pt x="9" y="0"/>
                  </a:moveTo>
                  <a:cubicBezTo>
                    <a:pt x="9" y="1"/>
                    <a:pt x="5" y="4"/>
                    <a:pt x="0" y="7"/>
                  </a:cubicBezTo>
                  <a:cubicBezTo>
                    <a:pt x="1" y="7"/>
                    <a:pt x="3" y="5"/>
                    <a:pt x="9"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0" name="Freeform 736">
              <a:extLst>
                <a:ext uri="{FF2B5EF4-FFF2-40B4-BE49-F238E27FC236}">
                  <a16:creationId xmlns:a16="http://schemas.microsoft.com/office/drawing/2014/main" id="{4FAFA932-AC85-77AC-2322-0A8074E4C9C4}"/>
                </a:ext>
              </a:extLst>
            </p:cNvPr>
            <p:cNvSpPr>
              <a:spLocks/>
            </p:cNvSpPr>
            <p:nvPr userDrawn="1"/>
          </p:nvSpPr>
          <p:spPr bwMode="auto">
            <a:xfrm>
              <a:off x="4401" y="510"/>
              <a:ext cx="16" cy="84"/>
            </a:xfrm>
            <a:custGeom>
              <a:avLst/>
              <a:gdLst>
                <a:gd name="T0" fmla="*/ 5 w 11"/>
                <a:gd name="T1" fmla="*/ 21 h 58"/>
                <a:gd name="T2" fmla="*/ 0 w 11"/>
                <a:gd name="T3" fmla="*/ 58 h 58"/>
                <a:gd name="T4" fmla="*/ 5 w 11"/>
                <a:gd name="T5" fmla="*/ 21 h 58"/>
              </a:gdLst>
              <a:ahLst/>
              <a:cxnLst>
                <a:cxn ang="0">
                  <a:pos x="T0" y="T1"/>
                </a:cxn>
                <a:cxn ang="0">
                  <a:pos x="T2" y="T3"/>
                </a:cxn>
                <a:cxn ang="0">
                  <a:pos x="T4" y="T5"/>
                </a:cxn>
              </a:cxnLst>
              <a:rect l="0" t="0" r="r" b="b"/>
              <a:pathLst>
                <a:path w="11" h="58">
                  <a:moveTo>
                    <a:pt x="5" y="21"/>
                  </a:moveTo>
                  <a:cubicBezTo>
                    <a:pt x="11" y="0"/>
                    <a:pt x="3" y="41"/>
                    <a:pt x="0" y="58"/>
                  </a:cubicBezTo>
                  <a:cubicBezTo>
                    <a:pt x="2" y="41"/>
                    <a:pt x="1" y="34"/>
                    <a:pt x="5" y="2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1" name="Freeform 737">
              <a:extLst>
                <a:ext uri="{FF2B5EF4-FFF2-40B4-BE49-F238E27FC236}">
                  <a16:creationId xmlns:a16="http://schemas.microsoft.com/office/drawing/2014/main" id="{EAD99AF9-1303-4B4E-7964-521545EC8A4B}"/>
                </a:ext>
              </a:extLst>
            </p:cNvPr>
            <p:cNvSpPr>
              <a:spLocks/>
            </p:cNvSpPr>
            <p:nvPr userDrawn="1"/>
          </p:nvSpPr>
          <p:spPr bwMode="auto">
            <a:xfrm>
              <a:off x="4365" y="672"/>
              <a:ext cx="16" cy="59"/>
            </a:xfrm>
            <a:custGeom>
              <a:avLst/>
              <a:gdLst>
                <a:gd name="T0" fmla="*/ 0 w 11"/>
                <a:gd name="T1" fmla="*/ 41 h 41"/>
                <a:gd name="T2" fmla="*/ 11 w 11"/>
                <a:gd name="T3" fmla="*/ 0 h 41"/>
                <a:gd name="T4" fmla="*/ 0 w 11"/>
                <a:gd name="T5" fmla="*/ 41 h 41"/>
              </a:gdLst>
              <a:ahLst/>
              <a:cxnLst>
                <a:cxn ang="0">
                  <a:pos x="T0" y="T1"/>
                </a:cxn>
                <a:cxn ang="0">
                  <a:pos x="T2" y="T3"/>
                </a:cxn>
                <a:cxn ang="0">
                  <a:pos x="T4" y="T5"/>
                </a:cxn>
              </a:cxnLst>
              <a:rect l="0" t="0" r="r" b="b"/>
              <a:pathLst>
                <a:path w="11" h="41">
                  <a:moveTo>
                    <a:pt x="0" y="41"/>
                  </a:moveTo>
                  <a:cubicBezTo>
                    <a:pt x="4" y="31"/>
                    <a:pt x="7" y="17"/>
                    <a:pt x="11" y="0"/>
                  </a:cubicBezTo>
                  <a:cubicBezTo>
                    <a:pt x="9" y="11"/>
                    <a:pt x="6" y="23"/>
                    <a:pt x="0" y="4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2" name="Freeform 738">
              <a:extLst>
                <a:ext uri="{FF2B5EF4-FFF2-40B4-BE49-F238E27FC236}">
                  <a16:creationId xmlns:a16="http://schemas.microsoft.com/office/drawing/2014/main" id="{D6FA497F-5F36-485F-1166-4937AD2FDB51}"/>
                </a:ext>
              </a:extLst>
            </p:cNvPr>
            <p:cNvSpPr>
              <a:spLocks/>
            </p:cNvSpPr>
            <p:nvPr userDrawn="1"/>
          </p:nvSpPr>
          <p:spPr bwMode="auto">
            <a:xfrm>
              <a:off x="4381" y="575"/>
              <a:ext cx="17" cy="97"/>
            </a:xfrm>
            <a:custGeom>
              <a:avLst/>
              <a:gdLst>
                <a:gd name="T0" fmla="*/ 12 w 12"/>
                <a:gd name="T1" fmla="*/ 0 h 67"/>
                <a:gd name="T2" fmla="*/ 0 w 12"/>
                <a:gd name="T3" fmla="*/ 67 h 67"/>
                <a:gd name="T4" fmla="*/ 12 w 12"/>
                <a:gd name="T5" fmla="*/ 0 h 67"/>
              </a:gdLst>
              <a:ahLst/>
              <a:cxnLst>
                <a:cxn ang="0">
                  <a:pos x="T0" y="T1"/>
                </a:cxn>
                <a:cxn ang="0">
                  <a:pos x="T2" y="T3"/>
                </a:cxn>
                <a:cxn ang="0">
                  <a:pos x="T4" y="T5"/>
                </a:cxn>
              </a:cxnLst>
              <a:rect l="0" t="0" r="r" b="b"/>
              <a:pathLst>
                <a:path w="12" h="67">
                  <a:moveTo>
                    <a:pt x="12" y="0"/>
                  </a:moveTo>
                  <a:cubicBezTo>
                    <a:pt x="8" y="26"/>
                    <a:pt x="4" y="49"/>
                    <a:pt x="0" y="67"/>
                  </a:cubicBezTo>
                  <a:cubicBezTo>
                    <a:pt x="3" y="50"/>
                    <a:pt x="5" y="35"/>
                    <a:pt x="1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3" name="Freeform 739">
              <a:extLst>
                <a:ext uri="{FF2B5EF4-FFF2-40B4-BE49-F238E27FC236}">
                  <a16:creationId xmlns:a16="http://schemas.microsoft.com/office/drawing/2014/main" id="{9A6EF76F-3896-0032-5B6B-D501E9067C5A}"/>
                </a:ext>
              </a:extLst>
            </p:cNvPr>
            <p:cNvSpPr>
              <a:spLocks/>
            </p:cNvSpPr>
            <p:nvPr userDrawn="1"/>
          </p:nvSpPr>
          <p:spPr bwMode="auto">
            <a:xfrm>
              <a:off x="4190" y="1112"/>
              <a:ext cx="62" cy="118"/>
            </a:xfrm>
            <a:custGeom>
              <a:avLst/>
              <a:gdLst>
                <a:gd name="T0" fmla="*/ 3 w 43"/>
                <a:gd name="T1" fmla="*/ 78 h 82"/>
                <a:gd name="T2" fmla="*/ 29 w 43"/>
                <a:gd name="T3" fmla="*/ 22 h 82"/>
                <a:gd name="T4" fmla="*/ 16 w 43"/>
                <a:gd name="T5" fmla="*/ 54 h 82"/>
                <a:gd name="T6" fmla="*/ 43 w 43"/>
                <a:gd name="T7" fmla="*/ 0 h 82"/>
                <a:gd name="T8" fmla="*/ 3 w 43"/>
                <a:gd name="T9" fmla="*/ 78 h 82"/>
                <a:gd name="T10" fmla="*/ 10 w 43"/>
                <a:gd name="T11" fmla="*/ 66 h 82"/>
                <a:gd name="T12" fmla="*/ 7 w 43"/>
                <a:gd name="T13" fmla="*/ 71 h 82"/>
                <a:gd name="T14" fmla="*/ 6 w 43"/>
                <a:gd name="T15" fmla="*/ 73 h 82"/>
                <a:gd name="T16" fmla="*/ 3 w 43"/>
                <a:gd name="T17" fmla="*/ 78 h 82"/>
                <a:gd name="T18" fmla="*/ 3 w 43"/>
                <a:gd name="T19" fmla="*/ 78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82">
                  <a:moveTo>
                    <a:pt x="3" y="78"/>
                  </a:moveTo>
                  <a:cubicBezTo>
                    <a:pt x="6" y="73"/>
                    <a:pt x="26" y="21"/>
                    <a:pt x="29" y="22"/>
                  </a:cubicBezTo>
                  <a:cubicBezTo>
                    <a:pt x="24" y="32"/>
                    <a:pt x="20" y="43"/>
                    <a:pt x="16" y="54"/>
                  </a:cubicBezTo>
                  <a:cubicBezTo>
                    <a:pt x="21" y="34"/>
                    <a:pt x="33" y="17"/>
                    <a:pt x="43" y="0"/>
                  </a:cubicBezTo>
                  <a:cubicBezTo>
                    <a:pt x="32" y="27"/>
                    <a:pt x="16" y="52"/>
                    <a:pt x="3" y="78"/>
                  </a:cubicBezTo>
                  <a:cubicBezTo>
                    <a:pt x="6" y="74"/>
                    <a:pt x="8" y="70"/>
                    <a:pt x="10" y="66"/>
                  </a:cubicBezTo>
                  <a:cubicBezTo>
                    <a:pt x="1" y="80"/>
                    <a:pt x="0" y="82"/>
                    <a:pt x="7" y="71"/>
                  </a:cubicBezTo>
                  <a:cubicBezTo>
                    <a:pt x="2" y="80"/>
                    <a:pt x="1" y="80"/>
                    <a:pt x="6" y="73"/>
                  </a:cubicBezTo>
                  <a:cubicBezTo>
                    <a:pt x="8" y="68"/>
                    <a:pt x="7" y="70"/>
                    <a:pt x="3" y="78"/>
                  </a:cubicBezTo>
                  <a:cubicBezTo>
                    <a:pt x="6" y="73"/>
                    <a:pt x="11" y="64"/>
                    <a:pt x="3" y="7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4" name="Freeform 740">
              <a:extLst>
                <a:ext uri="{FF2B5EF4-FFF2-40B4-BE49-F238E27FC236}">
                  <a16:creationId xmlns:a16="http://schemas.microsoft.com/office/drawing/2014/main" id="{AB1324DF-0770-E566-3675-221CE2F73809}"/>
                </a:ext>
              </a:extLst>
            </p:cNvPr>
            <p:cNvSpPr>
              <a:spLocks/>
            </p:cNvSpPr>
            <p:nvPr userDrawn="1"/>
          </p:nvSpPr>
          <p:spPr bwMode="auto">
            <a:xfrm>
              <a:off x="4117" y="1343"/>
              <a:ext cx="15" cy="32"/>
            </a:xfrm>
            <a:custGeom>
              <a:avLst/>
              <a:gdLst>
                <a:gd name="T0" fmla="*/ 0 w 11"/>
                <a:gd name="T1" fmla="*/ 22 h 22"/>
                <a:gd name="T2" fmla="*/ 11 w 11"/>
                <a:gd name="T3" fmla="*/ 0 h 22"/>
                <a:gd name="T4" fmla="*/ 0 w 11"/>
                <a:gd name="T5" fmla="*/ 22 h 22"/>
              </a:gdLst>
              <a:ahLst/>
              <a:cxnLst>
                <a:cxn ang="0">
                  <a:pos x="T0" y="T1"/>
                </a:cxn>
                <a:cxn ang="0">
                  <a:pos x="T2" y="T3"/>
                </a:cxn>
                <a:cxn ang="0">
                  <a:pos x="T4" y="T5"/>
                </a:cxn>
              </a:cxnLst>
              <a:rect l="0" t="0" r="r" b="b"/>
              <a:pathLst>
                <a:path w="11" h="22">
                  <a:moveTo>
                    <a:pt x="0" y="22"/>
                  </a:moveTo>
                  <a:cubicBezTo>
                    <a:pt x="4" y="14"/>
                    <a:pt x="8" y="6"/>
                    <a:pt x="11" y="0"/>
                  </a:cubicBezTo>
                  <a:cubicBezTo>
                    <a:pt x="7" y="8"/>
                    <a:pt x="4" y="15"/>
                    <a:pt x="0" y="2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5" name="Freeform 741">
              <a:extLst>
                <a:ext uri="{FF2B5EF4-FFF2-40B4-BE49-F238E27FC236}">
                  <a16:creationId xmlns:a16="http://schemas.microsoft.com/office/drawing/2014/main" id="{2A7AD54D-E225-F4C0-B170-B0E353722F89}"/>
                </a:ext>
              </a:extLst>
            </p:cNvPr>
            <p:cNvSpPr>
              <a:spLocks/>
            </p:cNvSpPr>
            <p:nvPr userDrawn="1"/>
          </p:nvSpPr>
          <p:spPr bwMode="auto">
            <a:xfrm>
              <a:off x="4085" y="1415"/>
              <a:ext cx="1" cy="7"/>
            </a:xfrm>
            <a:custGeom>
              <a:avLst/>
              <a:gdLst>
                <a:gd name="T0" fmla="*/ 0 w 1"/>
                <a:gd name="T1" fmla="*/ 4 h 5"/>
                <a:gd name="T2" fmla="*/ 0 w 1"/>
                <a:gd name="T3" fmla="*/ 5 h 5"/>
                <a:gd name="T4" fmla="*/ 0 w 1"/>
                <a:gd name="T5" fmla="*/ 4 h 5"/>
                <a:gd name="T6" fmla="*/ 0 w 1"/>
                <a:gd name="T7" fmla="*/ 4 h 5"/>
                <a:gd name="T8" fmla="*/ 0 w 1"/>
                <a:gd name="T9" fmla="*/ 4 h 5"/>
                <a:gd name="T10" fmla="*/ 0 w 1"/>
                <a:gd name="T11" fmla="*/ 4 h 5"/>
              </a:gdLst>
              <a:ahLst/>
              <a:cxnLst>
                <a:cxn ang="0">
                  <a:pos x="T0" y="T1"/>
                </a:cxn>
                <a:cxn ang="0">
                  <a:pos x="T2" y="T3"/>
                </a:cxn>
                <a:cxn ang="0">
                  <a:pos x="T4" y="T5"/>
                </a:cxn>
                <a:cxn ang="0">
                  <a:pos x="T6" y="T7"/>
                </a:cxn>
                <a:cxn ang="0">
                  <a:pos x="T8" y="T9"/>
                </a:cxn>
                <a:cxn ang="0">
                  <a:pos x="T10" y="T11"/>
                </a:cxn>
              </a:cxnLst>
              <a:rect l="0" t="0" r="r" b="b"/>
              <a:pathLst>
                <a:path w="1" h="5">
                  <a:moveTo>
                    <a:pt x="0" y="4"/>
                  </a:moveTo>
                  <a:cubicBezTo>
                    <a:pt x="0" y="4"/>
                    <a:pt x="0" y="5"/>
                    <a:pt x="0" y="5"/>
                  </a:cubicBezTo>
                  <a:cubicBezTo>
                    <a:pt x="0" y="5"/>
                    <a:pt x="0" y="5"/>
                    <a:pt x="0" y="4"/>
                  </a:cubicBezTo>
                  <a:cubicBezTo>
                    <a:pt x="0" y="4"/>
                    <a:pt x="0" y="4"/>
                    <a:pt x="0" y="4"/>
                  </a:cubicBezTo>
                  <a:cubicBezTo>
                    <a:pt x="0" y="2"/>
                    <a:pt x="1" y="0"/>
                    <a:pt x="0" y="4"/>
                  </a:cubicBezTo>
                  <a:cubicBezTo>
                    <a:pt x="0" y="4"/>
                    <a:pt x="0" y="4"/>
                    <a:pt x="0"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6" name="Freeform 742">
              <a:extLst>
                <a:ext uri="{FF2B5EF4-FFF2-40B4-BE49-F238E27FC236}">
                  <a16:creationId xmlns:a16="http://schemas.microsoft.com/office/drawing/2014/main" id="{0899E1FE-CBA6-32B8-D7CC-8E93C66FC223}"/>
                </a:ext>
              </a:extLst>
            </p:cNvPr>
            <p:cNvSpPr>
              <a:spLocks/>
            </p:cNvSpPr>
            <p:nvPr userDrawn="1"/>
          </p:nvSpPr>
          <p:spPr bwMode="auto">
            <a:xfrm>
              <a:off x="4049" y="1375"/>
              <a:ext cx="66" cy="109"/>
            </a:xfrm>
            <a:custGeom>
              <a:avLst/>
              <a:gdLst>
                <a:gd name="T0" fmla="*/ 32 w 46"/>
                <a:gd name="T1" fmla="*/ 24 h 76"/>
                <a:gd name="T2" fmla="*/ 25 w 46"/>
                <a:gd name="T3" fmla="*/ 34 h 76"/>
                <a:gd name="T4" fmla="*/ 25 w 46"/>
                <a:gd name="T5" fmla="*/ 34 h 76"/>
                <a:gd name="T6" fmla="*/ 25 w 46"/>
                <a:gd name="T7" fmla="*/ 35 h 76"/>
                <a:gd name="T8" fmla="*/ 25 w 46"/>
                <a:gd name="T9" fmla="*/ 34 h 76"/>
                <a:gd name="T10" fmla="*/ 25 w 46"/>
                <a:gd name="T11" fmla="*/ 35 h 76"/>
                <a:gd name="T12" fmla="*/ 31 w 46"/>
                <a:gd name="T13" fmla="*/ 30 h 76"/>
                <a:gd name="T14" fmla="*/ 32 w 46"/>
                <a:gd name="T15" fmla="*/ 30 h 76"/>
                <a:gd name="T16" fmla="*/ 32 w 46"/>
                <a:gd name="T17" fmla="*/ 30 h 76"/>
                <a:gd name="T18" fmla="*/ 31 w 46"/>
                <a:gd name="T19" fmla="*/ 32 h 76"/>
                <a:gd name="T20" fmla="*/ 26 w 46"/>
                <a:gd name="T21" fmla="*/ 39 h 76"/>
                <a:gd name="T22" fmla="*/ 21 w 46"/>
                <a:gd name="T23" fmla="*/ 48 h 76"/>
                <a:gd name="T24" fmla="*/ 8 w 46"/>
                <a:gd name="T25" fmla="*/ 66 h 76"/>
                <a:gd name="T26" fmla="*/ 2 w 46"/>
                <a:gd name="T27" fmla="*/ 74 h 76"/>
                <a:gd name="T28" fmla="*/ 2 w 46"/>
                <a:gd name="T29" fmla="*/ 74 h 76"/>
                <a:gd name="T30" fmla="*/ 0 w 46"/>
                <a:gd name="T31" fmla="*/ 76 h 76"/>
                <a:gd name="T32" fmla="*/ 7 w 46"/>
                <a:gd name="T33" fmla="*/ 64 h 76"/>
                <a:gd name="T34" fmla="*/ 20 w 46"/>
                <a:gd name="T35" fmla="*/ 42 h 76"/>
                <a:gd name="T36" fmla="*/ 24 w 46"/>
                <a:gd name="T37" fmla="*/ 36 h 76"/>
                <a:gd name="T38" fmla="*/ 24 w 46"/>
                <a:gd name="T39" fmla="*/ 35 h 76"/>
                <a:gd name="T40" fmla="*/ 25 w 46"/>
                <a:gd name="T41" fmla="*/ 33 h 76"/>
                <a:gd name="T42" fmla="*/ 25 w 46"/>
                <a:gd name="T43" fmla="*/ 34 h 76"/>
                <a:gd name="T44" fmla="*/ 38 w 46"/>
                <a:gd name="T45" fmla="*/ 13 h 76"/>
                <a:gd name="T46" fmla="*/ 46 w 46"/>
                <a:gd name="T47" fmla="*/ 0 h 76"/>
                <a:gd name="T48" fmla="*/ 32 w 46"/>
                <a:gd name="T49" fmla="*/ 2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76">
                  <a:moveTo>
                    <a:pt x="32" y="24"/>
                  </a:moveTo>
                  <a:cubicBezTo>
                    <a:pt x="30" y="27"/>
                    <a:pt x="27" y="31"/>
                    <a:pt x="25" y="34"/>
                  </a:cubicBezTo>
                  <a:cubicBezTo>
                    <a:pt x="25" y="34"/>
                    <a:pt x="25" y="34"/>
                    <a:pt x="25" y="34"/>
                  </a:cubicBezTo>
                  <a:cubicBezTo>
                    <a:pt x="25" y="34"/>
                    <a:pt x="25" y="35"/>
                    <a:pt x="25" y="35"/>
                  </a:cubicBezTo>
                  <a:cubicBezTo>
                    <a:pt x="25" y="35"/>
                    <a:pt x="25" y="34"/>
                    <a:pt x="25" y="34"/>
                  </a:cubicBezTo>
                  <a:cubicBezTo>
                    <a:pt x="25" y="34"/>
                    <a:pt x="25" y="35"/>
                    <a:pt x="25" y="35"/>
                  </a:cubicBezTo>
                  <a:cubicBezTo>
                    <a:pt x="26" y="35"/>
                    <a:pt x="28" y="34"/>
                    <a:pt x="31" y="30"/>
                  </a:cubicBezTo>
                  <a:cubicBezTo>
                    <a:pt x="32" y="30"/>
                    <a:pt x="32" y="30"/>
                    <a:pt x="32" y="30"/>
                  </a:cubicBezTo>
                  <a:cubicBezTo>
                    <a:pt x="32" y="30"/>
                    <a:pt x="32" y="30"/>
                    <a:pt x="32" y="30"/>
                  </a:cubicBezTo>
                  <a:cubicBezTo>
                    <a:pt x="32" y="30"/>
                    <a:pt x="31" y="31"/>
                    <a:pt x="31" y="32"/>
                  </a:cubicBezTo>
                  <a:cubicBezTo>
                    <a:pt x="28" y="37"/>
                    <a:pt x="26" y="39"/>
                    <a:pt x="26" y="39"/>
                  </a:cubicBezTo>
                  <a:cubicBezTo>
                    <a:pt x="24" y="42"/>
                    <a:pt x="23" y="45"/>
                    <a:pt x="21" y="48"/>
                  </a:cubicBezTo>
                  <a:cubicBezTo>
                    <a:pt x="17" y="54"/>
                    <a:pt x="12" y="60"/>
                    <a:pt x="8" y="66"/>
                  </a:cubicBezTo>
                  <a:cubicBezTo>
                    <a:pt x="6" y="68"/>
                    <a:pt x="4" y="71"/>
                    <a:pt x="2" y="74"/>
                  </a:cubicBezTo>
                  <a:cubicBezTo>
                    <a:pt x="2" y="74"/>
                    <a:pt x="2" y="74"/>
                    <a:pt x="2" y="74"/>
                  </a:cubicBezTo>
                  <a:cubicBezTo>
                    <a:pt x="1" y="75"/>
                    <a:pt x="1" y="75"/>
                    <a:pt x="0" y="76"/>
                  </a:cubicBezTo>
                  <a:cubicBezTo>
                    <a:pt x="3" y="72"/>
                    <a:pt x="5" y="68"/>
                    <a:pt x="7" y="64"/>
                  </a:cubicBezTo>
                  <a:cubicBezTo>
                    <a:pt x="11" y="57"/>
                    <a:pt x="16" y="49"/>
                    <a:pt x="20" y="42"/>
                  </a:cubicBezTo>
                  <a:cubicBezTo>
                    <a:pt x="21" y="40"/>
                    <a:pt x="23" y="38"/>
                    <a:pt x="24" y="36"/>
                  </a:cubicBezTo>
                  <a:cubicBezTo>
                    <a:pt x="24" y="35"/>
                    <a:pt x="24" y="35"/>
                    <a:pt x="24" y="35"/>
                  </a:cubicBezTo>
                  <a:cubicBezTo>
                    <a:pt x="25" y="34"/>
                    <a:pt x="25" y="34"/>
                    <a:pt x="25" y="33"/>
                  </a:cubicBezTo>
                  <a:cubicBezTo>
                    <a:pt x="25" y="33"/>
                    <a:pt x="25" y="34"/>
                    <a:pt x="25" y="34"/>
                  </a:cubicBezTo>
                  <a:cubicBezTo>
                    <a:pt x="28" y="27"/>
                    <a:pt x="33" y="19"/>
                    <a:pt x="38" y="13"/>
                  </a:cubicBezTo>
                  <a:cubicBezTo>
                    <a:pt x="41" y="8"/>
                    <a:pt x="44" y="4"/>
                    <a:pt x="46" y="0"/>
                  </a:cubicBezTo>
                  <a:cubicBezTo>
                    <a:pt x="42" y="8"/>
                    <a:pt x="37" y="16"/>
                    <a:pt x="32" y="2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7" name="Freeform 743">
              <a:extLst>
                <a:ext uri="{FF2B5EF4-FFF2-40B4-BE49-F238E27FC236}">
                  <a16:creationId xmlns:a16="http://schemas.microsoft.com/office/drawing/2014/main" id="{16593800-3B64-C013-47A8-3172ED77A404}"/>
                </a:ext>
              </a:extLst>
            </p:cNvPr>
            <p:cNvSpPr>
              <a:spLocks/>
            </p:cNvSpPr>
            <p:nvPr userDrawn="1"/>
          </p:nvSpPr>
          <p:spPr bwMode="auto">
            <a:xfrm>
              <a:off x="3143" y="2403"/>
              <a:ext cx="69" cy="47"/>
            </a:xfrm>
            <a:custGeom>
              <a:avLst/>
              <a:gdLst>
                <a:gd name="T0" fmla="*/ 27 w 48"/>
                <a:gd name="T1" fmla="*/ 14 h 33"/>
                <a:gd name="T2" fmla="*/ 48 w 48"/>
                <a:gd name="T3" fmla="*/ 0 h 33"/>
                <a:gd name="T4" fmla="*/ 0 w 48"/>
                <a:gd name="T5" fmla="*/ 33 h 33"/>
                <a:gd name="T6" fmla="*/ 27 w 48"/>
                <a:gd name="T7" fmla="*/ 13 h 33"/>
                <a:gd name="T8" fmla="*/ 27 w 48"/>
                <a:gd name="T9" fmla="*/ 14 h 33"/>
                <a:gd name="T10" fmla="*/ 27 w 48"/>
                <a:gd name="T11" fmla="*/ 14 h 33"/>
              </a:gdLst>
              <a:ahLst/>
              <a:cxnLst>
                <a:cxn ang="0">
                  <a:pos x="T0" y="T1"/>
                </a:cxn>
                <a:cxn ang="0">
                  <a:pos x="T2" y="T3"/>
                </a:cxn>
                <a:cxn ang="0">
                  <a:pos x="T4" y="T5"/>
                </a:cxn>
                <a:cxn ang="0">
                  <a:pos x="T6" y="T7"/>
                </a:cxn>
                <a:cxn ang="0">
                  <a:pos x="T8" y="T9"/>
                </a:cxn>
                <a:cxn ang="0">
                  <a:pos x="T10" y="T11"/>
                </a:cxn>
              </a:cxnLst>
              <a:rect l="0" t="0" r="r" b="b"/>
              <a:pathLst>
                <a:path w="48" h="33">
                  <a:moveTo>
                    <a:pt x="27" y="14"/>
                  </a:moveTo>
                  <a:cubicBezTo>
                    <a:pt x="34" y="9"/>
                    <a:pt x="41" y="5"/>
                    <a:pt x="48" y="0"/>
                  </a:cubicBezTo>
                  <a:cubicBezTo>
                    <a:pt x="33" y="11"/>
                    <a:pt x="21" y="33"/>
                    <a:pt x="0" y="33"/>
                  </a:cubicBezTo>
                  <a:cubicBezTo>
                    <a:pt x="11" y="33"/>
                    <a:pt x="20" y="19"/>
                    <a:pt x="27" y="13"/>
                  </a:cubicBezTo>
                  <a:cubicBezTo>
                    <a:pt x="26" y="14"/>
                    <a:pt x="26" y="14"/>
                    <a:pt x="27" y="14"/>
                  </a:cubicBezTo>
                  <a:cubicBezTo>
                    <a:pt x="34" y="9"/>
                    <a:pt x="18" y="20"/>
                    <a:pt x="27" y="1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8" name="Freeform 744">
              <a:extLst>
                <a:ext uri="{FF2B5EF4-FFF2-40B4-BE49-F238E27FC236}">
                  <a16:creationId xmlns:a16="http://schemas.microsoft.com/office/drawing/2014/main" id="{D4B49B56-46A3-8CBF-768C-574AC289545B}"/>
                </a:ext>
              </a:extLst>
            </p:cNvPr>
            <p:cNvSpPr>
              <a:spLocks/>
            </p:cNvSpPr>
            <p:nvPr userDrawn="1"/>
          </p:nvSpPr>
          <p:spPr bwMode="auto">
            <a:xfrm>
              <a:off x="2959" y="2512"/>
              <a:ext cx="16" cy="9"/>
            </a:xfrm>
            <a:custGeom>
              <a:avLst/>
              <a:gdLst>
                <a:gd name="T0" fmla="*/ 0 w 11"/>
                <a:gd name="T1" fmla="*/ 6 h 6"/>
                <a:gd name="T2" fmla="*/ 11 w 11"/>
                <a:gd name="T3" fmla="*/ 0 h 6"/>
                <a:gd name="T4" fmla="*/ 0 w 11"/>
                <a:gd name="T5" fmla="*/ 6 h 6"/>
                <a:gd name="T6" fmla="*/ 0 w 11"/>
                <a:gd name="T7" fmla="*/ 6 h 6"/>
              </a:gdLst>
              <a:ahLst/>
              <a:cxnLst>
                <a:cxn ang="0">
                  <a:pos x="T0" y="T1"/>
                </a:cxn>
                <a:cxn ang="0">
                  <a:pos x="T2" y="T3"/>
                </a:cxn>
                <a:cxn ang="0">
                  <a:pos x="T4" y="T5"/>
                </a:cxn>
                <a:cxn ang="0">
                  <a:pos x="T6" y="T7"/>
                </a:cxn>
              </a:cxnLst>
              <a:rect l="0" t="0" r="r" b="b"/>
              <a:pathLst>
                <a:path w="11" h="6">
                  <a:moveTo>
                    <a:pt x="0" y="6"/>
                  </a:moveTo>
                  <a:cubicBezTo>
                    <a:pt x="4" y="4"/>
                    <a:pt x="7" y="2"/>
                    <a:pt x="11" y="0"/>
                  </a:cubicBezTo>
                  <a:cubicBezTo>
                    <a:pt x="7" y="3"/>
                    <a:pt x="1" y="6"/>
                    <a:pt x="0" y="6"/>
                  </a:cubicBezTo>
                  <a:cubicBezTo>
                    <a:pt x="4" y="4"/>
                    <a:pt x="0" y="6"/>
                    <a:pt x="0" y="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59" name="Freeform 745">
              <a:extLst>
                <a:ext uri="{FF2B5EF4-FFF2-40B4-BE49-F238E27FC236}">
                  <a16:creationId xmlns:a16="http://schemas.microsoft.com/office/drawing/2014/main" id="{3039BF4E-C7AE-779D-4ECF-1B3EFB38D23E}"/>
                </a:ext>
              </a:extLst>
            </p:cNvPr>
            <p:cNvSpPr>
              <a:spLocks/>
            </p:cNvSpPr>
            <p:nvPr userDrawn="1"/>
          </p:nvSpPr>
          <p:spPr bwMode="auto">
            <a:xfrm>
              <a:off x="2477" y="2764"/>
              <a:ext cx="33" cy="53"/>
            </a:xfrm>
            <a:custGeom>
              <a:avLst/>
              <a:gdLst>
                <a:gd name="T0" fmla="*/ 7 w 23"/>
                <a:gd name="T1" fmla="*/ 4 h 37"/>
                <a:gd name="T2" fmla="*/ 23 w 23"/>
                <a:gd name="T3" fmla="*/ 0 h 37"/>
                <a:gd name="T4" fmla="*/ 8 w 23"/>
                <a:gd name="T5" fmla="*/ 37 h 37"/>
                <a:gd name="T6" fmla="*/ 7 w 23"/>
                <a:gd name="T7" fmla="*/ 4 h 37"/>
                <a:gd name="T8" fmla="*/ 7 w 23"/>
                <a:gd name="T9" fmla="*/ 4 h 37"/>
              </a:gdLst>
              <a:ahLst/>
              <a:cxnLst>
                <a:cxn ang="0">
                  <a:pos x="T0" y="T1"/>
                </a:cxn>
                <a:cxn ang="0">
                  <a:pos x="T2" y="T3"/>
                </a:cxn>
                <a:cxn ang="0">
                  <a:pos x="T4" y="T5"/>
                </a:cxn>
                <a:cxn ang="0">
                  <a:pos x="T6" y="T7"/>
                </a:cxn>
                <a:cxn ang="0">
                  <a:pos x="T8" y="T9"/>
                </a:cxn>
              </a:cxnLst>
              <a:rect l="0" t="0" r="r" b="b"/>
              <a:pathLst>
                <a:path w="23" h="37">
                  <a:moveTo>
                    <a:pt x="7" y="4"/>
                  </a:moveTo>
                  <a:cubicBezTo>
                    <a:pt x="12" y="3"/>
                    <a:pt x="18" y="1"/>
                    <a:pt x="23" y="0"/>
                  </a:cubicBezTo>
                  <a:cubicBezTo>
                    <a:pt x="0" y="0"/>
                    <a:pt x="5" y="23"/>
                    <a:pt x="8" y="37"/>
                  </a:cubicBezTo>
                  <a:cubicBezTo>
                    <a:pt x="6" y="29"/>
                    <a:pt x="7" y="5"/>
                    <a:pt x="7" y="4"/>
                  </a:cubicBezTo>
                  <a:cubicBezTo>
                    <a:pt x="12" y="3"/>
                    <a:pt x="7" y="4"/>
                    <a:pt x="7"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0" name="Freeform 746">
              <a:extLst>
                <a:ext uri="{FF2B5EF4-FFF2-40B4-BE49-F238E27FC236}">
                  <a16:creationId xmlns:a16="http://schemas.microsoft.com/office/drawing/2014/main" id="{FAF7D40C-64BE-FAF4-8586-30063FD99A52}"/>
                </a:ext>
              </a:extLst>
            </p:cNvPr>
            <p:cNvSpPr>
              <a:spLocks/>
            </p:cNvSpPr>
            <p:nvPr userDrawn="1"/>
          </p:nvSpPr>
          <p:spPr bwMode="auto">
            <a:xfrm>
              <a:off x="2518" y="3013"/>
              <a:ext cx="13" cy="83"/>
            </a:xfrm>
            <a:custGeom>
              <a:avLst/>
              <a:gdLst>
                <a:gd name="T0" fmla="*/ 0 w 9"/>
                <a:gd name="T1" fmla="*/ 0 h 58"/>
                <a:gd name="T2" fmla="*/ 9 w 9"/>
                <a:gd name="T3" fmla="*/ 58 h 58"/>
                <a:gd name="T4" fmla="*/ 0 w 9"/>
                <a:gd name="T5" fmla="*/ 0 h 58"/>
                <a:gd name="T6" fmla="*/ 0 w 9"/>
                <a:gd name="T7" fmla="*/ 0 h 58"/>
                <a:gd name="T8" fmla="*/ 0 w 9"/>
                <a:gd name="T9" fmla="*/ 0 h 58"/>
              </a:gdLst>
              <a:ahLst/>
              <a:cxnLst>
                <a:cxn ang="0">
                  <a:pos x="T0" y="T1"/>
                </a:cxn>
                <a:cxn ang="0">
                  <a:pos x="T2" y="T3"/>
                </a:cxn>
                <a:cxn ang="0">
                  <a:pos x="T4" y="T5"/>
                </a:cxn>
                <a:cxn ang="0">
                  <a:pos x="T6" y="T7"/>
                </a:cxn>
                <a:cxn ang="0">
                  <a:pos x="T8" y="T9"/>
                </a:cxn>
              </a:cxnLst>
              <a:rect l="0" t="0" r="r" b="b"/>
              <a:pathLst>
                <a:path w="9" h="58">
                  <a:moveTo>
                    <a:pt x="0" y="0"/>
                  </a:moveTo>
                  <a:cubicBezTo>
                    <a:pt x="5" y="20"/>
                    <a:pt x="8" y="39"/>
                    <a:pt x="9" y="58"/>
                  </a:cubicBezTo>
                  <a:cubicBezTo>
                    <a:pt x="6" y="38"/>
                    <a:pt x="2" y="8"/>
                    <a:pt x="0" y="0"/>
                  </a:cubicBezTo>
                  <a:cubicBezTo>
                    <a:pt x="7" y="24"/>
                    <a:pt x="0" y="0"/>
                    <a:pt x="0" y="0"/>
                  </a:cubicBezTo>
                  <a:cubicBezTo>
                    <a:pt x="5" y="19"/>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1" name="Freeform 747">
              <a:extLst>
                <a:ext uri="{FF2B5EF4-FFF2-40B4-BE49-F238E27FC236}">
                  <a16:creationId xmlns:a16="http://schemas.microsoft.com/office/drawing/2014/main" id="{67040AF2-05EC-61F0-5F20-98AD9A78AF7D}"/>
                </a:ext>
              </a:extLst>
            </p:cNvPr>
            <p:cNvSpPr>
              <a:spLocks/>
            </p:cNvSpPr>
            <p:nvPr userDrawn="1"/>
          </p:nvSpPr>
          <p:spPr bwMode="auto">
            <a:xfrm>
              <a:off x="2381" y="2387"/>
              <a:ext cx="43" cy="148"/>
            </a:xfrm>
            <a:custGeom>
              <a:avLst/>
              <a:gdLst>
                <a:gd name="T0" fmla="*/ 30 w 30"/>
                <a:gd name="T1" fmla="*/ 94 h 103"/>
                <a:gd name="T2" fmla="*/ 0 w 30"/>
                <a:gd name="T3" fmla="*/ 0 h 103"/>
                <a:gd name="T4" fmla="*/ 30 w 30"/>
                <a:gd name="T5" fmla="*/ 94 h 103"/>
              </a:gdLst>
              <a:ahLst/>
              <a:cxnLst>
                <a:cxn ang="0">
                  <a:pos x="T0" y="T1"/>
                </a:cxn>
                <a:cxn ang="0">
                  <a:pos x="T2" y="T3"/>
                </a:cxn>
                <a:cxn ang="0">
                  <a:pos x="T4" y="T5"/>
                </a:cxn>
              </a:cxnLst>
              <a:rect l="0" t="0" r="r" b="b"/>
              <a:pathLst>
                <a:path w="30" h="103">
                  <a:moveTo>
                    <a:pt x="30" y="94"/>
                  </a:moveTo>
                  <a:cubicBezTo>
                    <a:pt x="29" y="103"/>
                    <a:pt x="8" y="23"/>
                    <a:pt x="0" y="0"/>
                  </a:cubicBezTo>
                  <a:cubicBezTo>
                    <a:pt x="9" y="15"/>
                    <a:pt x="17" y="64"/>
                    <a:pt x="30" y="9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2" name="Freeform 748">
              <a:extLst>
                <a:ext uri="{FF2B5EF4-FFF2-40B4-BE49-F238E27FC236}">
                  <a16:creationId xmlns:a16="http://schemas.microsoft.com/office/drawing/2014/main" id="{BFAFD69C-FA30-B24B-9432-E6061B0EF9BD}"/>
                </a:ext>
              </a:extLst>
            </p:cNvPr>
            <p:cNvSpPr>
              <a:spLocks/>
            </p:cNvSpPr>
            <p:nvPr userDrawn="1"/>
          </p:nvSpPr>
          <p:spPr bwMode="auto">
            <a:xfrm>
              <a:off x="3963" y="1278"/>
              <a:ext cx="90" cy="141"/>
            </a:xfrm>
            <a:custGeom>
              <a:avLst/>
              <a:gdLst>
                <a:gd name="T0" fmla="*/ 43 w 63"/>
                <a:gd name="T1" fmla="*/ 32 h 98"/>
                <a:gd name="T2" fmla="*/ 0 w 63"/>
                <a:gd name="T3" fmla="*/ 98 h 98"/>
                <a:gd name="T4" fmla="*/ 32 w 63"/>
                <a:gd name="T5" fmla="*/ 50 h 98"/>
                <a:gd name="T6" fmla="*/ 32 w 63"/>
                <a:gd name="T7" fmla="*/ 50 h 98"/>
                <a:gd name="T8" fmla="*/ 43 w 63"/>
                <a:gd name="T9" fmla="*/ 32 h 98"/>
                <a:gd name="T10" fmla="*/ 33 w 63"/>
                <a:gd name="T11" fmla="*/ 48 h 98"/>
                <a:gd name="T12" fmla="*/ 43 w 63"/>
                <a:gd name="T13" fmla="*/ 32 h 98"/>
                <a:gd name="T14" fmla="*/ 43 w 63"/>
                <a:gd name="T15" fmla="*/ 3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98">
                  <a:moveTo>
                    <a:pt x="43" y="32"/>
                  </a:moveTo>
                  <a:cubicBezTo>
                    <a:pt x="29" y="54"/>
                    <a:pt x="15" y="76"/>
                    <a:pt x="0" y="98"/>
                  </a:cubicBezTo>
                  <a:cubicBezTo>
                    <a:pt x="6" y="89"/>
                    <a:pt x="63" y="0"/>
                    <a:pt x="32" y="50"/>
                  </a:cubicBezTo>
                  <a:cubicBezTo>
                    <a:pt x="47" y="26"/>
                    <a:pt x="47" y="26"/>
                    <a:pt x="32" y="50"/>
                  </a:cubicBezTo>
                  <a:cubicBezTo>
                    <a:pt x="36" y="44"/>
                    <a:pt x="39" y="38"/>
                    <a:pt x="43" y="32"/>
                  </a:cubicBezTo>
                  <a:cubicBezTo>
                    <a:pt x="40" y="38"/>
                    <a:pt x="36" y="43"/>
                    <a:pt x="33" y="48"/>
                  </a:cubicBezTo>
                  <a:cubicBezTo>
                    <a:pt x="36" y="43"/>
                    <a:pt x="40" y="37"/>
                    <a:pt x="43" y="32"/>
                  </a:cubicBezTo>
                  <a:cubicBezTo>
                    <a:pt x="29" y="54"/>
                    <a:pt x="27" y="58"/>
                    <a:pt x="43" y="3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3" name="Freeform 749">
              <a:extLst>
                <a:ext uri="{FF2B5EF4-FFF2-40B4-BE49-F238E27FC236}">
                  <a16:creationId xmlns:a16="http://schemas.microsoft.com/office/drawing/2014/main" id="{01EF5181-3517-09F5-48DC-ACCFB4B75A2C}"/>
                </a:ext>
              </a:extLst>
            </p:cNvPr>
            <p:cNvSpPr>
              <a:spLocks/>
            </p:cNvSpPr>
            <p:nvPr userDrawn="1"/>
          </p:nvSpPr>
          <p:spPr bwMode="auto">
            <a:xfrm>
              <a:off x="1722" y="2604"/>
              <a:ext cx="5" cy="3"/>
            </a:xfrm>
            <a:custGeom>
              <a:avLst/>
              <a:gdLst>
                <a:gd name="T0" fmla="*/ 0 w 3"/>
                <a:gd name="T1" fmla="*/ 2 h 2"/>
                <a:gd name="T2" fmla="*/ 2 w 3"/>
                <a:gd name="T3" fmla="*/ 0 h 2"/>
                <a:gd name="T4" fmla="*/ 0 w 3"/>
                <a:gd name="T5" fmla="*/ 2 h 2"/>
              </a:gdLst>
              <a:ahLst/>
              <a:cxnLst>
                <a:cxn ang="0">
                  <a:pos x="T0" y="T1"/>
                </a:cxn>
                <a:cxn ang="0">
                  <a:pos x="T2" y="T3"/>
                </a:cxn>
                <a:cxn ang="0">
                  <a:pos x="T4" y="T5"/>
                </a:cxn>
              </a:cxnLst>
              <a:rect l="0" t="0" r="r" b="b"/>
              <a:pathLst>
                <a:path w="3" h="2">
                  <a:moveTo>
                    <a:pt x="0" y="2"/>
                  </a:moveTo>
                  <a:cubicBezTo>
                    <a:pt x="2" y="0"/>
                    <a:pt x="2" y="0"/>
                    <a:pt x="2" y="0"/>
                  </a:cubicBezTo>
                  <a:cubicBezTo>
                    <a:pt x="3" y="2"/>
                    <a:pt x="1"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4" name="Freeform 750">
              <a:extLst>
                <a:ext uri="{FF2B5EF4-FFF2-40B4-BE49-F238E27FC236}">
                  <a16:creationId xmlns:a16="http://schemas.microsoft.com/office/drawing/2014/main" id="{93FB7337-681C-40D5-7EB5-CBCD8E2CB914}"/>
                </a:ext>
              </a:extLst>
            </p:cNvPr>
            <p:cNvSpPr>
              <a:spLocks/>
            </p:cNvSpPr>
            <p:nvPr userDrawn="1"/>
          </p:nvSpPr>
          <p:spPr bwMode="auto">
            <a:xfrm>
              <a:off x="1735" y="2676"/>
              <a:ext cx="6" cy="3"/>
            </a:xfrm>
            <a:custGeom>
              <a:avLst/>
              <a:gdLst>
                <a:gd name="T0" fmla="*/ 0 w 4"/>
                <a:gd name="T1" fmla="*/ 2 h 2"/>
                <a:gd name="T2" fmla="*/ 3 w 4"/>
                <a:gd name="T3" fmla="*/ 0 h 2"/>
                <a:gd name="T4" fmla="*/ 0 w 4"/>
                <a:gd name="T5" fmla="*/ 2 h 2"/>
              </a:gdLst>
              <a:ahLst/>
              <a:cxnLst>
                <a:cxn ang="0">
                  <a:pos x="T0" y="T1"/>
                </a:cxn>
                <a:cxn ang="0">
                  <a:pos x="T2" y="T3"/>
                </a:cxn>
                <a:cxn ang="0">
                  <a:pos x="T4" y="T5"/>
                </a:cxn>
              </a:cxnLst>
              <a:rect l="0" t="0" r="r" b="b"/>
              <a:pathLst>
                <a:path w="4" h="2">
                  <a:moveTo>
                    <a:pt x="0" y="2"/>
                  </a:moveTo>
                  <a:cubicBezTo>
                    <a:pt x="1" y="1"/>
                    <a:pt x="2" y="0"/>
                    <a:pt x="3" y="0"/>
                  </a:cubicBezTo>
                  <a:cubicBezTo>
                    <a:pt x="4"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5" name="Freeform 751">
              <a:extLst>
                <a:ext uri="{FF2B5EF4-FFF2-40B4-BE49-F238E27FC236}">
                  <a16:creationId xmlns:a16="http://schemas.microsoft.com/office/drawing/2014/main" id="{2593E835-B99A-E0E9-1884-4395417F6260}"/>
                </a:ext>
              </a:extLst>
            </p:cNvPr>
            <p:cNvSpPr>
              <a:spLocks/>
            </p:cNvSpPr>
            <p:nvPr userDrawn="1"/>
          </p:nvSpPr>
          <p:spPr bwMode="auto">
            <a:xfrm>
              <a:off x="1734" y="267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6" name="Freeform 752">
              <a:extLst>
                <a:ext uri="{FF2B5EF4-FFF2-40B4-BE49-F238E27FC236}">
                  <a16:creationId xmlns:a16="http://schemas.microsoft.com/office/drawing/2014/main" id="{83A0F937-CAD4-D0BB-8473-AFCA044F53BD}"/>
                </a:ext>
              </a:extLst>
            </p:cNvPr>
            <p:cNvSpPr>
              <a:spLocks/>
            </p:cNvSpPr>
            <p:nvPr userDrawn="1"/>
          </p:nvSpPr>
          <p:spPr bwMode="auto">
            <a:xfrm>
              <a:off x="1734" y="2617"/>
              <a:ext cx="3" cy="0"/>
            </a:xfrm>
            <a:custGeom>
              <a:avLst/>
              <a:gdLst>
                <a:gd name="T0" fmla="*/ 2 w 2"/>
                <a:gd name="T1" fmla="*/ 0 w 2"/>
                <a:gd name="T2" fmla="*/ 2 w 2"/>
              </a:gdLst>
              <a:ahLst/>
              <a:cxnLst>
                <a:cxn ang="0">
                  <a:pos x="T0" y="0"/>
                </a:cxn>
                <a:cxn ang="0">
                  <a:pos x="T1" y="0"/>
                </a:cxn>
                <a:cxn ang="0">
                  <a:pos x="T2" y="0"/>
                </a:cxn>
              </a:cxnLst>
              <a:rect l="0" t="0" r="r" b="b"/>
              <a:pathLst>
                <a:path w="2">
                  <a:moveTo>
                    <a:pt x="2" y="0"/>
                  </a:moveTo>
                  <a:cubicBezTo>
                    <a:pt x="1" y="0"/>
                    <a:pt x="1" y="0"/>
                    <a:pt x="0" y="0"/>
                  </a:cubicBezTo>
                  <a:cubicBezTo>
                    <a:pt x="0" y="0"/>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7" name="Freeform 753">
              <a:extLst>
                <a:ext uri="{FF2B5EF4-FFF2-40B4-BE49-F238E27FC236}">
                  <a16:creationId xmlns:a16="http://schemas.microsoft.com/office/drawing/2014/main" id="{3064638E-A969-0448-43B4-CE43228DA647}"/>
                </a:ext>
              </a:extLst>
            </p:cNvPr>
            <p:cNvSpPr>
              <a:spLocks/>
            </p:cNvSpPr>
            <p:nvPr userDrawn="1"/>
          </p:nvSpPr>
          <p:spPr bwMode="auto">
            <a:xfrm>
              <a:off x="1731" y="297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8" name="Freeform 754">
              <a:extLst>
                <a:ext uri="{FF2B5EF4-FFF2-40B4-BE49-F238E27FC236}">
                  <a16:creationId xmlns:a16="http://schemas.microsoft.com/office/drawing/2014/main" id="{25F5876B-E941-E6E6-502F-E99801BF9D21}"/>
                </a:ext>
              </a:extLst>
            </p:cNvPr>
            <p:cNvSpPr>
              <a:spLocks noEditPoints="1"/>
            </p:cNvSpPr>
            <p:nvPr userDrawn="1"/>
          </p:nvSpPr>
          <p:spPr bwMode="auto">
            <a:xfrm>
              <a:off x="1671" y="2613"/>
              <a:ext cx="97" cy="403"/>
            </a:xfrm>
            <a:custGeom>
              <a:avLst/>
              <a:gdLst>
                <a:gd name="T0" fmla="*/ 15 w 68"/>
                <a:gd name="T1" fmla="*/ 198 h 280"/>
                <a:gd name="T2" fmla="*/ 58 w 68"/>
                <a:gd name="T3" fmla="*/ 244 h 280"/>
                <a:gd name="T4" fmla="*/ 51 w 68"/>
                <a:gd name="T5" fmla="*/ 139 h 280"/>
                <a:gd name="T6" fmla="*/ 41 w 68"/>
                <a:gd name="T7" fmla="*/ 121 h 280"/>
                <a:gd name="T8" fmla="*/ 46 w 68"/>
                <a:gd name="T9" fmla="*/ 134 h 280"/>
                <a:gd name="T10" fmla="*/ 39 w 68"/>
                <a:gd name="T11" fmla="*/ 109 h 280"/>
                <a:gd name="T12" fmla="*/ 46 w 68"/>
                <a:gd name="T13" fmla="*/ 54 h 280"/>
                <a:gd name="T14" fmla="*/ 47 w 68"/>
                <a:gd name="T15" fmla="*/ 45 h 280"/>
                <a:gd name="T16" fmla="*/ 35 w 68"/>
                <a:gd name="T17" fmla="*/ 12 h 280"/>
                <a:gd name="T18" fmla="*/ 40 w 68"/>
                <a:gd name="T19" fmla="*/ 18 h 280"/>
                <a:gd name="T20" fmla="*/ 45 w 68"/>
                <a:gd name="T21" fmla="*/ 0 h 280"/>
                <a:gd name="T22" fmla="*/ 15 w 68"/>
                <a:gd name="T23" fmla="*/ 198 h 280"/>
                <a:gd name="T24" fmla="*/ 15 w 68"/>
                <a:gd name="T25" fmla="*/ 198 h 280"/>
                <a:gd name="T26" fmla="*/ 35 w 68"/>
                <a:gd name="T27" fmla="*/ 117 h 280"/>
                <a:gd name="T28" fmla="*/ 45 w 68"/>
                <a:gd name="T29" fmla="*/ 114 h 280"/>
                <a:gd name="T30" fmla="*/ 35 w 68"/>
                <a:gd name="T31" fmla="*/ 117 h 280"/>
                <a:gd name="T32" fmla="*/ 35 w 68"/>
                <a:gd name="T33" fmla="*/ 11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8" h="280">
                  <a:moveTo>
                    <a:pt x="15" y="198"/>
                  </a:moveTo>
                  <a:cubicBezTo>
                    <a:pt x="27" y="211"/>
                    <a:pt x="24" y="280"/>
                    <a:pt x="58" y="244"/>
                  </a:cubicBezTo>
                  <a:cubicBezTo>
                    <a:pt x="16" y="253"/>
                    <a:pt x="52" y="142"/>
                    <a:pt x="51" y="139"/>
                  </a:cubicBezTo>
                  <a:cubicBezTo>
                    <a:pt x="48" y="132"/>
                    <a:pt x="45" y="136"/>
                    <a:pt x="41" y="121"/>
                  </a:cubicBezTo>
                  <a:cubicBezTo>
                    <a:pt x="38" y="123"/>
                    <a:pt x="48" y="134"/>
                    <a:pt x="46" y="134"/>
                  </a:cubicBezTo>
                  <a:cubicBezTo>
                    <a:pt x="10" y="130"/>
                    <a:pt x="68" y="128"/>
                    <a:pt x="39" y="109"/>
                  </a:cubicBezTo>
                  <a:cubicBezTo>
                    <a:pt x="58" y="106"/>
                    <a:pt x="44" y="66"/>
                    <a:pt x="46" y="54"/>
                  </a:cubicBezTo>
                  <a:cubicBezTo>
                    <a:pt x="35" y="73"/>
                    <a:pt x="48" y="44"/>
                    <a:pt x="47" y="45"/>
                  </a:cubicBezTo>
                  <a:cubicBezTo>
                    <a:pt x="23" y="63"/>
                    <a:pt x="62" y="11"/>
                    <a:pt x="35" y="12"/>
                  </a:cubicBezTo>
                  <a:cubicBezTo>
                    <a:pt x="36" y="14"/>
                    <a:pt x="38" y="16"/>
                    <a:pt x="40" y="18"/>
                  </a:cubicBezTo>
                  <a:cubicBezTo>
                    <a:pt x="40" y="11"/>
                    <a:pt x="41" y="6"/>
                    <a:pt x="45" y="0"/>
                  </a:cubicBezTo>
                  <a:cubicBezTo>
                    <a:pt x="21" y="22"/>
                    <a:pt x="0" y="172"/>
                    <a:pt x="15" y="198"/>
                  </a:cubicBezTo>
                  <a:cubicBezTo>
                    <a:pt x="24" y="208"/>
                    <a:pt x="15" y="199"/>
                    <a:pt x="15" y="198"/>
                  </a:cubicBezTo>
                  <a:close/>
                  <a:moveTo>
                    <a:pt x="35" y="117"/>
                  </a:moveTo>
                  <a:cubicBezTo>
                    <a:pt x="39" y="117"/>
                    <a:pt x="42" y="116"/>
                    <a:pt x="45" y="114"/>
                  </a:cubicBezTo>
                  <a:cubicBezTo>
                    <a:pt x="36" y="113"/>
                    <a:pt x="36" y="116"/>
                    <a:pt x="35" y="117"/>
                  </a:cubicBezTo>
                  <a:cubicBezTo>
                    <a:pt x="39" y="117"/>
                    <a:pt x="37" y="116"/>
                    <a:pt x="35" y="11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69" name="Freeform 755">
              <a:extLst>
                <a:ext uri="{FF2B5EF4-FFF2-40B4-BE49-F238E27FC236}">
                  <a16:creationId xmlns:a16="http://schemas.microsoft.com/office/drawing/2014/main" id="{2ED9F00B-9590-26C8-EF5D-8F76C33E907A}"/>
                </a:ext>
              </a:extLst>
            </p:cNvPr>
            <p:cNvSpPr>
              <a:spLocks/>
            </p:cNvSpPr>
            <p:nvPr userDrawn="1"/>
          </p:nvSpPr>
          <p:spPr bwMode="auto">
            <a:xfrm>
              <a:off x="2433" y="2817"/>
              <a:ext cx="3" cy="3"/>
            </a:xfrm>
            <a:custGeom>
              <a:avLst/>
              <a:gdLst>
                <a:gd name="T0" fmla="*/ 0 w 2"/>
                <a:gd name="T1" fmla="*/ 2 h 2"/>
                <a:gd name="T2" fmla="*/ 1 w 2"/>
                <a:gd name="T3" fmla="*/ 0 h 2"/>
                <a:gd name="T4" fmla="*/ 0 w 2"/>
                <a:gd name="T5" fmla="*/ 2 h 2"/>
              </a:gdLst>
              <a:ahLst/>
              <a:cxnLst>
                <a:cxn ang="0">
                  <a:pos x="T0" y="T1"/>
                </a:cxn>
                <a:cxn ang="0">
                  <a:pos x="T2" y="T3"/>
                </a:cxn>
                <a:cxn ang="0">
                  <a:pos x="T4" y="T5"/>
                </a:cxn>
              </a:cxnLst>
              <a:rect l="0" t="0" r="r" b="b"/>
              <a:pathLst>
                <a:path w="2" h="2">
                  <a:moveTo>
                    <a:pt x="0" y="2"/>
                  </a:moveTo>
                  <a:cubicBezTo>
                    <a:pt x="1" y="0"/>
                    <a:pt x="1" y="0"/>
                    <a:pt x="1" y="0"/>
                  </a:cubicBezTo>
                  <a:cubicBezTo>
                    <a:pt x="2" y="1"/>
                    <a:pt x="0"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0" name="Freeform 756">
              <a:extLst>
                <a:ext uri="{FF2B5EF4-FFF2-40B4-BE49-F238E27FC236}">
                  <a16:creationId xmlns:a16="http://schemas.microsoft.com/office/drawing/2014/main" id="{8C9D958C-874D-3352-FF96-076DE0310845}"/>
                </a:ext>
              </a:extLst>
            </p:cNvPr>
            <p:cNvSpPr>
              <a:spLocks/>
            </p:cNvSpPr>
            <p:nvPr userDrawn="1"/>
          </p:nvSpPr>
          <p:spPr bwMode="auto">
            <a:xfrm>
              <a:off x="2446" y="2889"/>
              <a:ext cx="5" cy="1"/>
            </a:xfrm>
            <a:custGeom>
              <a:avLst/>
              <a:gdLst>
                <a:gd name="T0" fmla="*/ 0 w 4"/>
                <a:gd name="T1" fmla="*/ 1 h 1"/>
                <a:gd name="T2" fmla="*/ 3 w 4"/>
                <a:gd name="T3" fmla="*/ 0 h 1"/>
                <a:gd name="T4" fmla="*/ 0 w 4"/>
                <a:gd name="T5" fmla="*/ 1 h 1"/>
              </a:gdLst>
              <a:ahLst/>
              <a:cxnLst>
                <a:cxn ang="0">
                  <a:pos x="T0" y="T1"/>
                </a:cxn>
                <a:cxn ang="0">
                  <a:pos x="T2" y="T3"/>
                </a:cxn>
                <a:cxn ang="0">
                  <a:pos x="T4" y="T5"/>
                </a:cxn>
              </a:cxnLst>
              <a:rect l="0" t="0" r="r" b="b"/>
              <a:pathLst>
                <a:path w="4" h="1">
                  <a:moveTo>
                    <a:pt x="0" y="1"/>
                  </a:moveTo>
                  <a:cubicBezTo>
                    <a:pt x="1" y="1"/>
                    <a:pt x="2" y="0"/>
                    <a:pt x="3" y="0"/>
                  </a:cubicBezTo>
                  <a:cubicBezTo>
                    <a:pt x="4"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1" name="Freeform 757">
              <a:extLst>
                <a:ext uri="{FF2B5EF4-FFF2-40B4-BE49-F238E27FC236}">
                  <a16:creationId xmlns:a16="http://schemas.microsoft.com/office/drawing/2014/main" id="{1716BEAE-5B72-4FBB-31BD-DB1D328DC5F5}"/>
                </a:ext>
              </a:extLst>
            </p:cNvPr>
            <p:cNvSpPr>
              <a:spLocks/>
            </p:cNvSpPr>
            <p:nvPr userDrawn="1"/>
          </p:nvSpPr>
          <p:spPr bwMode="auto">
            <a:xfrm>
              <a:off x="2444" y="2890"/>
              <a:ext cx="2"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1"/>
                    <a:pt x="0" y="1"/>
                    <a:pt x="0"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2" name="Freeform 758">
              <a:extLst>
                <a:ext uri="{FF2B5EF4-FFF2-40B4-BE49-F238E27FC236}">
                  <a16:creationId xmlns:a16="http://schemas.microsoft.com/office/drawing/2014/main" id="{CB76D2C8-90B9-651C-F831-2B7922C811D0}"/>
                </a:ext>
              </a:extLst>
            </p:cNvPr>
            <p:cNvSpPr>
              <a:spLocks/>
            </p:cNvSpPr>
            <p:nvPr userDrawn="1"/>
          </p:nvSpPr>
          <p:spPr bwMode="auto">
            <a:xfrm>
              <a:off x="2443" y="2829"/>
              <a:ext cx="3"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1" y="1"/>
                    <a:pt x="1" y="1"/>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3" name="Freeform 759">
              <a:extLst>
                <a:ext uri="{FF2B5EF4-FFF2-40B4-BE49-F238E27FC236}">
                  <a16:creationId xmlns:a16="http://schemas.microsoft.com/office/drawing/2014/main" id="{A493D936-3BEA-24EB-AE68-A2506D35EDDD}"/>
                </a:ext>
              </a:extLst>
            </p:cNvPr>
            <p:cNvSpPr>
              <a:spLocks/>
            </p:cNvSpPr>
            <p:nvPr userDrawn="1"/>
          </p:nvSpPr>
          <p:spPr bwMode="auto">
            <a:xfrm>
              <a:off x="2441" y="318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4" name="Freeform 760">
              <a:extLst>
                <a:ext uri="{FF2B5EF4-FFF2-40B4-BE49-F238E27FC236}">
                  <a16:creationId xmlns:a16="http://schemas.microsoft.com/office/drawing/2014/main" id="{26D7759A-80CD-5ECE-F40A-18599B55BD96}"/>
                </a:ext>
              </a:extLst>
            </p:cNvPr>
            <p:cNvSpPr>
              <a:spLocks noEditPoints="1"/>
            </p:cNvSpPr>
            <p:nvPr userDrawn="1"/>
          </p:nvSpPr>
          <p:spPr bwMode="auto">
            <a:xfrm>
              <a:off x="2385" y="2826"/>
              <a:ext cx="78" cy="369"/>
            </a:xfrm>
            <a:custGeom>
              <a:avLst/>
              <a:gdLst>
                <a:gd name="T0" fmla="*/ 32 w 54"/>
                <a:gd name="T1" fmla="*/ 117 h 257"/>
                <a:gd name="T2" fmla="*/ 33 w 54"/>
                <a:gd name="T3" fmla="*/ 117 h 257"/>
                <a:gd name="T4" fmla="*/ 41 w 54"/>
                <a:gd name="T5" fmla="*/ 113 h 257"/>
                <a:gd name="T6" fmla="*/ 32 w 54"/>
                <a:gd name="T7" fmla="*/ 117 h 257"/>
                <a:gd name="T8" fmla="*/ 43 w 54"/>
                <a:gd name="T9" fmla="*/ 133 h 257"/>
                <a:gd name="T10" fmla="*/ 40 w 54"/>
                <a:gd name="T11" fmla="*/ 128 h 257"/>
                <a:gd name="T12" fmla="*/ 43 w 54"/>
                <a:gd name="T13" fmla="*/ 133 h 257"/>
                <a:gd name="T14" fmla="*/ 47 w 54"/>
                <a:gd name="T15" fmla="*/ 141 h 257"/>
                <a:gd name="T16" fmla="*/ 47 w 54"/>
                <a:gd name="T17" fmla="*/ 139 h 257"/>
                <a:gd name="T18" fmla="*/ 46 w 54"/>
                <a:gd name="T19" fmla="*/ 137 h 257"/>
                <a:gd name="T20" fmla="*/ 43 w 54"/>
                <a:gd name="T21" fmla="*/ 133 h 257"/>
                <a:gd name="T22" fmla="*/ 43 w 54"/>
                <a:gd name="T23" fmla="*/ 134 h 257"/>
                <a:gd name="T24" fmla="*/ 39 w 54"/>
                <a:gd name="T25" fmla="*/ 126 h 257"/>
                <a:gd name="T26" fmla="*/ 40 w 54"/>
                <a:gd name="T27" fmla="*/ 128 h 257"/>
                <a:gd name="T28" fmla="*/ 39 w 54"/>
                <a:gd name="T29" fmla="*/ 126 h 257"/>
                <a:gd name="T30" fmla="*/ 44 w 54"/>
                <a:gd name="T31" fmla="*/ 121 h 257"/>
                <a:gd name="T32" fmla="*/ 42 w 54"/>
                <a:gd name="T33" fmla="*/ 114 h 257"/>
                <a:gd name="T34" fmla="*/ 36 w 54"/>
                <a:gd name="T35" fmla="*/ 109 h 257"/>
                <a:gd name="T36" fmla="*/ 41 w 54"/>
                <a:gd name="T37" fmla="*/ 107 h 257"/>
                <a:gd name="T38" fmla="*/ 42 w 54"/>
                <a:gd name="T39" fmla="*/ 54 h 257"/>
                <a:gd name="T40" fmla="*/ 43 w 54"/>
                <a:gd name="T41" fmla="*/ 45 h 257"/>
                <a:gd name="T42" fmla="*/ 43 w 54"/>
                <a:gd name="T43" fmla="*/ 45 h 257"/>
                <a:gd name="T44" fmla="*/ 42 w 54"/>
                <a:gd name="T45" fmla="*/ 45 h 257"/>
                <a:gd name="T46" fmla="*/ 37 w 54"/>
                <a:gd name="T47" fmla="*/ 13 h 257"/>
                <a:gd name="T48" fmla="*/ 40 w 54"/>
                <a:gd name="T49" fmla="*/ 3 h 257"/>
                <a:gd name="T50" fmla="*/ 40 w 54"/>
                <a:gd name="T51" fmla="*/ 3 h 257"/>
                <a:gd name="T52" fmla="*/ 40 w 54"/>
                <a:gd name="T53" fmla="*/ 2 h 257"/>
                <a:gd name="T54" fmla="*/ 42 w 54"/>
                <a:gd name="T55" fmla="*/ 0 h 257"/>
                <a:gd name="T56" fmla="*/ 34 w 54"/>
                <a:gd name="T57" fmla="*/ 12 h 257"/>
                <a:gd name="T58" fmla="*/ 31 w 54"/>
                <a:gd name="T59" fmla="*/ 12 h 257"/>
                <a:gd name="T60" fmla="*/ 33 w 54"/>
                <a:gd name="T61" fmla="*/ 14 h 257"/>
                <a:gd name="T62" fmla="*/ 27 w 54"/>
                <a:gd name="T63" fmla="*/ 29 h 257"/>
                <a:gd name="T64" fmla="*/ 11 w 54"/>
                <a:gd name="T65" fmla="*/ 198 h 257"/>
                <a:gd name="T66" fmla="*/ 11 w 54"/>
                <a:gd name="T67" fmla="*/ 198 h 257"/>
                <a:gd name="T68" fmla="*/ 11 w 54"/>
                <a:gd name="T69" fmla="*/ 199 h 257"/>
                <a:gd name="T70" fmla="*/ 12 w 54"/>
                <a:gd name="T71" fmla="*/ 199 h 257"/>
                <a:gd name="T72" fmla="*/ 27 w 54"/>
                <a:gd name="T73" fmla="*/ 244 h 257"/>
                <a:gd name="T74" fmla="*/ 46 w 54"/>
                <a:gd name="T75" fmla="*/ 251 h 257"/>
                <a:gd name="T76" fmla="*/ 46 w 54"/>
                <a:gd name="T77" fmla="*/ 251 h 257"/>
                <a:gd name="T78" fmla="*/ 54 w 54"/>
                <a:gd name="T79" fmla="*/ 243 h 257"/>
                <a:gd name="T80" fmla="*/ 47 w 54"/>
                <a:gd name="T81" fmla="*/ 141 h 257"/>
                <a:gd name="T82" fmla="*/ 12 w 54"/>
                <a:gd name="T83" fmla="*/ 199 h 257"/>
                <a:gd name="T84" fmla="*/ 11 w 54"/>
                <a:gd name="T85" fmla="*/ 199 h 257"/>
                <a:gd name="T86" fmla="*/ 11 w 54"/>
                <a:gd name="T87" fmla="*/ 199 h 257"/>
                <a:gd name="T88" fmla="*/ 12 w 54"/>
                <a:gd name="T89" fmla="*/ 199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4" h="257">
                  <a:moveTo>
                    <a:pt x="32" y="117"/>
                  </a:moveTo>
                  <a:cubicBezTo>
                    <a:pt x="32" y="117"/>
                    <a:pt x="33" y="117"/>
                    <a:pt x="33" y="117"/>
                  </a:cubicBezTo>
                  <a:cubicBezTo>
                    <a:pt x="36" y="117"/>
                    <a:pt x="39" y="116"/>
                    <a:pt x="41" y="113"/>
                  </a:cubicBezTo>
                  <a:cubicBezTo>
                    <a:pt x="33" y="113"/>
                    <a:pt x="33" y="116"/>
                    <a:pt x="32" y="117"/>
                  </a:cubicBezTo>
                  <a:close/>
                  <a:moveTo>
                    <a:pt x="43" y="133"/>
                  </a:moveTo>
                  <a:cubicBezTo>
                    <a:pt x="42" y="132"/>
                    <a:pt x="41" y="130"/>
                    <a:pt x="40" y="128"/>
                  </a:cubicBezTo>
                  <a:cubicBezTo>
                    <a:pt x="41" y="131"/>
                    <a:pt x="42" y="132"/>
                    <a:pt x="43" y="133"/>
                  </a:cubicBezTo>
                  <a:close/>
                  <a:moveTo>
                    <a:pt x="47" y="141"/>
                  </a:moveTo>
                  <a:cubicBezTo>
                    <a:pt x="47" y="140"/>
                    <a:pt x="47" y="139"/>
                    <a:pt x="47" y="139"/>
                  </a:cubicBezTo>
                  <a:cubicBezTo>
                    <a:pt x="47" y="138"/>
                    <a:pt x="47" y="138"/>
                    <a:pt x="46" y="137"/>
                  </a:cubicBezTo>
                  <a:cubicBezTo>
                    <a:pt x="45" y="135"/>
                    <a:pt x="44" y="134"/>
                    <a:pt x="43" y="133"/>
                  </a:cubicBezTo>
                  <a:cubicBezTo>
                    <a:pt x="43" y="134"/>
                    <a:pt x="43" y="134"/>
                    <a:pt x="43" y="134"/>
                  </a:cubicBezTo>
                  <a:cubicBezTo>
                    <a:pt x="23" y="132"/>
                    <a:pt x="32" y="130"/>
                    <a:pt x="39" y="126"/>
                  </a:cubicBezTo>
                  <a:cubicBezTo>
                    <a:pt x="39" y="126"/>
                    <a:pt x="39" y="127"/>
                    <a:pt x="40" y="128"/>
                  </a:cubicBezTo>
                  <a:cubicBezTo>
                    <a:pt x="39" y="127"/>
                    <a:pt x="39" y="126"/>
                    <a:pt x="39" y="126"/>
                  </a:cubicBezTo>
                  <a:cubicBezTo>
                    <a:pt x="41" y="125"/>
                    <a:pt x="43" y="123"/>
                    <a:pt x="44" y="121"/>
                  </a:cubicBezTo>
                  <a:cubicBezTo>
                    <a:pt x="45" y="120"/>
                    <a:pt x="45" y="117"/>
                    <a:pt x="42" y="114"/>
                  </a:cubicBezTo>
                  <a:cubicBezTo>
                    <a:pt x="41" y="113"/>
                    <a:pt x="39" y="111"/>
                    <a:pt x="36" y="109"/>
                  </a:cubicBezTo>
                  <a:cubicBezTo>
                    <a:pt x="38" y="109"/>
                    <a:pt x="39" y="108"/>
                    <a:pt x="41" y="107"/>
                  </a:cubicBezTo>
                  <a:cubicBezTo>
                    <a:pt x="52" y="98"/>
                    <a:pt x="41" y="64"/>
                    <a:pt x="42" y="54"/>
                  </a:cubicBezTo>
                  <a:cubicBezTo>
                    <a:pt x="33" y="71"/>
                    <a:pt x="42" y="49"/>
                    <a:pt x="43" y="45"/>
                  </a:cubicBezTo>
                  <a:cubicBezTo>
                    <a:pt x="43" y="45"/>
                    <a:pt x="44" y="45"/>
                    <a:pt x="43" y="45"/>
                  </a:cubicBezTo>
                  <a:cubicBezTo>
                    <a:pt x="43" y="45"/>
                    <a:pt x="43" y="45"/>
                    <a:pt x="42" y="45"/>
                  </a:cubicBezTo>
                  <a:cubicBezTo>
                    <a:pt x="22" y="60"/>
                    <a:pt x="51" y="19"/>
                    <a:pt x="37" y="13"/>
                  </a:cubicBezTo>
                  <a:cubicBezTo>
                    <a:pt x="37" y="9"/>
                    <a:pt x="38" y="6"/>
                    <a:pt x="40" y="3"/>
                  </a:cubicBezTo>
                  <a:cubicBezTo>
                    <a:pt x="40" y="3"/>
                    <a:pt x="40" y="3"/>
                    <a:pt x="40" y="3"/>
                  </a:cubicBezTo>
                  <a:cubicBezTo>
                    <a:pt x="40" y="3"/>
                    <a:pt x="40" y="2"/>
                    <a:pt x="40" y="2"/>
                  </a:cubicBezTo>
                  <a:cubicBezTo>
                    <a:pt x="41" y="2"/>
                    <a:pt x="41" y="1"/>
                    <a:pt x="42" y="0"/>
                  </a:cubicBezTo>
                  <a:cubicBezTo>
                    <a:pt x="39" y="3"/>
                    <a:pt x="36" y="7"/>
                    <a:pt x="34" y="12"/>
                  </a:cubicBezTo>
                  <a:cubicBezTo>
                    <a:pt x="33" y="12"/>
                    <a:pt x="32" y="12"/>
                    <a:pt x="31" y="12"/>
                  </a:cubicBezTo>
                  <a:cubicBezTo>
                    <a:pt x="32" y="13"/>
                    <a:pt x="32" y="13"/>
                    <a:pt x="33" y="14"/>
                  </a:cubicBezTo>
                  <a:cubicBezTo>
                    <a:pt x="31" y="18"/>
                    <a:pt x="29" y="24"/>
                    <a:pt x="27" y="29"/>
                  </a:cubicBezTo>
                  <a:cubicBezTo>
                    <a:pt x="10" y="80"/>
                    <a:pt x="0" y="177"/>
                    <a:pt x="11" y="198"/>
                  </a:cubicBezTo>
                  <a:cubicBezTo>
                    <a:pt x="11" y="198"/>
                    <a:pt x="11" y="198"/>
                    <a:pt x="11" y="198"/>
                  </a:cubicBezTo>
                  <a:cubicBezTo>
                    <a:pt x="11" y="198"/>
                    <a:pt x="11" y="198"/>
                    <a:pt x="11" y="199"/>
                  </a:cubicBezTo>
                  <a:cubicBezTo>
                    <a:pt x="19" y="206"/>
                    <a:pt x="14" y="202"/>
                    <a:pt x="12" y="199"/>
                  </a:cubicBezTo>
                  <a:cubicBezTo>
                    <a:pt x="19" y="208"/>
                    <a:pt x="21" y="231"/>
                    <a:pt x="27" y="244"/>
                  </a:cubicBezTo>
                  <a:cubicBezTo>
                    <a:pt x="31" y="253"/>
                    <a:pt x="36" y="257"/>
                    <a:pt x="46" y="251"/>
                  </a:cubicBezTo>
                  <a:cubicBezTo>
                    <a:pt x="46" y="251"/>
                    <a:pt x="46" y="251"/>
                    <a:pt x="46" y="251"/>
                  </a:cubicBezTo>
                  <a:cubicBezTo>
                    <a:pt x="48" y="249"/>
                    <a:pt x="51" y="247"/>
                    <a:pt x="54" y="243"/>
                  </a:cubicBezTo>
                  <a:cubicBezTo>
                    <a:pt x="15" y="252"/>
                    <a:pt x="44" y="156"/>
                    <a:pt x="47" y="141"/>
                  </a:cubicBezTo>
                  <a:close/>
                  <a:moveTo>
                    <a:pt x="12" y="199"/>
                  </a:moveTo>
                  <a:cubicBezTo>
                    <a:pt x="12" y="199"/>
                    <a:pt x="12" y="199"/>
                    <a:pt x="11" y="199"/>
                  </a:cubicBezTo>
                  <a:cubicBezTo>
                    <a:pt x="11" y="199"/>
                    <a:pt x="11" y="199"/>
                    <a:pt x="11" y="199"/>
                  </a:cubicBezTo>
                  <a:cubicBezTo>
                    <a:pt x="11" y="199"/>
                    <a:pt x="12" y="199"/>
                    <a:pt x="12" y="1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5" name="Freeform 761">
              <a:extLst>
                <a:ext uri="{FF2B5EF4-FFF2-40B4-BE49-F238E27FC236}">
                  <a16:creationId xmlns:a16="http://schemas.microsoft.com/office/drawing/2014/main" id="{9CAA35AE-333E-BF60-54BF-7D3FD6A35109}"/>
                </a:ext>
              </a:extLst>
            </p:cNvPr>
            <p:cNvSpPr>
              <a:spLocks noEditPoints="1"/>
            </p:cNvSpPr>
            <p:nvPr userDrawn="1"/>
          </p:nvSpPr>
          <p:spPr bwMode="auto">
            <a:xfrm>
              <a:off x="2564" y="2514"/>
              <a:ext cx="63" cy="236"/>
            </a:xfrm>
            <a:custGeom>
              <a:avLst/>
              <a:gdLst>
                <a:gd name="T0" fmla="*/ 7 w 44"/>
                <a:gd name="T1" fmla="*/ 146 h 164"/>
                <a:gd name="T2" fmla="*/ 6 w 44"/>
                <a:gd name="T3" fmla="*/ 146 h 164"/>
                <a:gd name="T4" fmla="*/ 7 w 44"/>
                <a:gd name="T5" fmla="*/ 147 h 164"/>
                <a:gd name="T6" fmla="*/ 7 w 44"/>
                <a:gd name="T7" fmla="*/ 146 h 164"/>
                <a:gd name="T8" fmla="*/ 34 w 44"/>
                <a:gd name="T9" fmla="*/ 74 h 164"/>
                <a:gd name="T10" fmla="*/ 31 w 44"/>
                <a:gd name="T11" fmla="*/ 57 h 164"/>
                <a:gd name="T12" fmla="*/ 41 w 44"/>
                <a:gd name="T13" fmla="*/ 35 h 164"/>
                <a:gd name="T14" fmla="*/ 38 w 44"/>
                <a:gd name="T15" fmla="*/ 15 h 164"/>
                <a:gd name="T16" fmla="*/ 38 w 44"/>
                <a:gd name="T17" fmla="*/ 14 h 164"/>
                <a:gd name="T18" fmla="*/ 37 w 44"/>
                <a:gd name="T19" fmla="*/ 2 h 164"/>
                <a:gd name="T20" fmla="*/ 36 w 44"/>
                <a:gd name="T21" fmla="*/ 0 h 164"/>
                <a:gd name="T22" fmla="*/ 12 w 44"/>
                <a:gd name="T23" fmla="*/ 14 h 164"/>
                <a:gd name="T24" fmla="*/ 10 w 44"/>
                <a:gd name="T25" fmla="*/ 25 h 164"/>
                <a:gd name="T26" fmla="*/ 10 w 44"/>
                <a:gd name="T27" fmla="*/ 26 h 164"/>
                <a:gd name="T28" fmla="*/ 10 w 44"/>
                <a:gd name="T29" fmla="*/ 26 h 164"/>
                <a:gd name="T30" fmla="*/ 10 w 44"/>
                <a:gd name="T31" fmla="*/ 26 h 164"/>
                <a:gd name="T32" fmla="*/ 6 w 44"/>
                <a:gd name="T33" fmla="*/ 52 h 164"/>
                <a:gd name="T34" fmla="*/ 2 w 44"/>
                <a:gd name="T35" fmla="*/ 128 h 164"/>
                <a:gd name="T36" fmla="*/ 2 w 44"/>
                <a:gd name="T37" fmla="*/ 128 h 164"/>
                <a:gd name="T38" fmla="*/ 3 w 44"/>
                <a:gd name="T39" fmla="*/ 134 h 164"/>
                <a:gd name="T40" fmla="*/ 3 w 44"/>
                <a:gd name="T41" fmla="*/ 136 h 164"/>
                <a:gd name="T42" fmla="*/ 6 w 44"/>
                <a:gd name="T43" fmla="*/ 146 h 164"/>
                <a:gd name="T44" fmla="*/ 6 w 44"/>
                <a:gd name="T45" fmla="*/ 146 h 164"/>
                <a:gd name="T46" fmla="*/ 6 w 44"/>
                <a:gd name="T47" fmla="*/ 146 h 164"/>
                <a:gd name="T48" fmla="*/ 7 w 44"/>
                <a:gd name="T49" fmla="*/ 147 h 164"/>
                <a:gd name="T50" fmla="*/ 7 w 44"/>
                <a:gd name="T51" fmla="*/ 146 h 164"/>
                <a:gd name="T52" fmla="*/ 10 w 44"/>
                <a:gd name="T53" fmla="*/ 150 h 164"/>
                <a:gd name="T54" fmla="*/ 10 w 44"/>
                <a:gd name="T55" fmla="*/ 150 h 164"/>
                <a:gd name="T56" fmla="*/ 7 w 44"/>
                <a:gd name="T57" fmla="*/ 147 h 164"/>
                <a:gd name="T58" fmla="*/ 9 w 44"/>
                <a:gd name="T59" fmla="*/ 150 h 164"/>
                <a:gd name="T60" fmla="*/ 10 w 44"/>
                <a:gd name="T61" fmla="*/ 153 h 164"/>
                <a:gd name="T62" fmla="*/ 14 w 44"/>
                <a:gd name="T63" fmla="*/ 164 h 164"/>
                <a:gd name="T64" fmla="*/ 29 w 44"/>
                <a:gd name="T65" fmla="*/ 156 h 164"/>
                <a:gd name="T66" fmla="*/ 30 w 44"/>
                <a:gd name="T67" fmla="*/ 147 h 164"/>
                <a:gd name="T68" fmla="*/ 30 w 44"/>
                <a:gd name="T69" fmla="*/ 146 h 164"/>
                <a:gd name="T70" fmla="*/ 31 w 44"/>
                <a:gd name="T71" fmla="*/ 140 h 164"/>
                <a:gd name="T72" fmla="*/ 31 w 44"/>
                <a:gd name="T73" fmla="*/ 137 h 164"/>
                <a:gd name="T74" fmla="*/ 34 w 44"/>
                <a:gd name="T75" fmla="*/ 124 h 164"/>
                <a:gd name="T76" fmla="*/ 34 w 44"/>
                <a:gd name="T77" fmla="*/ 122 h 164"/>
                <a:gd name="T78" fmla="*/ 35 w 44"/>
                <a:gd name="T79" fmla="*/ 117 h 164"/>
                <a:gd name="T80" fmla="*/ 42 w 44"/>
                <a:gd name="T81" fmla="*/ 87 h 164"/>
                <a:gd name="T82" fmla="*/ 38 w 44"/>
                <a:gd name="T83" fmla="*/ 81 h 164"/>
                <a:gd name="T84" fmla="*/ 38 w 44"/>
                <a:gd name="T85" fmla="*/ 82 h 164"/>
                <a:gd name="T86" fmla="*/ 34 w 44"/>
                <a:gd name="T87" fmla="*/ 74 h 164"/>
                <a:gd name="T88" fmla="*/ 27 w 44"/>
                <a:gd name="T89" fmla="*/ 65 h 164"/>
                <a:gd name="T90" fmla="*/ 28 w 44"/>
                <a:gd name="T91" fmla="*/ 65 h 164"/>
                <a:gd name="T92" fmla="*/ 36 w 44"/>
                <a:gd name="T93" fmla="*/ 61 h 164"/>
                <a:gd name="T94" fmla="*/ 27 w 44"/>
                <a:gd name="T95" fmla="*/ 65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64">
                  <a:moveTo>
                    <a:pt x="7" y="146"/>
                  </a:moveTo>
                  <a:cubicBezTo>
                    <a:pt x="6" y="146"/>
                    <a:pt x="6" y="146"/>
                    <a:pt x="6" y="146"/>
                  </a:cubicBezTo>
                  <a:cubicBezTo>
                    <a:pt x="7" y="146"/>
                    <a:pt x="7" y="147"/>
                    <a:pt x="7" y="147"/>
                  </a:cubicBezTo>
                  <a:cubicBezTo>
                    <a:pt x="7" y="147"/>
                    <a:pt x="7" y="146"/>
                    <a:pt x="7" y="146"/>
                  </a:cubicBezTo>
                  <a:close/>
                  <a:moveTo>
                    <a:pt x="34" y="74"/>
                  </a:moveTo>
                  <a:cubicBezTo>
                    <a:pt x="39" y="70"/>
                    <a:pt x="44" y="65"/>
                    <a:pt x="31" y="57"/>
                  </a:cubicBezTo>
                  <a:cubicBezTo>
                    <a:pt x="40" y="55"/>
                    <a:pt x="41" y="46"/>
                    <a:pt x="41" y="35"/>
                  </a:cubicBezTo>
                  <a:cubicBezTo>
                    <a:pt x="40" y="28"/>
                    <a:pt x="39" y="21"/>
                    <a:pt x="38" y="15"/>
                  </a:cubicBezTo>
                  <a:cubicBezTo>
                    <a:pt x="38" y="15"/>
                    <a:pt x="38" y="14"/>
                    <a:pt x="38" y="14"/>
                  </a:cubicBezTo>
                  <a:cubicBezTo>
                    <a:pt x="37" y="9"/>
                    <a:pt x="37" y="4"/>
                    <a:pt x="37" y="2"/>
                  </a:cubicBezTo>
                  <a:cubicBezTo>
                    <a:pt x="31" y="13"/>
                    <a:pt x="33" y="7"/>
                    <a:pt x="36" y="0"/>
                  </a:cubicBezTo>
                  <a:cubicBezTo>
                    <a:pt x="28" y="5"/>
                    <a:pt x="20" y="9"/>
                    <a:pt x="12" y="14"/>
                  </a:cubicBezTo>
                  <a:cubicBezTo>
                    <a:pt x="12" y="17"/>
                    <a:pt x="11" y="21"/>
                    <a:pt x="10" y="25"/>
                  </a:cubicBezTo>
                  <a:cubicBezTo>
                    <a:pt x="10" y="25"/>
                    <a:pt x="10" y="25"/>
                    <a:pt x="10" y="26"/>
                  </a:cubicBezTo>
                  <a:cubicBezTo>
                    <a:pt x="10" y="26"/>
                    <a:pt x="10" y="26"/>
                    <a:pt x="10" y="26"/>
                  </a:cubicBezTo>
                  <a:cubicBezTo>
                    <a:pt x="10" y="26"/>
                    <a:pt x="10" y="26"/>
                    <a:pt x="10" y="26"/>
                  </a:cubicBezTo>
                  <a:cubicBezTo>
                    <a:pt x="8" y="35"/>
                    <a:pt x="7" y="43"/>
                    <a:pt x="6" y="52"/>
                  </a:cubicBezTo>
                  <a:cubicBezTo>
                    <a:pt x="2" y="81"/>
                    <a:pt x="0" y="109"/>
                    <a:pt x="2" y="128"/>
                  </a:cubicBezTo>
                  <a:cubicBezTo>
                    <a:pt x="2" y="128"/>
                    <a:pt x="2" y="128"/>
                    <a:pt x="2" y="128"/>
                  </a:cubicBezTo>
                  <a:cubicBezTo>
                    <a:pt x="2" y="130"/>
                    <a:pt x="2" y="132"/>
                    <a:pt x="3" y="134"/>
                  </a:cubicBezTo>
                  <a:cubicBezTo>
                    <a:pt x="3" y="134"/>
                    <a:pt x="3" y="135"/>
                    <a:pt x="3" y="136"/>
                  </a:cubicBezTo>
                  <a:cubicBezTo>
                    <a:pt x="4" y="140"/>
                    <a:pt x="5" y="144"/>
                    <a:pt x="6" y="146"/>
                  </a:cubicBezTo>
                  <a:cubicBezTo>
                    <a:pt x="6" y="146"/>
                    <a:pt x="6" y="146"/>
                    <a:pt x="6" y="146"/>
                  </a:cubicBezTo>
                  <a:cubicBezTo>
                    <a:pt x="6" y="146"/>
                    <a:pt x="6" y="146"/>
                    <a:pt x="6" y="146"/>
                  </a:cubicBezTo>
                  <a:cubicBezTo>
                    <a:pt x="7" y="146"/>
                    <a:pt x="7" y="147"/>
                    <a:pt x="7" y="147"/>
                  </a:cubicBezTo>
                  <a:cubicBezTo>
                    <a:pt x="7" y="147"/>
                    <a:pt x="7" y="146"/>
                    <a:pt x="7" y="146"/>
                  </a:cubicBezTo>
                  <a:cubicBezTo>
                    <a:pt x="8" y="148"/>
                    <a:pt x="9" y="149"/>
                    <a:pt x="10" y="150"/>
                  </a:cubicBezTo>
                  <a:cubicBezTo>
                    <a:pt x="11" y="151"/>
                    <a:pt x="10" y="151"/>
                    <a:pt x="10" y="150"/>
                  </a:cubicBezTo>
                  <a:cubicBezTo>
                    <a:pt x="9" y="149"/>
                    <a:pt x="8" y="148"/>
                    <a:pt x="7" y="147"/>
                  </a:cubicBezTo>
                  <a:cubicBezTo>
                    <a:pt x="8" y="148"/>
                    <a:pt x="8" y="149"/>
                    <a:pt x="9" y="150"/>
                  </a:cubicBezTo>
                  <a:cubicBezTo>
                    <a:pt x="9" y="151"/>
                    <a:pt x="10" y="152"/>
                    <a:pt x="10" y="153"/>
                  </a:cubicBezTo>
                  <a:cubicBezTo>
                    <a:pt x="11" y="156"/>
                    <a:pt x="13" y="160"/>
                    <a:pt x="14" y="164"/>
                  </a:cubicBezTo>
                  <a:cubicBezTo>
                    <a:pt x="19" y="162"/>
                    <a:pt x="24" y="159"/>
                    <a:pt x="29" y="156"/>
                  </a:cubicBezTo>
                  <a:cubicBezTo>
                    <a:pt x="29" y="153"/>
                    <a:pt x="30" y="150"/>
                    <a:pt x="30" y="147"/>
                  </a:cubicBezTo>
                  <a:cubicBezTo>
                    <a:pt x="30" y="147"/>
                    <a:pt x="30" y="146"/>
                    <a:pt x="30" y="146"/>
                  </a:cubicBezTo>
                  <a:cubicBezTo>
                    <a:pt x="30" y="144"/>
                    <a:pt x="31" y="142"/>
                    <a:pt x="31" y="140"/>
                  </a:cubicBezTo>
                  <a:cubicBezTo>
                    <a:pt x="31" y="139"/>
                    <a:pt x="31" y="138"/>
                    <a:pt x="31" y="137"/>
                  </a:cubicBezTo>
                  <a:cubicBezTo>
                    <a:pt x="32" y="133"/>
                    <a:pt x="33" y="128"/>
                    <a:pt x="34" y="124"/>
                  </a:cubicBezTo>
                  <a:cubicBezTo>
                    <a:pt x="34" y="123"/>
                    <a:pt x="34" y="123"/>
                    <a:pt x="34" y="122"/>
                  </a:cubicBezTo>
                  <a:cubicBezTo>
                    <a:pt x="35" y="120"/>
                    <a:pt x="35" y="119"/>
                    <a:pt x="35" y="117"/>
                  </a:cubicBezTo>
                  <a:cubicBezTo>
                    <a:pt x="39" y="100"/>
                    <a:pt x="43" y="88"/>
                    <a:pt x="42" y="87"/>
                  </a:cubicBezTo>
                  <a:cubicBezTo>
                    <a:pt x="41" y="83"/>
                    <a:pt x="39" y="82"/>
                    <a:pt x="38" y="81"/>
                  </a:cubicBezTo>
                  <a:cubicBezTo>
                    <a:pt x="38" y="82"/>
                    <a:pt x="38" y="82"/>
                    <a:pt x="38" y="82"/>
                  </a:cubicBezTo>
                  <a:cubicBezTo>
                    <a:pt x="18" y="79"/>
                    <a:pt x="27" y="78"/>
                    <a:pt x="34" y="74"/>
                  </a:cubicBezTo>
                  <a:moveTo>
                    <a:pt x="27" y="65"/>
                  </a:moveTo>
                  <a:cubicBezTo>
                    <a:pt x="27" y="65"/>
                    <a:pt x="28" y="65"/>
                    <a:pt x="28" y="65"/>
                  </a:cubicBezTo>
                  <a:cubicBezTo>
                    <a:pt x="31" y="65"/>
                    <a:pt x="34" y="64"/>
                    <a:pt x="36" y="61"/>
                  </a:cubicBezTo>
                  <a:cubicBezTo>
                    <a:pt x="28" y="61"/>
                    <a:pt x="28" y="64"/>
                    <a:pt x="27"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6" name="Freeform 762">
              <a:extLst>
                <a:ext uri="{FF2B5EF4-FFF2-40B4-BE49-F238E27FC236}">
                  <a16:creationId xmlns:a16="http://schemas.microsoft.com/office/drawing/2014/main" id="{C8AAD3E4-43D1-1587-9ACB-6D745CA3BBC4}"/>
                </a:ext>
              </a:extLst>
            </p:cNvPr>
            <p:cNvSpPr>
              <a:spLocks noEditPoints="1"/>
            </p:cNvSpPr>
            <p:nvPr userDrawn="1"/>
          </p:nvSpPr>
          <p:spPr bwMode="auto">
            <a:xfrm>
              <a:off x="3050" y="2268"/>
              <a:ext cx="61" cy="201"/>
            </a:xfrm>
            <a:custGeom>
              <a:avLst/>
              <a:gdLst>
                <a:gd name="T0" fmla="*/ 6 w 43"/>
                <a:gd name="T1" fmla="*/ 125 h 140"/>
                <a:gd name="T2" fmla="*/ 6 w 43"/>
                <a:gd name="T3" fmla="*/ 125 h 140"/>
                <a:gd name="T4" fmla="*/ 6 w 43"/>
                <a:gd name="T5" fmla="*/ 125 h 140"/>
                <a:gd name="T6" fmla="*/ 6 w 43"/>
                <a:gd name="T7" fmla="*/ 125 h 140"/>
                <a:gd name="T8" fmla="*/ 33 w 43"/>
                <a:gd name="T9" fmla="*/ 63 h 140"/>
                <a:gd name="T10" fmla="*/ 30 w 43"/>
                <a:gd name="T11" fmla="*/ 48 h 140"/>
                <a:gd name="T12" fmla="*/ 40 w 43"/>
                <a:gd name="T13" fmla="*/ 30 h 140"/>
                <a:gd name="T14" fmla="*/ 38 w 43"/>
                <a:gd name="T15" fmla="*/ 13 h 140"/>
                <a:gd name="T16" fmla="*/ 38 w 43"/>
                <a:gd name="T17" fmla="*/ 12 h 140"/>
                <a:gd name="T18" fmla="*/ 36 w 43"/>
                <a:gd name="T19" fmla="*/ 1 h 140"/>
                <a:gd name="T20" fmla="*/ 35 w 43"/>
                <a:gd name="T21" fmla="*/ 0 h 140"/>
                <a:gd name="T22" fmla="*/ 12 w 43"/>
                <a:gd name="T23" fmla="*/ 12 h 140"/>
                <a:gd name="T24" fmla="*/ 10 w 43"/>
                <a:gd name="T25" fmla="*/ 21 h 140"/>
                <a:gd name="T26" fmla="*/ 9 w 43"/>
                <a:gd name="T27" fmla="*/ 22 h 140"/>
                <a:gd name="T28" fmla="*/ 9 w 43"/>
                <a:gd name="T29" fmla="*/ 22 h 140"/>
                <a:gd name="T30" fmla="*/ 9 w 43"/>
                <a:gd name="T31" fmla="*/ 22 h 140"/>
                <a:gd name="T32" fmla="*/ 5 w 43"/>
                <a:gd name="T33" fmla="*/ 44 h 140"/>
                <a:gd name="T34" fmla="*/ 1 w 43"/>
                <a:gd name="T35" fmla="*/ 109 h 140"/>
                <a:gd name="T36" fmla="*/ 1 w 43"/>
                <a:gd name="T37" fmla="*/ 109 h 140"/>
                <a:gd name="T38" fmla="*/ 2 w 43"/>
                <a:gd name="T39" fmla="*/ 114 h 140"/>
                <a:gd name="T40" fmla="*/ 2 w 43"/>
                <a:gd name="T41" fmla="*/ 116 h 140"/>
                <a:gd name="T42" fmla="*/ 6 w 43"/>
                <a:gd name="T43" fmla="*/ 125 h 140"/>
                <a:gd name="T44" fmla="*/ 6 w 43"/>
                <a:gd name="T45" fmla="*/ 125 h 140"/>
                <a:gd name="T46" fmla="*/ 6 w 43"/>
                <a:gd name="T47" fmla="*/ 125 h 140"/>
                <a:gd name="T48" fmla="*/ 6 w 43"/>
                <a:gd name="T49" fmla="*/ 125 h 140"/>
                <a:gd name="T50" fmla="*/ 6 w 43"/>
                <a:gd name="T51" fmla="*/ 125 h 140"/>
                <a:gd name="T52" fmla="*/ 9 w 43"/>
                <a:gd name="T53" fmla="*/ 128 h 140"/>
                <a:gd name="T54" fmla="*/ 9 w 43"/>
                <a:gd name="T55" fmla="*/ 128 h 140"/>
                <a:gd name="T56" fmla="*/ 7 w 43"/>
                <a:gd name="T57" fmla="*/ 126 h 140"/>
                <a:gd name="T58" fmla="*/ 8 w 43"/>
                <a:gd name="T59" fmla="*/ 128 h 140"/>
                <a:gd name="T60" fmla="*/ 9 w 43"/>
                <a:gd name="T61" fmla="*/ 130 h 140"/>
                <a:gd name="T62" fmla="*/ 13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3 w 43"/>
                <a:gd name="T75" fmla="*/ 106 h 140"/>
                <a:gd name="T76" fmla="*/ 34 w 43"/>
                <a:gd name="T77" fmla="*/ 104 h 140"/>
                <a:gd name="T78" fmla="*/ 35 w 43"/>
                <a:gd name="T79" fmla="*/ 100 h 140"/>
                <a:gd name="T80" fmla="*/ 42 w 43"/>
                <a:gd name="T81" fmla="*/ 74 h 140"/>
                <a:gd name="T82" fmla="*/ 37 w 43"/>
                <a:gd name="T83" fmla="*/ 69 h 140"/>
                <a:gd name="T84" fmla="*/ 37 w 43"/>
                <a:gd name="T85" fmla="*/ 70 h 140"/>
                <a:gd name="T86" fmla="*/ 33 w 43"/>
                <a:gd name="T87" fmla="*/ 63 h 140"/>
                <a:gd name="T88" fmla="*/ 26 w 43"/>
                <a:gd name="T89" fmla="*/ 55 h 140"/>
                <a:gd name="T90" fmla="*/ 28 w 43"/>
                <a:gd name="T91" fmla="*/ 55 h 140"/>
                <a:gd name="T92" fmla="*/ 36 w 43"/>
                <a:gd name="T93" fmla="*/ 52 h 140"/>
                <a:gd name="T94" fmla="*/ 26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6" y="125"/>
                  </a:cubicBezTo>
                  <a:cubicBezTo>
                    <a:pt x="6" y="125"/>
                    <a:pt x="6" y="125"/>
                    <a:pt x="6" y="125"/>
                  </a:cubicBezTo>
                  <a:close/>
                  <a:moveTo>
                    <a:pt x="33" y="63"/>
                  </a:moveTo>
                  <a:cubicBezTo>
                    <a:pt x="39" y="60"/>
                    <a:pt x="43" y="56"/>
                    <a:pt x="30" y="48"/>
                  </a:cubicBezTo>
                  <a:cubicBezTo>
                    <a:pt x="39" y="47"/>
                    <a:pt x="41" y="39"/>
                    <a:pt x="40" y="30"/>
                  </a:cubicBezTo>
                  <a:cubicBezTo>
                    <a:pt x="40" y="24"/>
                    <a:pt x="39" y="18"/>
                    <a:pt x="38" y="13"/>
                  </a:cubicBezTo>
                  <a:cubicBezTo>
                    <a:pt x="38" y="12"/>
                    <a:pt x="38" y="12"/>
                    <a:pt x="38" y="12"/>
                  </a:cubicBezTo>
                  <a:cubicBezTo>
                    <a:pt x="37" y="7"/>
                    <a:pt x="36" y="4"/>
                    <a:pt x="36" y="1"/>
                  </a:cubicBezTo>
                  <a:cubicBezTo>
                    <a:pt x="30" y="11"/>
                    <a:pt x="33" y="6"/>
                    <a:pt x="35" y="0"/>
                  </a:cubicBezTo>
                  <a:cubicBezTo>
                    <a:pt x="27" y="4"/>
                    <a:pt x="20" y="8"/>
                    <a:pt x="12" y="12"/>
                  </a:cubicBezTo>
                  <a:cubicBezTo>
                    <a:pt x="11" y="15"/>
                    <a:pt x="10" y="18"/>
                    <a:pt x="10" y="21"/>
                  </a:cubicBezTo>
                  <a:cubicBezTo>
                    <a:pt x="10" y="21"/>
                    <a:pt x="9" y="22"/>
                    <a:pt x="9" y="22"/>
                  </a:cubicBezTo>
                  <a:cubicBezTo>
                    <a:pt x="9" y="22"/>
                    <a:pt x="9" y="22"/>
                    <a:pt x="9" y="22"/>
                  </a:cubicBezTo>
                  <a:cubicBezTo>
                    <a:pt x="9" y="22"/>
                    <a:pt x="9" y="22"/>
                    <a:pt x="9" y="22"/>
                  </a:cubicBezTo>
                  <a:cubicBezTo>
                    <a:pt x="8" y="30"/>
                    <a:pt x="6" y="37"/>
                    <a:pt x="5" y="44"/>
                  </a:cubicBezTo>
                  <a:cubicBezTo>
                    <a:pt x="1" y="69"/>
                    <a:pt x="0" y="93"/>
                    <a:pt x="1" y="109"/>
                  </a:cubicBezTo>
                  <a:cubicBezTo>
                    <a:pt x="1" y="109"/>
                    <a:pt x="1" y="109"/>
                    <a:pt x="1" y="109"/>
                  </a:cubicBezTo>
                  <a:cubicBezTo>
                    <a:pt x="2" y="111"/>
                    <a:pt x="2" y="113"/>
                    <a:pt x="2" y="114"/>
                  </a:cubicBezTo>
                  <a:cubicBezTo>
                    <a:pt x="2" y="115"/>
                    <a:pt x="2" y="115"/>
                    <a:pt x="2" y="116"/>
                  </a:cubicBezTo>
                  <a:cubicBezTo>
                    <a:pt x="3" y="120"/>
                    <a:pt x="4" y="123"/>
                    <a:pt x="6" y="125"/>
                  </a:cubicBezTo>
                  <a:cubicBezTo>
                    <a:pt x="6" y="125"/>
                    <a:pt x="6" y="125"/>
                    <a:pt x="6" y="125"/>
                  </a:cubicBezTo>
                  <a:cubicBezTo>
                    <a:pt x="6" y="125"/>
                    <a:pt x="6" y="125"/>
                    <a:pt x="6" y="125"/>
                  </a:cubicBezTo>
                  <a:cubicBezTo>
                    <a:pt x="6" y="125"/>
                    <a:pt x="6" y="125"/>
                    <a:pt x="6" y="125"/>
                  </a:cubicBezTo>
                  <a:cubicBezTo>
                    <a:pt x="6" y="125"/>
                    <a:pt x="6" y="125"/>
                    <a:pt x="6" y="125"/>
                  </a:cubicBezTo>
                  <a:cubicBezTo>
                    <a:pt x="8" y="127"/>
                    <a:pt x="9" y="127"/>
                    <a:pt x="9" y="128"/>
                  </a:cubicBezTo>
                  <a:cubicBezTo>
                    <a:pt x="10" y="129"/>
                    <a:pt x="10" y="129"/>
                    <a:pt x="9" y="128"/>
                  </a:cubicBezTo>
                  <a:cubicBezTo>
                    <a:pt x="9" y="127"/>
                    <a:pt x="7" y="126"/>
                    <a:pt x="7" y="126"/>
                  </a:cubicBezTo>
                  <a:cubicBezTo>
                    <a:pt x="7" y="126"/>
                    <a:pt x="8" y="127"/>
                    <a:pt x="8" y="128"/>
                  </a:cubicBezTo>
                  <a:cubicBezTo>
                    <a:pt x="9" y="129"/>
                    <a:pt x="9" y="129"/>
                    <a:pt x="9" y="130"/>
                  </a:cubicBezTo>
                  <a:cubicBezTo>
                    <a:pt x="11" y="133"/>
                    <a:pt x="12" y="137"/>
                    <a:pt x="13" y="140"/>
                  </a:cubicBezTo>
                  <a:cubicBezTo>
                    <a:pt x="18" y="138"/>
                    <a:pt x="24" y="136"/>
                    <a:pt x="29" y="133"/>
                  </a:cubicBezTo>
                  <a:cubicBezTo>
                    <a:pt x="29" y="130"/>
                    <a:pt x="29" y="128"/>
                    <a:pt x="30" y="125"/>
                  </a:cubicBezTo>
                  <a:cubicBezTo>
                    <a:pt x="30" y="125"/>
                    <a:pt x="30" y="125"/>
                    <a:pt x="30" y="125"/>
                  </a:cubicBezTo>
                  <a:cubicBezTo>
                    <a:pt x="30" y="123"/>
                    <a:pt x="30" y="121"/>
                    <a:pt x="31" y="119"/>
                  </a:cubicBezTo>
                  <a:cubicBezTo>
                    <a:pt x="31" y="119"/>
                    <a:pt x="31" y="118"/>
                    <a:pt x="31" y="117"/>
                  </a:cubicBezTo>
                  <a:cubicBezTo>
                    <a:pt x="32" y="113"/>
                    <a:pt x="32" y="110"/>
                    <a:pt x="33" y="106"/>
                  </a:cubicBezTo>
                  <a:cubicBezTo>
                    <a:pt x="34" y="105"/>
                    <a:pt x="34" y="105"/>
                    <a:pt x="34" y="104"/>
                  </a:cubicBezTo>
                  <a:cubicBezTo>
                    <a:pt x="34" y="103"/>
                    <a:pt x="35" y="101"/>
                    <a:pt x="35" y="100"/>
                  </a:cubicBezTo>
                  <a:cubicBezTo>
                    <a:pt x="39" y="86"/>
                    <a:pt x="42" y="75"/>
                    <a:pt x="42" y="74"/>
                  </a:cubicBezTo>
                  <a:cubicBezTo>
                    <a:pt x="40" y="71"/>
                    <a:pt x="39" y="70"/>
                    <a:pt x="37" y="69"/>
                  </a:cubicBezTo>
                  <a:cubicBezTo>
                    <a:pt x="38" y="70"/>
                    <a:pt x="38" y="70"/>
                    <a:pt x="37" y="70"/>
                  </a:cubicBezTo>
                  <a:cubicBezTo>
                    <a:pt x="18" y="68"/>
                    <a:pt x="26" y="66"/>
                    <a:pt x="33" y="63"/>
                  </a:cubicBezTo>
                  <a:moveTo>
                    <a:pt x="26" y="55"/>
                  </a:moveTo>
                  <a:cubicBezTo>
                    <a:pt x="27" y="55"/>
                    <a:pt x="27" y="55"/>
                    <a:pt x="28" y="55"/>
                  </a:cubicBezTo>
                  <a:cubicBezTo>
                    <a:pt x="31" y="55"/>
                    <a:pt x="33" y="54"/>
                    <a:pt x="36" y="52"/>
                  </a:cubicBezTo>
                  <a:cubicBezTo>
                    <a:pt x="27" y="52"/>
                    <a:pt x="27" y="55"/>
                    <a:pt x="26"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7" name="Freeform 763">
              <a:extLst>
                <a:ext uri="{FF2B5EF4-FFF2-40B4-BE49-F238E27FC236}">
                  <a16:creationId xmlns:a16="http://schemas.microsoft.com/office/drawing/2014/main" id="{C0533B31-0E1E-31E1-573A-9CE08DFA09AB}"/>
                </a:ext>
              </a:extLst>
            </p:cNvPr>
            <p:cNvSpPr>
              <a:spLocks noEditPoints="1"/>
            </p:cNvSpPr>
            <p:nvPr userDrawn="1"/>
          </p:nvSpPr>
          <p:spPr bwMode="auto">
            <a:xfrm>
              <a:off x="3307" y="2087"/>
              <a:ext cx="62" cy="201"/>
            </a:xfrm>
            <a:custGeom>
              <a:avLst/>
              <a:gdLst>
                <a:gd name="T0" fmla="*/ 6 w 43"/>
                <a:gd name="T1" fmla="*/ 125 h 140"/>
                <a:gd name="T2" fmla="*/ 6 w 43"/>
                <a:gd name="T3" fmla="*/ 125 h 140"/>
                <a:gd name="T4" fmla="*/ 7 w 43"/>
                <a:gd name="T5" fmla="*/ 125 h 140"/>
                <a:gd name="T6" fmla="*/ 6 w 43"/>
                <a:gd name="T7" fmla="*/ 125 h 140"/>
                <a:gd name="T8" fmla="*/ 34 w 43"/>
                <a:gd name="T9" fmla="*/ 63 h 140"/>
                <a:gd name="T10" fmla="*/ 31 w 43"/>
                <a:gd name="T11" fmla="*/ 49 h 140"/>
                <a:gd name="T12" fmla="*/ 41 w 43"/>
                <a:gd name="T13" fmla="*/ 30 h 140"/>
                <a:gd name="T14" fmla="*/ 38 w 43"/>
                <a:gd name="T15" fmla="*/ 13 h 140"/>
                <a:gd name="T16" fmla="*/ 38 w 43"/>
                <a:gd name="T17" fmla="*/ 12 h 140"/>
                <a:gd name="T18" fmla="*/ 37 w 43"/>
                <a:gd name="T19" fmla="*/ 1 h 140"/>
                <a:gd name="T20" fmla="*/ 35 w 43"/>
                <a:gd name="T21" fmla="*/ 0 h 140"/>
                <a:gd name="T22" fmla="*/ 12 w 43"/>
                <a:gd name="T23" fmla="*/ 12 h 140"/>
                <a:gd name="T24" fmla="*/ 10 w 43"/>
                <a:gd name="T25" fmla="*/ 21 h 140"/>
                <a:gd name="T26" fmla="*/ 10 w 43"/>
                <a:gd name="T27" fmla="*/ 22 h 140"/>
                <a:gd name="T28" fmla="*/ 10 w 43"/>
                <a:gd name="T29" fmla="*/ 22 h 140"/>
                <a:gd name="T30" fmla="*/ 10 w 43"/>
                <a:gd name="T31" fmla="*/ 22 h 140"/>
                <a:gd name="T32" fmla="*/ 6 w 43"/>
                <a:gd name="T33" fmla="*/ 44 h 140"/>
                <a:gd name="T34" fmla="*/ 2 w 43"/>
                <a:gd name="T35" fmla="*/ 109 h 140"/>
                <a:gd name="T36" fmla="*/ 2 w 43"/>
                <a:gd name="T37" fmla="*/ 109 h 140"/>
                <a:gd name="T38" fmla="*/ 2 w 43"/>
                <a:gd name="T39" fmla="*/ 114 h 140"/>
                <a:gd name="T40" fmla="*/ 3 w 43"/>
                <a:gd name="T41" fmla="*/ 116 h 140"/>
                <a:gd name="T42" fmla="*/ 6 w 43"/>
                <a:gd name="T43" fmla="*/ 125 h 140"/>
                <a:gd name="T44" fmla="*/ 6 w 43"/>
                <a:gd name="T45" fmla="*/ 125 h 140"/>
                <a:gd name="T46" fmla="*/ 6 w 43"/>
                <a:gd name="T47" fmla="*/ 125 h 140"/>
                <a:gd name="T48" fmla="*/ 7 w 43"/>
                <a:gd name="T49" fmla="*/ 125 h 140"/>
                <a:gd name="T50" fmla="*/ 6 w 43"/>
                <a:gd name="T51" fmla="*/ 125 h 140"/>
                <a:gd name="T52" fmla="*/ 10 w 43"/>
                <a:gd name="T53" fmla="*/ 128 h 140"/>
                <a:gd name="T54" fmla="*/ 10 w 43"/>
                <a:gd name="T55" fmla="*/ 128 h 140"/>
                <a:gd name="T56" fmla="*/ 7 w 43"/>
                <a:gd name="T57" fmla="*/ 126 h 140"/>
                <a:gd name="T58" fmla="*/ 9 w 43"/>
                <a:gd name="T59" fmla="*/ 128 h 140"/>
                <a:gd name="T60" fmla="*/ 10 w 43"/>
                <a:gd name="T61" fmla="*/ 130 h 140"/>
                <a:gd name="T62" fmla="*/ 14 w 43"/>
                <a:gd name="T63" fmla="*/ 140 h 140"/>
                <a:gd name="T64" fmla="*/ 29 w 43"/>
                <a:gd name="T65" fmla="*/ 133 h 140"/>
                <a:gd name="T66" fmla="*/ 30 w 43"/>
                <a:gd name="T67" fmla="*/ 125 h 140"/>
                <a:gd name="T68" fmla="*/ 30 w 43"/>
                <a:gd name="T69" fmla="*/ 125 h 140"/>
                <a:gd name="T70" fmla="*/ 31 w 43"/>
                <a:gd name="T71" fmla="*/ 119 h 140"/>
                <a:gd name="T72" fmla="*/ 31 w 43"/>
                <a:gd name="T73" fmla="*/ 117 h 140"/>
                <a:gd name="T74" fmla="*/ 34 w 43"/>
                <a:gd name="T75" fmla="*/ 106 h 140"/>
                <a:gd name="T76" fmla="*/ 34 w 43"/>
                <a:gd name="T77" fmla="*/ 104 h 140"/>
                <a:gd name="T78" fmla="*/ 35 w 43"/>
                <a:gd name="T79" fmla="*/ 100 h 140"/>
                <a:gd name="T80" fmla="*/ 42 w 43"/>
                <a:gd name="T81" fmla="*/ 74 h 140"/>
                <a:gd name="T82" fmla="*/ 38 w 43"/>
                <a:gd name="T83" fmla="*/ 69 h 140"/>
                <a:gd name="T84" fmla="*/ 38 w 43"/>
                <a:gd name="T85" fmla="*/ 70 h 140"/>
                <a:gd name="T86" fmla="*/ 33 w 43"/>
                <a:gd name="T87" fmla="*/ 63 h 140"/>
                <a:gd name="T88" fmla="*/ 27 w 43"/>
                <a:gd name="T89" fmla="*/ 55 h 140"/>
                <a:gd name="T90" fmla="*/ 28 w 43"/>
                <a:gd name="T91" fmla="*/ 55 h 140"/>
                <a:gd name="T92" fmla="*/ 36 w 43"/>
                <a:gd name="T93" fmla="*/ 52 h 140"/>
                <a:gd name="T94" fmla="*/ 27 w 43"/>
                <a:gd name="T95" fmla="*/ 55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140">
                  <a:moveTo>
                    <a:pt x="6" y="125"/>
                  </a:moveTo>
                  <a:cubicBezTo>
                    <a:pt x="6" y="125"/>
                    <a:pt x="6" y="125"/>
                    <a:pt x="6" y="125"/>
                  </a:cubicBezTo>
                  <a:cubicBezTo>
                    <a:pt x="6" y="125"/>
                    <a:pt x="6" y="125"/>
                    <a:pt x="7" y="125"/>
                  </a:cubicBezTo>
                  <a:cubicBezTo>
                    <a:pt x="7" y="125"/>
                    <a:pt x="6" y="125"/>
                    <a:pt x="6" y="125"/>
                  </a:cubicBezTo>
                  <a:close/>
                  <a:moveTo>
                    <a:pt x="34" y="63"/>
                  </a:moveTo>
                  <a:cubicBezTo>
                    <a:pt x="39" y="60"/>
                    <a:pt x="43" y="56"/>
                    <a:pt x="31" y="49"/>
                  </a:cubicBezTo>
                  <a:cubicBezTo>
                    <a:pt x="39" y="47"/>
                    <a:pt x="41" y="39"/>
                    <a:pt x="41" y="30"/>
                  </a:cubicBezTo>
                  <a:cubicBezTo>
                    <a:pt x="40" y="24"/>
                    <a:pt x="39" y="18"/>
                    <a:pt x="38" y="13"/>
                  </a:cubicBezTo>
                  <a:cubicBezTo>
                    <a:pt x="38" y="12"/>
                    <a:pt x="38" y="12"/>
                    <a:pt x="38" y="12"/>
                  </a:cubicBezTo>
                  <a:cubicBezTo>
                    <a:pt x="37" y="7"/>
                    <a:pt x="37" y="4"/>
                    <a:pt x="37" y="1"/>
                  </a:cubicBezTo>
                  <a:cubicBezTo>
                    <a:pt x="31" y="11"/>
                    <a:pt x="33" y="6"/>
                    <a:pt x="35" y="0"/>
                  </a:cubicBezTo>
                  <a:cubicBezTo>
                    <a:pt x="28" y="4"/>
                    <a:pt x="20" y="8"/>
                    <a:pt x="12" y="12"/>
                  </a:cubicBezTo>
                  <a:cubicBezTo>
                    <a:pt x="11" y="15"/>
                    <a:pt x="11" y="18"/>
                    <a:pt x="10" y="21"/>
                  </a:cubicBezTo>
                  <a:cubicBezTo>
                    <a:pt x="10" y="21"/>
                    <a:pt x="10" y="22"/>
                    <a:pt x="10" y="22"/>
                  </a:cubicBezTo>
                  <a:cubicBezTo>
                    <a:pt x="10" y="22"/>
                    <a:pt x="10" y="22"/>
                    <a:pt x="10" y="22"/>
                  </a:cubicBezTo>
                  <a:cubicBezTo>
                    <a:pt x="10" y="22"/>
                    <a:pt x="10" y="22"/>
                    <a:pt x="10" y="22"/>
                  </a:cubicBezTo>
                  <a:cubicBezTo>
                    <a:pt x="8" y="30"/>
                    <a:pt x="7" y="37"/>
                    <a:pt x="6" y="44"/>
                  </a:cubicBezTo>
                  <a:cubicBezTo>
                    <a:pt x="2" y="69"/>
                    <a:pt x="0" y="93"/>
                    <a:pt x="2" y="109"/>
                  </a:cubicBezTo>
                  <a:cubicBezTo>
                    <a:pt x="2" y="109"/>
                    <a:pt x="2" y="109"/>
                    <a:pt x="2" y="109"/>
                  </a:cubicBezTo>
                  <a:cubicBezTo>
                    <a:pt x="2" y="111"/>
                    <a:pt x="2" y="113"/>
                    <a:pt x="2" y="114"/>
                  </a:cubicBezTo>
                  <a:cubicBezTo>
                    <a:pt x="3" y="115"/>
                    <a:pt x="3" y="115"/>
                    <a:pt x="3" y="116"/>
                  </a:cubicBezTo>
                  <a:cubicBezTo>
                    <a:pt x="4" y="120"/>
                    <a:pt x="5" y="123"/>
                    <a:pt x="6" y="125"/>
                  </a:cubicBezTo>
                  <a:cubicBezTo>
                    <a:pt x="6" y="125"/>
                    <a:pt x="6" y="125"/>
                    <a:pt x="6" y="125"/>
                  </a:cubicBezTo>
                  <a:cubicBezTo>
                    <a:pt x="6" y="125"/>
                    <a:pt x="6" y="125"/>
                    <a:pt x="6" y="125"/>
                  </a:cubicBezTo>
                  <a:cubicBezTo>
                    <a:pt x="6" y="125"/>
                    <a:pt x="6" y="125"/>
                    <a:pt x="7" y="125"/>
                  </a:cubicBezTo>
                  <a:cubicBezTo>
                    <a:pt x="7" y="125"/>
                    <a:pt x="6" y="125"/>
                    <a:pt x="6" y="125"/>
                  </a:cubicBezTo>
                  <a:cubicBezTo>
                    <a:pt x="8" y="127"/>
                    <a:pt x="9" y="127"/>
                    <a:pt x="10" y="128"/>
                  </a:cubicBezTo>
                  <a:cubicBezTo>
                    <a:pt x="11" y="129"/>
                    <a:pt x="10" y="129"/>
                    <a:pt x="10" y="128"/>
                  </a:cubicBezTo>
                  <a:cubicBezTo>
                    <a:pt x="9" y="127"/>
                    <a:pt x="8" y="126"/>
                    <a:pt x="7" y="126"/>
                  </a:cubicBezTo>
                  <a:cubicBezTo>
                    <a:pt x="8" y="126"/>
                    <a:pt x="8" y="127"/>
                    <a:pt x="9" y="128"/>
                  </a:cubicBezTo>
                  <a:cubicBezTo>
                    <a:pt x="9" y="129"/>
                    <a:pt x="10" y="130"/>
                    <a:pt x="10" y="130"/>
                  </a:cubicBezTo>
                  <a:cubicBezTo>
                    <a:pt x="11" y="133"/>
                    <a:pt x="12" y="137"/>
                    <a:pt x="14" y="140"/>
                  </a:cubicBezTo>
                  <a:cubicBezTo>
                    <a:pt x="19" y="138"/>
                    <a:pt x="24" y="136"/>
                    <a:pt x="29" y="133"/>
                  </a:cubicBezTo>
                  <a:cubicBezTo>
                    <a:pt x="29" y="130"/>
                    <a:pt x="30" y="128"/>
                    <a:pt x="30" y="125"/>
                  </a:cubicBezTo>
                  <a:cubicBezTo>
                    <a:pt x="30" y="125"/>
                    <a:pt x="30" y="125"/>
                    <a:pt x="30" y="125"/>
                  </a:cubicBezTo>
                  <a:cubicBezTo>
                    <a:pt x="30" y="123"/>
                    <a:pt x="31" y="121"/>
                    <a:pt x="31" y="119"/>
                  </a:cubicBezTo>
                  <a:cubicBezTo>
                    <a:pt x="31" y="119"/>
                    <a:pt x="31" y="118"/>
                    <a:pt x="31" y="117"/>
                  </a:cubicBezTo>
                  <a:cubicBezTo>
                    <a:pt x="32" y="114"/>
                    <a:pt x="33" y="110"/>
                    <a:pt x="34" y="106"/>
                  </a:cubicBezTo>
                  <a:cubicBezTo>
                    <a:pt x="34" y="105"/>
                    <a:pt x="34" y="105"/>
                    <a:pt x="34" y="104"/>
                  </a:cubicBezTo>
                  <a:cubicBezTo>
                    <a:pt x="35" y="103"/>
                    <a:pt x="35" y="101"/>
                    <a:pt x="35" y="100"/>
                  </a:cubicBezTo>
                  <a:cubicBezTo>
                    <a:pt x="39" y="86"/>
                    <a:pt x="43" y="75"/>
                    <a:pt x="42" y="74"/>
                  </a:cubicBezTo>
                  <a:cubicBezTo>
                    <a:pt x="41" y="71"/>
                    <a:pt x="39" y="70"/>
                    <a:pt x="38" y="69"/>
                  </a:cubicBezTo>
                  <a:cubicBezTo>
                    <a:pt x="38" y="70"/>
                    <a:pt x="38" y="70"/>
                    <a:pt x="38" y="70"/>
                  </a:cubicBezTo>
                  <a:cubicBezTo>
                    <a:pt x="18" y="68"/>
                    <a:pt x="27" y="66"/>
                    <a:pt x="33" y="63"/>
                  </a:cubicBezTo>
                  <a:moveTo>
                    <a:pt x="27" y="55"/>
                  </a:moveTo>
                  <a:cubicBezTo>
                    <a:pt x="27" y="55"/>
                    <a:pt x="28" y="55"/>
                    <a:pt x="28" y="55"/>
                  </a:cubicBezTo>
                  <a:cubicBezTo>
                    <a:pt x="31" y="55"/>
                    <a:pt x="34" y="54"/>
                    <a:pt x="36" y="52"/>
                  </a:cubicBezTo>
                  <a:cubicBezTo>
                    <a:pt x="28" y="52"/>
                    <a:pt x="28" y="55"/>
                    <a:pt x="27"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8" name="Freeform 764">
              <a:extLst>
                <a:ext uri="{FF2B5EF4-FFF2-40B4-BE49-F238E27FC236}">
                  <a16:creationId xmlns:a16="http://schemas.microsoft.com/office/drawing/2014/main" id="{E7CFF210-88D9-CABE-23C7-DB6F373CAD0C}"/>
                </a:ext>
              </a:extLst>
            </p:cNvPr>
            <p:cNvSpPr>
              <a:spLocks noEditPoints="1"/>
            </p:cNvSpPr>
            <p:nvPr userDrawn="1"/>
          </p:nvSpPr>
          <p:spPr bwMode="auto">
            <a:xfrm>
              <a:off x="3612" y="1810"/>
              <a:ext cx="63" cy="193"/>
            </a:xfrm>
            <a:custGeom>
              <a:avLst/>
              <a:gdLst>
                <a:gd name="T0" fmla="*/ 7 w 44"/>
                <a:gd name="T1" fmla="*/ 119 h 134"/>
                <a:gd name="T2" fmla="*/ 7 w 44"/>
                <a:gd name="T3" fmla="*/ 119 h 134"/>
                <a:gd name="T4" fmla="*/ 7 w 44"/>
                <a:gd name="T5" fmla="*/ 119 h 134"/>
                <a:gd name="T6" fmla="*/ 7 w 44"/>
                <a:gd name="T7" fmla="*/ 119 h 134"/>
                <a:gd name="T8" fmla="*/ 34 w 44"/>
                <a:gd name="T9" fmla="*/ 60 h 134"/>
                <a:gd name="T10" fmla="*/ 31 w 44"/>
                <a:gd name="T11" fmla="*/ 46 h 134"/>
                <a:gd name="T12" fmla="*/ 41 w 44"/>
                <a:gd name="T13" fmla="*/ 28 h 134"/>
                <a:gd name="T14" fmla="*/ 39 w 44"/>
                <a:gd name="T15" fmla="*/ 12 h 134"/>
                <a:gd name="T16" fmla="*/ 38 w 44"/>
                <a:gd name="T17" fmla="*/ 11 h 134"/>
                <a:gd name="T18" fmla="*/ 37 w 44"/>
                <a:gd name="T19" fmla="*/ 1 h 134"/>
                <a:gd name="T20" fmla="*/ 36 w 44"/>
                <a:gd name="T21" fmla="*/ 0 h 134"/>
                <a:gd name="T22" fmla="*/ 13 w 44"/>
                <a:gd name="T23" fmla="*/ 10 h 134"/>
                <a:gd name="T24" fmla="*/ 10 w 44"/>
                <a:gd name="T25" fmla="*/ 19 h 134"/>
                <a:gd name="T26" fmla="*/ 10 w 44"/>
                <a:gd name="T27" fmla="*/ 20 h 134"/>
                <a:gd name="T28" fmla="*/ 10 w 44"/>
                <a:gd name="T29" fmla="*/ 21 h 134"/>
                <a:gd name="T30" fmla="*/ 10 w 44"/>
                <a:gd name="T31" fmla="*/ 21 h 134"/>
                <a:gd name="T32" fmla="*/ 6 w 44"/>
                <a:gd name="T33" fmla="*/ 42 h 134"/>
                <a:gd name="T34" fmla="*/ 2 w 44"/>
                <a:gd name="T35" fmla="*/ 104 h 134"/>
                <a:gd name="T36" fmla="*/ 2 w 44"/>
                <a:gd name="T37" fmla="*/ 104 h 134"/>
                <a:gd name="T38" fmla="*/ 3 w 44"/>
                <a:gd name="T39" fmla="*/ 109 h 134"/>
                <a:gd name="T40" fmla="*/ 3 w 44"/>
                <a:gd name="T41" fmla="*/ 111 h 134"/>
                <a:gd name="T42" fmla="*/ 6 w 44"/>
                <a:gd name="T43" fmla="*/ 119 h 134"/>
                <a:gd name="T44" fmla="*/ 7 w 44"/>
                <a:gd name="T45" fmla="*/ 119 h 134"/>
                <a:gd name="T46" fmla="*/ 7 w 44"/>
                <a:gd name="T47" fmla="*/ 119 h 134"/>
                <a:gd name="T48" fmla="*/ 7 w 44"/>
                <a:gd name="T49" fmla="*/ 119 h 134"/>
                <a:gd name="T50" fmla="*/ 7 w 44"/>
                <a:gd name="T51" fmla="*/ 119 h 134"/>
                <a:gd name="T52" fmla="*/ 10 w 44"/>
                <a:gd name="T53" fmla="*/ 122 h 134"/>
                <a:gd name="T54" fmla="*/ 10 w 44"/>
                <a:gd name="T55" fmla="*/ 122 h 134"/>
                <a:gd name="T56" fmla="*/ 7 w 44"/>
                <a:gd name="T57" fmla="*/ 120 h 134"/>
                <a:gd name="T58" fmla="*/ 9 w 44"/>
                <a:gd name="T59" fmla="*/ 122 h 134"/>
                <a:gd name="T60" fmla="*/ 10 w 44"/>
                <a:gd name="T61" fmla="*/ 124 h 134"/>
                <a:gd name="T62" fmla="*/ 14 w 44"/>
                <a:gd name="T63" fmla="*/ 134 h 134"/>
                <a:gd name="T64" fmla="*/ 30 w 44"/>
                <a:gd name="T65" fmla="*/ 127 h 134"/>
                <a:gd name="T66" fmla="*/ 30 w 44"/>
                <a:gd name="T67" fmla="*/ 119 h 134"/>
                <a:gd name="T68" fmla="*/ 30 w 44"/>
                <a:gd name="T69" fmla="*/ 119 h 134"/>
                <a:gd name="T70" fmla="*/ 31 w 44"/>
                <a:gd name="T71" fmla="*/ 114 h 134"/>
                <a:gd name="T72" fmla="*/ 32 w 44"/>
                <a:gd name="T73" fmla="*/ 112 h 134"/>
                <a:gd name="T74" fmla="*/ 34 w 44"/>
                <a:gd name="T75" fmla="*/ 101 h 134"/>
                <a:gd name="T76" fmla="*/ 35 w 44"/>
                <a:gd name="T77" fmla="*/ 99 h 134"/>
                <a:gd name="T78" fmla="*/ 36 w 44"/>
                <a:gd name="T79" fmla="*/ 95 h 134"/>
                <a:gd name="T80" fmla="*/ 42 w 44"/>
                <a:gd name="T81" fmla="*/ 70 h 134"/>
                <a:gd name="T82" fmla="*/ 38 w 44"/>
                <a:gd name="T83" fmla="*/ 66 h 134"/>
                <a:gd name="T84" fmla="*/ 38 w 44"/>
                <a:gd name="T85" fmla="*/ 66 h 134"/>
                <a:gd name="T86" fmla="*/ 34 w 44"/>
                <a:gd name="T87" fmla="*/ 60 h 134"/>
                <a:gd name="T88" fmla="*/ 27 w 44"/>
                <a:gd name="T89" fmla="*/ 52 h 134"/>
                <a:gd name="T90" fmla="*/ 28 w 44"/>
                <a:gd name="T91" fmla="*/ 52 h 134"/>
                <a:gd name="T92" fmla="*/ 36 w 44"/>
                <a:gd name="T93" fmla="*/ 50 h 134"/>
                <a:gd name="T94" fmla="*/ 27 w 44"/>
                <a:gd name="T95" fmla="*/ 5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134">
                  <a:moveTo>
                    <a:pt x="7" y="119"/>
                  </a:moveTo>
                  <a:cubicBezTo>
                    <a:pt x="7" y="119"/>
                    <a:pt x="7" y="119"/>
                    <a:pt x="7" y="119"/>
                  </a:cubicBezTo>
                  <a:cubicBezTo>
                    <a:pt x="7" y="119"/>
                    <a:pt x="7" y="119"/>
                    <a:pt x="7" y="119"/>
                  </a:cubicBezTo>
                  <a:cubicBezTo>
                    <a:pt x="7" y="119"/>
                    <a:pt x="7" y="119"/>
                    <a:pt x="7" y="119"/>
                  </a:cubicBezTo>
                  <a:close/>
                  <a:moveTo>
                    <a:pt x="34" y="60"/>
                  </a:moveTo>
                  <a:cubicBezTo>
                    <a:pt x="40" y="57"/>
                    <a:pt x="44" y="53"/>
                    <a:pt x="31" y="46"/>
                  </a:cubicBezTo>
                  <a:cubicBezTo>
                    <a:pt x="40" y="45"/>
                    <a:pt x="42" y="37"/>
                    <a:pt x="41" y="28"/>
                  </a:cubicBezTo>
                  <a:cubicBezTo>
                    <a:pt x="41" y="23"/>
                    <a:pt x="39" y="17"/>
                    <a:pt x="39" y="12"/>
                  </a:cubicBezTo>
                  <a:cubicBezTo>
                    <a:pt x="38" y="11"/>
                    <a:pt x="38" y="11"/>
                    <a:pt x="38" y="11"/>
                  </a:cubicBezTo>
                  <a:cubicBezTo>
                    <a:pt x="38" y="6"/>
                    <a:pt x="37" y="3"/>
                    <a:pt x="37" y="1"/>
                  </a:cubicBezTo>
                  <a:cubicBezTo>
                    <a:pt x="31" y="10"/>
                    <a:pt x="33" y="5"/>
                    <a:pt x="36" y="0"/>
                  </a:cubicBezTo>
                  <a:cubicBezTo>
                    <a:pt x="28" y="3"/>
                    <a:pt x="20" y="7"/>
                    <a:pt x="13" y="10"/>
                  </a:cubicBezTo>
                  <a:cubicBezTo>
                    <a:pt x="12" y="13"/>
                    <a:pt x="11" y="16"/>
                    <a:pt x="10" y="19"/>
                  </a:cubicBezTo>
                  <a:cubicBezTo>
                    <a:pt x="10" y="20"/>
                    <a:pt x="10" y="20"/>
                    <a:pt x="10" y="20"/>
                  </a:cubicBezTo>
                  <a:cubicBezTo>
                    <a:pt x="10" y="21"/>
                    <a:pt x="10" y="21"/>
                    <a:pt x="10" y="21"/>
                  </a:cubicBezTo>
                  <a:cubicBezTo>
                    <a:pt x="10" y="21"/>
                    <a:pt x="10" y="21"/>
                    <a:pt x="10" y="21"/>
                  </a:cubicBezTo>
                  <a:cubicBezTo>
                    <a:pt x="9" y="28"/>
                    <a:pt x="7" y="35"/>
                    <a:pt x="6" y="42"/>
                  </a:cubicBezTo>
                  <a:cubicBezTo>
                    <a:pt x="2" y="65"/>
                    <a:pt x="0" y="89"/>
                    <a:pt x="2" y="104"/>
                  </a:cubicBezTo>
                  <a:cubicBezTo>
                    <a:pt x="2" y="104"/>
                    <a:pt x="2" y="104"/>
                    <a:pt x="2" y="104"/>
                  </a:cubicBezTo>
                  <a:cubicBezTo>
                    <a:pt x="2" y="106"/>
                    <a:pt x="3" y="107"/>
                    <a:pt x="3" y="109"/>
                  </a:cubicBezTo>
                  <a:cubicBezTo>
                    <a:pt x="3" y="109"/>
                    <a:pt x="3" y="110"/>
                    <a:pt x="3" y="111"/>
                  </a:cubicBezTo>
                  <a:cubicBezTo>
                    <a:pt x="4" y="114"/>
                    <a:pt x="5" y="117"/>
                    <a:pt x="6" y="119"/>
                  </a:cubicBezTo>
                  <a:cubicBezTo>
                    <a:pt x="6" y="119"/>
                    <a:pt x="7" y="119"/>
                    <a:pt x="7" y="119"/>
                  </a:cubicBezTo>
                  <a:cubicBezTo>
                    <a:pt x="7" y="119"/>
                    <a:pt x="7" y="119"/>
                    <a:pt x="7" y="119"/>
                  </a:cubicBezTo>
                  <a:cubicBezTo>
                    <a:pt x="7" y="119"/>
                    <a:pt x="7" y="119"/>
                    <a:pt x="7" y="119"/>
                  </a:cubicBezTo>
                  <a:cubicBezTo>
                    <a:pt x="7" y="119"/>
                    <a:pt x="7" y="119"/>
                    <a:pt x="7" y="119"/>
                  </a:cubicBezTo>
                  <a:cubicBezTo>
                    <a:pt x="9" y="121"/>
                    <a:pt x="10" y="122"/>
                    <a:pt x="10" y="122"/>
                  </a:cubicBezTo>
                  <a:cubicBezTo>
                    <a:pt x="11" y="123"/>
                    <a:pt x="11" y="123"/>
                    <a:pt x="10" y="122"/>
                  </a:cubicBezTo>
                  <a:cubicBezTo>
                    <a:pt x="9" y="122"/>
                    <a:pt x="8" y="121"/>
                    <a:pt x="7" y="120"/>
                  </a:cubicBezTo>
                  <a:cubicBezTo>
                    <a:pt x="8" y="120"/>
                    <a:pt x="9" y="121"/>
                    <a:pt x="9" y="122"/>
                  </a:cubicBezTo>
                  <a:cubicBezTo>
                    <a:pt x="10" y="123"/>
                    <a:pt x="10" y="123"/>
                    <a:pt x="10" y="124"/>
                  </a:cubicBezTo>
                  <a:cubicBezTo>
                    <a:pt x="12" y="127"/>
                    <a:pt x="13" y="130"/>
                    <a:pt x="14" y="134"/>
                  </a:cubicBezTo>
                  <a:cubicBezTo>
                    <a:pt x="19" y="132"/>
                    <a:pt x="24" y="129"/>
                    <a:pt x="30" y="127"/>
                  </a:cubicBezTo>
                  <a:cubicBezTo>
                    <a:pt x="30" y="124"/>
                    <a:pt x="30" y="122"/>
                    <a:pt x="30" y="119"/>
                  </a:cubicBezTo>
                  <a:cubicBezTo>
                    <a:pt x="30" y="119"/>
                    <a:pt x="30" y="119"/>
                    <a:pt x="30" y="119"/>
                  </a:cubicBezTo>
                  <a:cubicBezTo>
                    <a:pt x="31" y="117"/>
                    <a:pt x="31" y="116"/>
                    <a:pt x="31" y="114"/>
                  </a:cubicBezTo>
                  <a:cubicBezTo>
                    <a:pt x="31" y="113"/>
                    <a:pt x="32" y="112"/>
                    <a:pt x="32" y="112"/>
                  </a:cubicBezTo>
                  <a:cubicBezTo>
                    <a:pt x="32" y="108"/>
                    <a:pt x="33" y="104"/>
                    <a:pt x="34" y="101"/>
                  </a:cubicBezTo>
                  <a:cubicBezTo>
                    <a:pt x="34" y="100"/>
                    <a:pt x="34" y="100"/>
                    <a:pt x="35" y="99"/>
                  </a:cubicBezTo>
                  <a:cubicBezTo>
                    <a:pt x="35" y="98"/>
                    <a:pt x="35" y="96"/>
                    <a:pt x="36" y="95"/>
                  </a:cubicBezTo>
                  <a:cubicBezTo>
                    <a:pt x="39" y="82"/>
                    <a:pt x="43" y="71"/>
                    <a:pt x="42" y="70"/>
                  </a:cubicBezTo>
                  <a:cubicBezTo>
                    <a:pt x="41" y="67"/>
                    <a:pt x="40" y="67"/>
                    <a:pt x="38" y="66"/>
                  </a:cubicBezTo>
                  <a:cubicBezTo>
                    <a:pt x="39" y="66"/>
                    <a:pt x="39" y="66"/>
                    <a:pt x="38" y="66"/>
                  </a:cubicBezTo>
                  <a:cubicBezTo>
                    <a:pt x="18" y="64"/>
                    <a:pt x="27" y="63"/>
                    <a:pt x="34" y="60"/>
                  </a:cubicBezTo>
                  <a:moveTo>
                    <a:pt x="27" y="52"/>
                  </a:moveTo>
                  <a:cubicBezTo>
                    <a:pt x="28" y="52"/>
                    <a:pt x="28" y="52"/>
                    <a:pt x="28" y="52"/>
                  </a:cubicBezTo>
                  <a:cubicBezTo>
                    <a:pt x="32" y="52"/>
                    <a:pt x="34" y="51"/>
                    <a:pt x="36" y="50"/>
                  </a:cubicBezTo>
                  <a:cubicBezTo>
                    <a:pt x="28" y="49"/>
                    <a:pt x="28" y="52"/>
                    <a:pt x="27" y="5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79" name="Freeform 765">
              <a:extLst>
                <a:ext uri="{FF2B5EF4-FFF2-40B4-BE49-F238E27FC236}">
                  <a16:creationId xmlns:a16="http://schemas.microsoft.com/office/drawing/2014/main" id="{D6095ED6-143F-A387-2868-1A5ABA003603}"/>
                </a:ext>
              </a:extLst>
            </p:cNvPr>
            <p:cNvSpPr>
              <a:spLocks noEditPoints="1"/>
            </p:cNvSpPr>
            <p:nvPr userDrawn="1"/>
          </p:nvSpPr>
          <p:spPr bwMode="auto">
            <a:xfrm>
              <a:off x="2745" y="2435"/>
              <a:ext cx="37" cy="210"/>
            </a:xfrm>
            <a:custGeom>
              <a:avLst/>
              <a:gdLst>
                <a:gd name="T0" fmla="*/ 4 w 26"/>
                <a:gd name="T1" fmla="*/ 130 h 146"/>
                <a:gd name="T2" fmla="*/ 4 w 26"/>
                <a:gd name="T3" fmla="*/ 130 h 146"/>
                <a:gd name="T4" fmla="*/ 4 w 26"/>
                <a:gd name="T5" fmla="*/ 130 h 146"/>
                <a:gd name="T6" fmla="*/ 4 w 26"/>
                <a:gd name="T7" fmla="*/ 130 h 146"/>
                <a:gd name="T8" fmla="*/ 20 w 26"/>
                <a:gd name="T9" fmla="*/ 65 h 146"/>
                <a:gd name="T10" fmla="*/ 18 w 26"/>
                <a:gd name="T11" fmla="*/ 50 h 146"/>
                <a:gd name="T12" fmla="*/ 25 w 26"/>
                <a:gd name="T13" fmla="*/ 30 h 146"/>
                <a:gd name="T14" fmla="*/ 23 w 26"/>
                <a:gd name="T15" fmla="*/ 13 h 146"/>
                <a:gd name="T16" fmla="*/ 23 w 26"/>
                <a:gd name="T17" fmla="*/ 11 h 146"/>
                <a:gd name="T18" fmla="*/ 22 w 26"/>
                <a:gd name="T19" fmla="*/ 1 h 146"/>
                <a:gd name="T20" fmla="*/ 21 w 26"/>
                <a:gd name="T21" fmla="*/ 0 h 146"/>
                <a:gd name="T22" fmla="*/ 7 w 26"/>
                <a:gd name="T23" fmla="*/ 11 h 146"/>
                <a:gd name="T24" fmla="*/ 6 w 26"/>
                <a:gd name="T25" fmla="*/ 21 h 146"/>
                <a:gd name="T26" fmla="*/ 6 w 26"/>
                <a:gd name="T27" fmla="*/ 22 h 146"/>
                <a:gd name="T28" fmla="*/ 6 w 26"/>
                <a:gd name="T29" fmla="*/ 23 h 146"/>
                <a:gd name="T30" fmla="*/ 6 w 26"/>
                <a:gd name="T31" fmla="*/ 23 h 146"/>
                <a:gd name="T32" fmla="*/ 3 w 26"/>
                <a:gd name="T33" fmla="*/ 46 h 146"/>
                <a:gd name="T34" fmla="*/ 1 w 26"/>
                <a:gd name="T35" fmla="*/ 113 h 146"/>
                <a:gd name="T36" fmla="*/ 1 w 26"/>
                <a:gd name="T37" fmla="*/ 114 h 146"/>
                <a:gd name="T38" fmla="*/ 1 w 26"/>
                <a:gd name="T39" fmla="*/ 118 h 146"/>
                <a:gd name="T40" fmla="*/ 2 w 26"/>
                <a:gd name="T41" fmla="*/ 121 h 146"/>
                <a:gd name="T42" fmla="*/ 4 w 26"/>
                <a:gd name="T43" fmla="*/ 130 h 146"/>
                <a:gd name="T44" fmla="*/ 4 w 26"/>
                <a:gd name="T45" fmla="*/ 130 h 146"/>
                <a:gd name="T46" fmla="*/ 4 w 26"/>
                <a:gd name="T47" fmla="*/ 130 h 146"/>
                <a:gd name="T48" fmla="*/ 4 w 26"/>
                <a:gd name="T49" fmla="*/ 130 h 146"/>
                <a:gd name="T50" fmla="*/ 4 w 26"/>
                <a:gd name="T51" fmla="*/ 130 h 146"/>
                <a:gd name="T52" fmla="*/ 6 w 26"/>
                <a:gd name="T53" fmla="*/ 133 h 146"/>
                <a:gd name="T54" fmla="*/ 6 w 26"/>
                <a:gd name="T55" fmla="*/ 133 h 146"/>
                <a:gd name="T56" fmla="*/ 4 w 26"/>
                <a:gd name="T57" fmla="*/ 131 h 146"/>
                <a:gd name="T58" fmla="*/ 5 w 26"/>
                <a:gd name="T59" fmla="*/ 133 h 146"/>
                <a:gd name="T60" fmla="*/ 6 w 26"/>
                <a:gd name="T61" fmla="*/ 135 h 146"/>
                <a:gd name="T62" fmla="*/ 8 w 26"/>
                <a:gd name="T63" fmla="*/ 146 h 146"/>
                <a:gd name="T64" fmla="*/ 18 w 26"/>
                <a:gd name="T65" fmla="*/ 138 h 146"/>
                <a:gd name="T66" fmla="*/ 18 w 26"/>
                <a:gd name="T67" fmla="*/ 130 h 146"/>
                <a:gd name="T68" fmla="*/ 18 w 26"/>
                <a:gd name="T69" fmla="*/ 130 h 146"/>
                <a:gd name="T70" fmla="*/ 19 w 26"/>
                <a:gd name="T71" fmla="*/ 124 h 146"/>
                <a:gd name="T72" fmla="*/ 19 w 26"/>
                <a:gd name="T73" fmla="*/ 122 h 146"/>
                <a:gd name="T74" fmla="*/ 20 w 26"/>
                <a:gd name="T75" fmla="*/ 110 h 146"/>
                <a:gd name="T76" fmla="*/ 21 w 26"/>
                <a:gd name="T77" fmla="*/ 108 h 146"/>
                <a:gd name="T78" fmla="*/ 21 w 26"/>
                <a:gd name="T79" fmla="*/ 104 h 146"/>
                <a:gd name="T80" fmla="*/ 25 w 26"/>
                <a:gd name="T81" fmla="*/ 76 h 146"/>
                <a:gd name="T82" fmla="*/ 23 w 26"/>
                <a:gd name="T83" fmla="*/ 71 h 146"/>
                <a:gd name="T84" fmla="*/ 23 w 26"/>
                <a:gd name="T85" fmla="*/ 72 h 146"/>
                <a:gd name="T86" fmla="*/ 20 w 26"/>
                <a:gd name="T87" fmla="*/ 65 h 146"/>
                <a:gd name="T88" fmla="*/ 16 w 26"/>
                <a:gd name="T89" fmla="*/ 57 h 146"/>
                <a:gd name="T90" fmla="*/ 17 w 26"/>
                <a:gd name="T91" fmla="*/ 57 h 146"/>
                <a:gd name="T92" fmla="*/ 22 w 26"/>
                <a:gd name="T93" fmla="*/ 54 h 146"/>
                <a:gd name="T94" fmla="*/ 16 w 26"/>
                <a:gd name="T95" fmla="*/ 5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46">
                  <a:moveTo>
                    <a:pt x="4" y="130"/>
                  </a:moveTo>
                  <a:cubicBezTo>
                    <a:pt x="4" y="130"/>
                    <a:pt x="4" y="130"/>
                    <a:pt x="4" y="130"/>
                  </a:cubicBezTo>
                  <a:cubicBezTo>
                    <a:pt x="4" y="130"/>
                    <a:pt x="4" y="130"/>
                    <a:pt x="4" y="130"/>
                  </a:cubicBezTo>
                  <a:cubicBezTo>
                    <a:pt x="4" y="130"/>
                    <a:pt x="4" y="130"/>
                    <a:pt x="4" y="130"/>
                  </a:cubicBezTo>
                  <a:close/>
                  <a:moveTo>
                    <a:pt x="20" y="65"/>
                  </a:moveTo>
                  <a:cubicBezTo>
                    <a:pt x="24" y="62"/>
                    <a:pt x="26" y="57"/>
                    <a:pt x="18" y="50"/>
                  </a:cubicBezTo>
                  <a:cubicBezTo>
                    <a:pt x="24" y="49"/>
                    <a:pt x="25" y="40"/>
                    <a:pt x="25" y="30"/>
                  </a:cubicBezTo>
                  <a:cubicBezTo>
                    <a:pt x="24" y="25"/>
                    <a:pt x="24" y="18"/>
                    <a:pt x="23" y="13"/>
                  </a:cubicBezTo>
                  <a:cubicBezTo>
                    <a:pt x="23" y="12"/>
                    <a:pt x="23" y="12"/>
                    <a:pt x="23" y="11"/>
                  </a:cubicBezTo>
                  <a:cubicBezTo>
                    <a:pt x="22" y="7"/>
                    <a:pt x="22" y="3"/>
                    <a:pt x="22" y="1"/>
                  </a:cubicBezTo>
                  <a:cubicBezTo>
                    <a:pt x="18" y="11"/>
                    <a:pt x="20" y="5"/>
                    <a:pt x="21" y="0"/>
                  </a:cubicBezTo>
                  <a:cubicBezTo>
                    <a:pt x="17" y="3"/>
                    <a:pt x="12" y="7"/>
                    <a:pt x="7" y="11"/>
                  </a:cubicBezTo>
                  <a:cubicBezTo>
                    <a:pt x="7" y="15"/>
                    <a:pt x="6" y="18"/>
                    <a:pt x="6" y="21"/>
                  </a:cubicBezTo>
                  <a:cubicBezTo>
                    <a:pt x="6" y="21"/>
                    <a:pt x="6" y="22"/>
                    <a:pt x="6" y="22"/>
                  </a:cubicBezTo>
                  <a:cubicBezTo>
                    <a:pt x="6" y="22"/>
                    <a:pt x="6" y="22"/>
                    <a:pt x="6" y="23"/>
                  </a:cubicBezTo>
                  <a:cubicBezTo>
                    <a:pt x="6" y="23"/>
                    <a:pt x="6" y="23"/>
                    <a:pt x="6" y="23"/>
                  </a:cubicBezTo>
                  <a:cubicBezTo>
                    <a:pt x="5" y="30"/>
                    <a:pt x="4" y="38"/>
                    <a:pt x="3" y="46"/>
                  </a:cubicBezTo>
                  <a:cubicBezTo>
                    <a:pt x="1" y="71"/>
                    <a:pt x="0" y="97"/>
                    <a:pt x="1" y="113"/>
                  </a:cubicBezTo>
                  <a:cubicBezTo>
                    <a:pt x="1" y="113"/>
                    <a:pt x="1" y="114"/>
                    <a:pt x="1" y="114"/>
                  </a:cubicBezTo>
                  <a:cubicBezTo>
                    <a:pt x="1" y="115"/>
                    <a:pt x="1" y="117"/>
                    <a:pt x="1" y="118"/>
                  </a:cubicBezTo>
                  <a:cubicBezTo>
                    <a:pt x="1" y="119"/>
                    <a:pt x="2" y="120"/>
                    <a:pt x="2" y="121"/>
                  </a:cubicBezTo>
                  <a:cubicBezTo>
                    <a:pt x="2" y="124"/>
                    <a:pt x="3" y="127"/>
                    <a:pt x="4" y="130"/>
                  </a:cubicBezTo>
                  <a:cubicBezTo>
                    <a:pt x="4" y="130"/>
                    <a:pt x="4" y="130"/>
                    <a:pt x="4" y="130"/>
                  </a:cubicBezTo>
                  <a:cubicBezTo>
                    <a:pt x="4" y="130"/>
                    <a:pt x="4" y="130"/>
                    <a:pt x="4" y="130"/>
                  </a:cubicBezTo>
                  <a:cubicBezTo>
                    <a:pt x="4" y="130"/>
                    <a:pt x="4" y="130"/>
                    <a:pt x="4" y="130"/>
                  </a:cubicBezTo>
                  <a:cubicBezTo>
                    <a:pt x="4" y="130"/>
                    <a:pt x="4" y="130"/>
                    <a:pt x="4" y="130"/>
                  </a:cubicBezTo>
                  <a:cubicBezTo>
                    <a:pt x="5" y="132"/>
                    <a:pt x="5" y="132"/>
                    <a:pt x="6" y="133"/>
                  </a:cubicBezTo>
                  <a:cubicBezTo>
                    <a:pt x="6" y="134"/>
                    <a:pt x="6" y="134"/>
                    <a:pt x="6" y="133"/>
                  </a:cubicBezTo>
                  <a:cubicBezTo>
                    <a:pt x="5" y="132"/>
                    <a:pt x="5" y="131"/>
                    <a:pt x="4" y="131"/>
                  </a:cubicBezTo>
                  <a:cubicBezTo>
                    <a:pt x="5" y="131"/>
                    <a:pt x="5" y="132"/>
                    <a:pt x="5" y="133"/>
                  </a:cubicBezTo>
                  <a:cubicBezTo>
                    <a:pt x="5" y="134"/>
                    <a:pt x="6" y="135"/>
                    <a:pt x="6" y="135"/>
                  </a:cubicBezTo>
                  <a:cubicBezTo>
                    <a:pt x="7" y="138"/>
                    <a:pt x="7" y="142"/>
                    <a:pt x="8" y="146"/>
                  </a:cubicBezTo>
                  <a:cubicBezTo>
                    <a:pt x="11" y="144"/>
                    <a:pt x="14" y="141"/>
                    <a:pt x="18" y="138"/>
                  </a:cubicBezTo>
                  <a:cubicBezTo>
                    <a:pt x="18" y="136"/>
                    <a:pt x="18" y="133"/>
                    <a:pt x="18" y="130"/>
                  </a:cubicBezTo>
                  <a:cubicBezTo>
                    <a:pt x="18" y="130"/>
                    <a:pt x="18" y="130"/>
                    <a:pt x="18" y="130"/>
                  </a:cubicBezTo>
                  <a:cubicBezTo>
                    <a:pt x="18" y="128"/>
                    <a:pt x="18" y="126"/>
                    <a:pt x="19" y="124"/>
                  </a:cubicBezTo>
                  <a:cubicBezTo>
                    <a:pt x="19" y="123"/>
                    <a:pt x="19" y="123"/>
                    <a:pt x="19" y="122"/>
                  </a:cubicBezTo>
                  <a:cubicBezTo>
                    <a:pt x="19" y="118"/>
                    <a:pt x="20" y="114"/>
                    <a:pt x="20" y="110"/>
                  </a:cubicBezTo>
                  <a:cubicBezTo>
                    <a:pt x="20" y="109"/>
                    <a:pt x="21" y="109"/>
                    <a:pt x="21" y="108"/>
                  </a:cubicBezTo>
                  <a:cubicBezTo>
                    <a:pt x="21" y="107"/>
                    <a:pt x="21" y="105"/>
                    <a:pt x="21" y="104"/>
                  </a:cubicBezTo>
                  <a:cubicBezTo>
                    <a:pt x="23" y="89"/>
                    <a:pt x="26" y="77"/>
                    <a:pt x="25" y="76"/>
                  </a:cubicBezTo>
                  <a:cubicBezTo>
                    <a:pt x="24" y="73"/>
                    <a:pt x="24" y="73"/>
                    <a:pt x="23" y="71"/>
                  </a:cubicBezTo>
                  <a:cubicBezTo>
                    <a:pt x="23" y="72"/>
                    <a:pt x="23" y="72"/>
                    <a:pt x="23" y="72"/>
                  </a:cubicBezTo>
                  <a:cubicBezTo>
                    <a:pt x="11" y="70"/>
                    <a:pt x="16" y="69"/>
                    <a:pt x="20" y="65"/>
                  </a:cubicBezTo>
                  <a:moveTo>
                    <a:pt x="16" y="57"/>
                  </a:moveTo>
                  <a:cubicBezTo>
                    <a:pt x="16" y="57"/>
                    <a:pt x="17" y="57"/>
                    <a:pt x="17" y="57"/>
                  </a:cubicBezTo>
                  <a:cubicBezTo>
                    <a:pt x="19" y="57"/>
                    <a:pt x="20" y="56"/>
                    <a:pt x="22" y="54"/>
                  </a:cubicBezTo>
                  <a:cubicBezTo>
                    <a:pt x="17" y="53"/>
                    <a:pt x="17" y="57"/>
                    <a:pt x="16" y="5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0" name="Freeform 766">
              <a:extLst>
                <a:ext uri="{FF2B5EF4-FFF2-40B4-BE49-F238E27FC236}">
                  <a16:creationId xmlns:a16="http://schemas.microsoft.com/office/drawing/2014/main" id="{2D033264-9724-7D3E-1A1C-C3466B361847}"/>
                </a:ext>
              </a:extLst>
            </p:cNvPr>
            <p:cNvSpPr>
              <a:spLocks/>
            </p:cNvSpPr>
            <p:nvPr userDrawn="1"/>
          </p:nvSpPr>
          <p:spPr bwMode="auto">
            <a:xfrm>
              <a:off x="2306" y="2179"/>
              <a:ext cx="3" cy="7"/>
            </a:xfrm>
            <a:custGeom>
              <a:avLst/>
              <a:gdLst>
                <a:gd name="T0" fmla="*/ 0 w 2"/>
                <a:gd name="T1" fmla="*/ 5 h 5"/>
                <a:gd name="T2" fmla="*/ 1 w 2"/>
                <a:gd name="T3" fmla="*/ 0 h 5"/>
                <a:gd name="T4" fmla="*/ 0 w 2"/>
                <a:gd name="T5" fmla="*/ 5 h 5"/>
              </a:gdLst>
              <a:ahLst/>
              <a:cxnLst>
                <a:cxn ang="0">
                  <a:pos x="T0" y="T1"/>
                </a:cxn>
                <a:cxn ang="0">
                  <a:pos x="T2" y="T3"/>
                </a:cxn>
                <a:cxn ang="0">
                  <a:pos x="T4" y="T5"/>
                </a:cxn>
              </a:cxnLst>
              <a:rect l="0" t="0" r="r" b="b"/>
              <a:pathLst>
                <a:path w="2" h="5">
                  <a:moveTo>
                    <a:pt x="0" y="5"/>
                  </a:moveTo>
                  <a:cubicBezTo>
                    <a:pt x="1" y="0"/>
                    <a:pt x="1" y="0"/>
                    <a:pt x="1" y="0"/>
                  </a:cubicBezTo>
                  <a:cubicBezTo>
                    <a:pt x="2" y="3"/>
                    <a:pt x="0" y="2"/>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1" name="Freeform 767">
              <a:extLst>
                <a:ext uri="{FF2B5EF4-FFF2-40B4-BE49-F238E27FC236}">
                  <a16:creationId xmlns:a16="http://schemas.microsoft.com/office/drawing/2014/main" id="{A21C11CD-AD11-2DA4-47BE-F69164E07363}"/>
                </a:ext>
              </a:extLst>
            </p:cNvPr>
            <p:cNvSpPr>
              <a:spLocks/>
            </p:cNvSpPr>
            <p:nvPr userDrawn="1"/>
          </p:nvSpPr>
          <p:spPr bwMode="auto">
            <a:xfrm>
              <a:off x="2312" y="2184"/>
              <a:ext cx="3" cy="8"/>
            </a:xfrm>
            <a:custGeom>
              <a:avLst/>
              <a:gdLst>
                <a:gd name="T0" fmla="*/ 0 w 2"/>
                <a:gd name="T1" fmla="*/ 0 h 5"/>
                <a:gd name="T2" fmla="*/ 0 w 2"/>
                <a:gd name="T3" fmla="*/ 0 h 5"/>
              </a:gdLst>
              <a:ahLst/>
              <a:cxnLst>
                <a:cxn ang="0">
                  <a:pos x="T0" y="T1"/>
                </a:cxn>
                <a:cxn ang="0">
                  <a:pos x="T2" y="T3"/>
                </a:cxn>
              </a:cxnLst>
              <a:rect l="0" t="0" r="r" b="b"/>
              <a:pathLst>
                <a:path w="2" h="5">
                  <a:moveTo>
                    <a:pt x="0" y="0"/>
                  </a:moveTo>
                  <a:cubicBezTo>
                    <a:pt x="2" y="5"/>
                    <a:pt x="1"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2" name="Freeform 768">
              <a:extLst>
                <a:ext uri="{FF2B5EF4-FFF2-40B4-BE49-F238E27FC236}">
                  <a16:creationId xmlns:a16="http://schemas.microsoft.com/office/drawing/2014/main" id="{54424A41-8759-0DF1-4C30-1102D0144818}"/>
                </a:ext>
              </a:extLst>
            </p:cNvPr>
            <p:cNvSpPr>
              <a:spLocks/>
            </p:cNvSpPr>
            <p:nvPr userDrawn="1"/>
          </p:nvSpPr>
          <p:spPr bwMode="auto">
            <a:xfrm>
              <a:off x="2319" y="2364"/>
              <a:ext cx="6" cy="7"/>
            </a:xfrm>
            <a:custGeom>
              <a:avLst/>
              <a:gdLst>
                <a:gd name="T0" fmla="*/ 0 w 4"/>
                <a:gd name="T1" fmla="*/ 5 h 5"/>
                <a:gd name="T2" fmla="*/ 3 w 4"/>
                <a:gd name="T3" fmla="*/ 0 h 5"/>
                <a:gd name="T4" fmla="*/ 0 w 4"/>
                <a:gd name="T5" fmla="*/ 5 h 5"/>
              </a:gdLst>
              <a:ahLst/>
              <a:cxnLst>
                <a:cxn ang="0">
                  <a:pos x="T0" y="T1"/>
                </a:cxn>
                <a:cxn ang="0">
                  <a:pos x="T2" y="T3"/>
                </a:cxn>
                <a:cxn ang="0">
                  <a:pos x="T4" y="T5"/>
                </a:cxn>
              </a:cxnLst>
              <a:rect l="0" t="0" r="r" b="b"/>
              <a:pathLst>
                <a:path w="4" h="5">
                  <a:moveTo>
                    <a:pt x="0" y="5"/>
                  </a:moveTo>
                  <a:cubicBezTo>
                    <a:pt x="1" y="3"/>
                    <a:pt x="2" y="2"/>
                    <a:pt x="3" y="0"/>
                  </a:cubicBezTo>
                  <a:cubicBezTo>
                    <a:pt x="4" y="4"/>
                    <a:pt x="1" y="4"/>
                    <a:pt x="0" y="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3" name="Freeform 769">
              <a:extLst>
                <a:ext uri="{FF2B5EF4-FFF2-40B4-BE49-F238E27FC236}">
                  <a16:creationId xmlns:a16="http://schemas.microsoft.com/office/drawing/2014/main" id="{67BD04D6-2833-2BC8-88CC-1D8F390AA7CE}"/>
                </a:ext>
              </a:extLst>
            </p:cNvPr>
            <p:cNvSpPr>
              <a:spLocks/>
            </p:cNvSpPr>
            <p:nvPr userDrawn="1"/>
          </p:nvSpPr>
          <p:spPr bwMode="auto">
            <a:xfrm>
              <a:off x="2318" y="2371"/>
              <a:ext cx="1" cy="3"/>
            </a:xfrm>
            <a:custGeom>
              <a:avLst/>
              <a:gdLst>
                <a:gd name="T0" fmla="*/ 1 w 1"/>
                <a:gd name="T1" fmla="*/ 0 h 2"/>
                <a:gd name="T2" fmla="*/ 0 w 1"/>
                <a:gd name="T3" fmla="*/ 2 h 2"/>
                <a:gd name="T4" fmla="*/ 1 w 1"/>
                <a:gd name="T5" fmla="*/ 0 h 2"/>
              </a:gdLst>
              <a:ahLst/>
              <a:cxnLst>
                <a:cxn ang="0">
                  <a:pos x="T0" y="T1"/>
                </a:cxn>
                <a:cxn ang="0">
                  <a:pos x="T2" y="T3"/>
                </a:cxn>
                <a:cxn ang="0">
                  <a:pos x="T4" y="T5"/>
                </a:cxn>
              </a:cxnLst>
              <a:rect l="0" t="0" r="r" b="b"/>
              <a:pathLst>
                <a:path w="1" h="2">
                  <a:moveTo>
                    <a:pt x="1" y="0"/>
                  </a:moveTo>
                  <a:cubicBezTo>
                    <a:pt x="0" y="2"/>
                    <a:pt x="0" y="2"/>
                    <a:pt x="0" y="2"/>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4" name="Freeform 770">
              <a:extLst>
                <a:ext uri="{FF2B5EF4-FFF2-40B4-BE49-F238E27FC236}">
                  <a16:creationId xmlns:a16="http://schemas.microsoft.com/office/drawing/2014/main" id="{AA42B825-C5E1-6E97-216E-8ADAB0F1CF70}"/>
                </a:ext>
              </a:extLst>
            </p:cNvPr>
            <p:cNvSpPr>
              <a:spLocks/>
            </p:cNvSpPr>
            <p:nvPr userDrawn="1"/>
          </p:nvSpPr>
          <p:spPr bwMode="auto">
            <a:xfrm>
              <a:off x="2316" y="2210"/>
              <a:ext cx="3" cy="3"/>
            </a:xfrm>
            <a:custGeom>
              <a:avLst/>
              <a:gdLst>
                <a:gd name="T0" fmla="*/ 2 w 2"/>
                <a:gd name="T1" fmla="*/ 0 h 2"/>
                <a:gd name="T2" fmla="*/ 0 w 2"/>
                <a:gd name="T3" fmla="*/ 2 h 2"/>
                <a:gd name="T4" fmla="*/ 2 w 2"/>
                <a:gd name="T5" fmla="*/ 0 h 2"/>
              </a:gdLst>
              <a:ahLst/>
              <a:cxnLst>
                <a:cxn ang="0">
                  <a:pos x="T0" y="T1"/>
                </a:cxn>
                <a:cxn ang="0">
                  <a:pos x="T2" y="T3"/>
                </a:cxn>
                <a:cxn ang="0">
                  <a:pos x="T4" y="T5"/>
                </a:cxn>
              </a:cxnLst>
              <a:rect l="0" t="0" r="r" b="b"/>
              <a:pathLst>
                <a:path w="2" h="2">
                  <a:moveTo>
                    <a:pt x="2" y="0"/>
                  </a:moveTo>
                  <a:cubicBezTo>
                    <a:pt x="2" y="1"/>
                    <a:pt x="1" y="2"/>
                    <a:pt x="0" y="2"/>
                  </a:cubicBezTo>
                  <a:cubicBezTo>
                    <a:pt x="1"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5" name="Freeform 771">
              <a:extLst>
                <a:ext uri="{FF2B5EF4-FFF2-40B4-BE49-F238E27FC236}">
                  <a16:creationId xmlns:a16="http://schemas.microsoft.com/office/drawing/2014/main" id="{9C2C409F-D671-567A-6157-99A733C10208}"/>
                </a:ext>
              </a:extLst>
            </p:cNvPr>
            <p:cNvSpPr>
              <a:spLocks/>
            </p:cNvSpPr>
            <p:nvPr userDrawn="1"/>
          </p:nvSpPr>
          <p:spPr bwMode="auto">
            <a:xfrm>
              <a:off x="2315" y="3138"/>
              <a:ext cx="0" cy="1"/>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6" name="Freeform 772">
              <a:extLst>
                <a:ext uri="{FF2B5EF4-FFF2-40B4-BE49-F238E27FC236}">
                  <a16:creationId xmlns:a16="http://schemas.microsoft.com/office/drawing/2014/main" id="{B07AFDA9-950A-05D2-FE82-BC08CA1107C4}"/>
                </a:ext>
              </a:extLst>
            </p:cNvPr>
            <p:cNvSpPr>
              <a:spLocks noEditPoints="1"/>
            </p:cNvSpPr>
            <p:nvPr userDrawn="1"/>
          </p:nvSpPr>
          <p:spPr bwMode="auto">
            <a:xfrm>
              <a:off x="2256" y="2202"/>
              <a:ext cx="82" cy="965"/>
            </a:xfrm>
            <a:custGeom>
              <a:avLst/>
              <a:gdLst>
                <a:gd name="T0" fmla="*/ 34 w 57"/>
                <a:gd name="T1" fmla="*/ 305 h 671"/>
                <a:gd name="T2" fmla="*/ 34 w 57"/>
                <a:gd name="T3" fmla="*/ 305 h 671"/>
                <a:gd name="T4" fmla="*/ 35 w 57"/>
                <a:gd name="T5" fmla="*/ 305 h 671"/>
                <a:gd name="T6" fmla="*/ 35 w 57"/>
                <a:gd name="T7" fmla="*/ 306 h 671"/>
                <a:gd name="T8" fmla="*/ 35 w 57"/>
                <a:gd name="T9" fmla="*/ 306 h 671"/>
                <a:gd name="T10" fmla="*/ 43 w 57"/>
                <a:gd name="T11" fmla="*/ 296 h 671"/>
                <a:gd name="T12" fmla="*/ 34 w 57"/>
                <a:gd name="T13" fmla="*/ 305 h 671"/>
                <a:gd name="T14" fmla="*/ 45 w 57"/>
                <a:gd name="T15" fmla="*/ 348 h 671"/>
                <a:gd name="T16" fmla="*/ 42 w 57"/>
                <a:gd name="T17" fmla="*/ 334 h 671"/>
                <a:gd name="T18" fmla="*/ 45 w 57"/>
                <a:gd name="T19" fmla="*/ 348 h 671"/>
                <a:gd name="T20" fmla="*/ 49 w 57"/>
                <a:gd name="T21" fmla="*/ 363 h 671"/>
                <a:gd name="T22" fmla="*/ 45 w 57"/>
                <a:gd name="T23" fmla="*/ 348 h 671"/>
                <a:gd name="T24" fmla="*/ 45 w 57"/>
                <a:gd name="T25" fmla="*/ 350 h 671"/>
                <a:gd name="T26" fmla="*/ 41 w 57"/>
                <a:gd name="T27" fmla="*/ 329 h 671"/>
                <a:gd name="T28" fmla="*/ 42 w 57"/>
                <a:gd name="T29" fmla="*/ 334 h 671"/>
                <a:gd name="T30" fmla="*/ 41 w 57"/>
                <a:gd name="T31" fmla="*/ 329 h 671"/>
                <a:gd name="T32" fmla="*/ 38 w 57"/>
                <a:gd name="T33" fmla="*/ 285 h 671"/>
                <a:gd name="T34" fmla="*/ 44 w 57"/>
                <a:gd name="T35" fmla="*/ 140 h 671"/>
                <a:gd name="T36" fmla="*/ 45 w 57"/>
                <a:gd name="T37" fmla="*/ 117 h 671"/>
                <a:gd name="T38" fmla="*/ 46 w 57"/>
                <a:gd name="T39" fmla="*/ 116 h 671"/>
                <a:gd name="T40" fmla="*/ 45 w 57"/>
                <a:gd name="T41" fmla="*/ 118 h 671"/>
                <a:gd name="T42" fmla="*/ 42 w 57"/>
                <a:gd name="T43" fmla="*/ 71 h 671"/>
                <a:gd name="T44" fmla="*/ 39 w 57"/>
                <a:gd name="T45" fmla="*/ 32 h 671"/>
                <a:gd name="T46" fmla="*/ 39 w 57"/>
                <a:gd name="T47" fmla="*/ 31 h 671"/>
                <a:gd name="T48" fmla="*/ 39 w 57"/>
                <a:gd name="T49" fmla="*/ 30 h 671"/>
                <a:gd name="T50" fmla="*/ 44 w 57"/>
                <a:gd name="T51" fmla="*/ 0 h 671"/>
                <a:gd name="T52" fmla="*/ 37 w 57"/>
                <a:gd name="T53" fmla="*/ 26 h 671"/>
                <a:gd name="T54" fmla="*/ 36 w 57"/>
                <a:gd name="T55" fmla="*/ 29 h 671"/>
                <a:gd name="T56" fmla="*/ 36 w 57"/>
                <a:gd name="T57" fmla="*/ 30 h 671"/>
                <a:gd name="T58" fmla="*/ 33 w 57"/>
                <a:gd name="T59" fmla="*/ 30 h 671"/>
                <a:gd name="T60" fmla="*/ 35 w 57"/>
                <a:gd name="T61" fmla="*/ 36 h 671"/>
                <a:gd name="T62" fmla="*/ 34 w 57"/>
                <a:gd name="T63" fmla="*/ 39 h 671"/>
                <a:gd name="T64" fmla="*/ 13 w 57"/>
                <a:gd name="T65" fmla="*/ 518 h 671"/>
                <a:gd name="T66" fmla="*/ 14 w 57"/>
                <a:gd name="T67" fmla="*/ 522 h 671"/>
                <a:gd name="T68" fmla="*/ 14 w 57"/>
                <a:gd name="T69" fmla="*/ 520 h 671"/>
                <a:gd name="T70" fmla="*/ 17 w 57"/>
                <a:gd name="T71" fmla="*/ 530 h 671"/>
                <a:gd name="T72" fmla="*/ 14 w 57"/>
                <a:gd name="T73" fmla="*/ 522 h 671"/>
                <a:gd name="T74" fmla="*/ 31 w 57"/>
                <a:gd name="T75" fmla="*/ 648 h 671"/>
                <a:gd name="T76" fmla="*/ 31 w 57"/>
                <a:gd name="T77" fmla="*/ 650 h 671"/>
                <a:gd name="T78" fmla="*/ 31 w 57"/>
                <a:gd name="T79" fmla="*/ 650 h 671"/>
                <a:gd name="T80" fmla="*/ 50 w 57"/>
                <a:gd name="T81" fmla="*/ 654 h 671"/>
                <a:gd name="T82" fmla="*/ 56 w 57"/>
                <a:gd name="T83" fmla="*/ 637 h 671"/>
                <a:gd name="T84" fmla="*/ 49 w 57"/>
                <a:gd name="T85" fmla="*/ 363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7" h="671">
                  <a:moveTo>
                    <a:pt x="34" y="305"/>
                  </a:moveTo>
                  <a:cubicBezTo>
                    <a:pt x="34" y="305"/>
                    <a:pt x="34" y="305"/>
                    <a:pt x="34" y="305"/>
                  </a:cubicBezTo>
                  <a:cubicBezTo>
                    <a:pt x="34" y="305"/>
                    <a:pt x="34" y="305"/>
                    <a:pt x="35" y="305"/>
                  </a:cubicBezTo>
                  <a:cubicBezTo>
                    <a:pt x="35" y="306"/>
                    <a:pt x="35" y="306"/>
                    <a:pt x="35" y="306"/>
                  </a:cubicBezTo>
                  <a:cubicBezTo>
                    <a:pt x="35" y="306"/>
                    <a:pt x="35" y="306"/>
                    <a:pt x="35" y="306"/>
                  </a:cubicBezTo>
                  <a:cubicBezTo>
                    <a:pt x="38" y="306"/>
                    <a:pt x="41" y="303"/>
                    <a:pt x="43" y="296"/>
                  </a:cubicBezTo>
                  <a:cubicBezTo>
                    <a:pt x="35" y="295"/>
                    <a:pt x="35" y="304"/>
                    <a:pt x="34" y="305"/>
                  </a:cubicBezTo>
                  <a:close/>
                  <a:moveTo>
                    <a:pt x="45" y="348"/>
                  </a:moveTo>
                  <a:cubicBezTo>
                    <a:pt x="45" y="345"/>
                    <a:pt x="43" y="339"/>
                    <a:pt x="42" y="334"/>
                  </a:cubicBezTo>
                  <a:cubicBezTo>
                    <a:pt x="43" y="342"/>
                    <a:pt x="44" y="345"/>
                    <a:pt x="45" y="348"/>
                  </a:cubicBezTo>
                  <a:close/>
                  <a:moveTo>
                    <a:pt x="49" y="363"/>
                  </a:moveTo>
                  <a:cubicBezTo>
                    <a:pt x="48" y="354"/>
                    <a:pt x="47" y="352"/>
                    <a:pt x="45" y="348"/>
                  </a:cubicBezTo>
                  <a:cubicBezTo>
                    <a:pt x="45" y="349"/>
                    <a:pt x="45" y="350"/>
                    <a:pt x="45" y="350"/>
                  </a:cubicBezTo>
                  <a:cubicBezTo>
                    <a:pt x="25" y="344"/>
                    <a:pt x="34" y="340"/>
                    <a:pt x="41" y="329"/>
                  </a:cubicBezTo>
                  <a:cubicBezTo>
                    <a:pt x="41" y="330"/>
                    <a:pt x="41" y="332"/>
                    <a:pt x="42" y="334"/>
                  </a:cubicBezTo>
                  <a:cubicBezTo>
                    <a:pt x="42" y="332"/>
                    <a:pt x="41" y="330"/>
                    <a:pt x="41" y="329"/>
                  </a:cubicBezTo>
                  <a:cubicBezTo>
                    <a:pt x="47" y="320"/>
                    <a:pt x="51" y="307"/>
                    <a:pt x="38" y="285"/>
                  </a:cubicBezTo>
                  <a:cubicBezTo>
                    <a:pt x="57" y="277"/>
                    <a:pt x="43" y="172"/>
                    <a:pt x="44" y="140"/>
                  </a:cubicBezTo>
                  <a:cubicBezTo>
                    <a:pt x="35" y="186"/>
                    <a:pt x="44" y="128"/>
                    <a:pt x="45" y="117"/>
                  </a:cubicBezTo>
                  <a:cubicBezTo>
                    <a:pt x="46" y="117"/>
                    <a:pt x="46" y="116"/>
                    <a:pt x="46" y="116"/>
                  </a:cubicBezTo>
                  <a:cubicBezTo>
                    <a:pt x="45" y="117"/>
                    <a:pt x="45" y="117"/>
                    <a:pt x="45" y="118"/>
                  </a:cubicBezTo>
                  <a:cubicBezTo>
                    <a:pt x="31" y="143"/>
                    <a:pt x="39" y="105"/>
                    <a:pt x="42" y="71"/>
                  </a:cubicBezTo>
                  <a:cubicBezTo>
                    <a:pt x="44" y="54"/>
                    <a:pt x="44" y="38"/>
                    <a:pt x="39" y="32"/>
                  </a:cubicBezTo>
                  <a:cubicBezTo>
                    <a:pt x="39" y="32"/>
                    <a:pt x="39" y="32"/>
                    <a:pt x="39" y="31"/>
                  </a:cubicBezTo>
                  <a:cubicBezTo>
                    <a:pt x="39" y="31"/>
                    <a:pt x="39" y="30"/>
                    <a:pt x="39" y="30"/>
                  </a:cubicBezTo>
                  <a:cubicBezTo>
                    <a:pt x="40" y="19"/>
                    <a:pt x="41" y="9"/>
                    <a:pt x="44" y="0"/>
                  </a:cubicBezTo>
                  <a:cubicBezTo>
                    <a:pt x="41" y="6"/>
                    <a:pt x="39" y="15"/>
                    <a:pt x="37" y="26"/>
                  </a:cubicBezTo>
                  <a:cubicBezTo>
                    <a:pt x="36" y="27"/>
                    <a:pt x="36" y="28"/>
                    <a:pt x="36" y="29"/>
                  </a:cubicBezTo>
                  <a:cubicBezTo>
                    <a:pt x="36" y="29"/>
                    <a:pt x="36" y="30"/>
                    <a:pt x="36" y="30"/>
                  </a:cubicBezTo>
                  <a:cubicBezTo>
                    <a:pt x="35" y="30"/>
                    <a:pt x="34" y="30"/>
                    <a:pt x="33" y="30"/>
                  </a:cubicBezTo>
                  <a:cubicBezTo>
                    <a:pt x="34" y="32"/>
                    <a:pt x="34" y="34"/>
                    <a:pt x="35" y="36"/>
                  </a:cubicBezTo>
                  <a:cubicBezTo>
                    <a:pt x="35" y="37"/>
                    <a:pt x="34" y="38"/>
                    <a:pt x="34" y="39"/>
                  </a:cubicBezTo>
                  <a:cubicBezTo>
                    <a:pt x="14" y="156"/>
                    <a:pt x="0" y="458"/>
                    <a:pt x="13" y="518"/>
                  </a:cubicBezTo>
                  <a:cubicBezTo>
                    <a:pt x="13" y="519"/>
                    <a:pt x="14" y="520"/>
                    <a:pt x="14" y="522"/>
                  </a:cubicBezTo>
                  <a:cubicBezTo>
                    <a:pt x="14" y="521"/>
                    <a:pt x="14" y="520"/>
                    <a:pt x="14" y="520"/>
                  </a:cubicBezTo>
                  <a:cubicBezTo>
                    <a:pt x="16" y="526"/>
                    <a:pt x="17" y="529"/>
                    <a:pt x="17" y="530"/>
                  </a:cubicBezTo>
                  <a:cubicBezTo>
                    <a:pt x="17" y="529"/>
                    <a:pt x="16" y="525"/>
                    <a:pt x="14" y="522"/>
                  </a:cubicBezTo>
                  <a:cubicBezTo>
                    <a:pt x="21" y="547"/>
                    <a:pt x="23" y="616"/>
                    <a:pt x="31" y="648"/>
                  </a:cubicBezTo>
                  <a:cubicBezTo>
                    <a:pt x="31" y="649"/>
                    <a:pt x="31" y="649"/>
                    <a:pt x="31" y="650"/>
                  </a:cubicBezTo>
                  <a:cubicBezTo>
                    <a:pt x="31" y="650"/>
                    <a:pt x="31" y="650"/>
                    <a:pt x="31" y="650"/>
                  </a:cubicBezTo>
                  <a:cubicBezTo>
                    <a:pt x="35" y="666"/>
                    <a:pt x="41" y="671"/>
                    <a:pt x="50" y="654"/>
                  </a:cubicBezTo>
                  <a:cubicBezTo>
                    <a:pt x="52" y="649"/>
                    <a:pt x="54" y="644"/>
                    <a:pt x="56" y="637"/>
                  </a:cubicBezTo>
                  <a:cubicBezTo>
                    <a:pt x="14" y="661"/>
                    <a:pt x="51" y="371"/>
                    <a:pt x="49" y="36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7" name="Freeform 773">
              <a:extLst>
                <a:ext uri="{FF2B5EF4-FFF2-40B4-BE49-F238E27FC236}">
                  <a16:creationId xmlns:a16="http://schemas.microsoft.com/office/drawing/2014/main" id="{1D0ACB34-B658-1803-94BD-6DC322CF210E}"/>
                </a:ext>
              </a:extLst>
            </p:cNvPr>
            <p:cNvSpPr>
              <a:spLocks noEditPoints="1"/>
            </p:cNvSpPr>
            <p:nvPr userDrawn="1"/>
          </p:nvSpPr>
          <p:spPr bwMode="auto">
            <a:xfrm>
              <a:off x="2925" y="2322"/>
              <a:ext cx="58" cy="238"/>
            </a:xfrm>
            <a:custGeom>
              <a:avLst/>
              <a:gdLst>
                <a:gd name="T0" fmla="*/ 8 w 41"/>
                <a:gd name="T1" fmla="*/ 165 h 165"/>
                <a:gd name="T2" fmla="*/ 9 w 41"/>
                <a:gd name="T3" fmla="*/ 164 h 165"/>
                <a:gd name="T4" fmla="*/ 6 w 41"/>
                <a:gd name="T5" fmla="*/ 158 h 165"/>
                <a:gd name="T6" fmla="*/ 8 w 41"/>
                <a:gd name="T7" fmla="*/ 165 h 165"/>
                <a:gd name="T8" fmla="*/ 1 w 41"/>
                <a:gd name="T9" fmla="*/ 23 h 165"/>
                <a:gd name="T10" fmla="*/ 0 w 41"/>
                <a:gd name="T11" fmla="*/ 50 h 165"/>
                <a:gd name="T12" fmla="*/ 0 w 41"/>
                <a:gd name="T13" fmla="*/ 51 h 165"/>
                <a:gd name="T14" fmla="*/ 0 w 41"/>
                <a:gd name="T15" fmla="*/ 56 h 165"/>
                <a:gd name="T16" fmla="*/ 5 w 41"/>
                <a:gd name="T17" fmla="*/ 151 h 165"/>
                <a:gd name="T18" fmla="*/ 5 w 41"/>
                <a:gd name="T19" fmla="*/ 154 h 165"/>
                <a:gd name="T20" fmla="*/ 6 w 41"/>
                <a:gd name="T21" fmla="*/ 158 h 165"/>
                <a:gd name="T22" fmla="*/ 6 w 41"/>
                <a:gd name="T23" fmla="*/ 156 h 165"/>
                <a:gd name="T24" fmla="*/ 9 w 41"/>
                <a:gd name="T25" fmla="*/ 164 h 165"/>
                <a:gd name="T26" fmla="*/ 29 w 41"/>
                <a:gd name="T27" fmla="*/ 153 h 165"/>
                <a:gd name="T28" fmla="*/ 30 w 41"/>
                <a:gd name="T29" fmla="*/ 136 h 165"/>
                <a:gd name="T30" fmla="*/ 30 w 41"/>
                <a:gd name="T31" fmla="*/ 135 h 165"/>
                <a:gd name="T32" fmla="*/ 30 w 41"/>
                <a:gd name="T33" fmla="*/ 135 h 165"/>
                <a:gd name="T34" fmla="*/ 38 w 41"/>
                <a:gd name="T35" fmla="*/ 35 h 165"/>
                <a:gd name="T36" fmla="*/ 41 w 41"/>
                <a:gd name="T37" fmla="*/ 0 h 165"/>
                <a:gd name="T38" fmla="*/ 1 w 41"/>
                <a:gd name="T39" fmla="*/ 2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65">
                  <a:moveTo>
                    <a:pt x="8" y="165"/>
                  </a:moveTo>
                  <a:cubicBezTo>
                    <a:pt x="8" y="165"/>
                    <a:pt x="8" y="164"/>
                    <a:pt x="9" y="164"/>
                  </a:cubicBezTo>
                  <a:cubicBezTo>
                    <a:pt x="8" y="163"/>
                    <a:pt x="7" y="160"/>
                    <a:pt x="6" y="158"/>
                  </a:cubicBezTo>
                  <a:cubicBezTo>
                    <a:pt x="7" y="160"/>
                    <a:pt x="7" y="162"/>
                    <a:pt x="8" y="165"/>
                  </a:cubicBezTo>
                  <a:close/>
                  <a:moveTo>
                    <a:pt x="1" y="23"/>
                  </a:moveTo>
                  <a:cubicBezTo>
                    <a:pt x="0" y="32"/>
                    <a:pt x="0" y="41"/>
                    <a:pt x="0" y="50"/>
                  </a:cubicBezTo>
                  <a:cubicBezTo>
                    <a:pt x="0" y="51"/>
                    <a:pt x="0" y="51"/>
                    <a:pt x="0" y="51"/>
                  </a:cubicBezTo>
                  <a:cubicBezTo>
                    <a:pt x="0" y="53"/>
                    <a:pt x="0" y="55"/>
                    <a:pt x="0" y="56"/>
                  </a:cubicBezTo>
                  <a:cubicBezTo>
                    <a:pt x="0" y="99"/>
                    <a:pt x="1" y="133"/>
                    <a:pt x="5" y="151"/>
                  </a:cubicBezTo>
                  <a:cubicBezTo>
                    <a:pt x="5" y="152"/>
                    <a:pt x="5" y="153"/>
                    <a:pt x="5" y="154"/>
                  </a:cubicBezTo>
                  <a:cubicBezTo>
                    <a:pt x="5" y="155"/>
                    <a:pt x="6" y="156"/>
                    <a:pt x="6" y="158"/>
                  </a:cubicBezTo>
                  <a:cubicBezTo>
                    <a:pt x="6" y="157"/>
                    <a:pt x="6" y="156"/>
                    <a:pt x="6" y="156"/>
                  </a:cubicBezTo>
                  <a:cubicBezTo>
                    <a:pt x="7" y="160"/>
                    <a:pt x="8" y="163"/>
                    <a:pt x="9" y="164"/>
                  </a:cubicBezTo>
                  <a:cubicBezTo>
                    <a:pt x="16" y="161"/>
                    <a:pt x="22" y="157"/>
                    <a:pt x="29" y="153"/>
                  </a:cubicBezTo>
                  <a:cubicBezTo>
                    <a:pt x="30" y="148"/>
                    <a:pt x="30" y="142"/>
                    <a:pt x="30" y="136"/>
                  </a:cubicBezTo>
                  <a:cubicBezTo>
                    <a:pt x="30" y="136"/>
                    <a:pt x="30" y="135"/>
                    <a:pt x="30" y="135"/>
                  </a:cubicBezTo>
                  <a:cubicBezTo>
                    <a:pt x="30" y="135"/>
                    <a:pt x="30" y="135"/>
                    <a:pt x="30" y="135"/>
                  </a:cubicBezTo>
                  <a:cubicBezTo>
                    <a:pt x="33" y="98"/>
                    <a:pt x="36" y="61"/>
                    <a:pt x="38" y="35"/>
                  </a:cubicBezTo>
                  <a:cubicBezTo>
                    <a:pt x="40" y="17"/>
                    <a:pt x="41" y="5"/>
                    <a:pt x="41" y="0"/>
                  </a:cubicBezTo>
                  <a:cubicBezTo>
                    <a:pt x="28" y="8"/>
                    <a:pt x="14" y="15"/>
                    <a:pt x="1" y="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8" name="Freeform 774">
              <a:extLst>
                <a:ext uri="{FF2B5EF4-FFF2-40B4-BE49-F238E27FC236}">
                  <a16:creationId xmlns:a16="http://schemas.microsoft.com/office/drawing/2014/main" id="{80083773-A201-9606-F6CA-7E3D4A04CEE8}"/>
                </a:ext>
              </a:extLst>
            </p:cNvPr>
            <p:cNvSpPr>
              <a:spLocks noEditPoints="1"/>
            </p:cNvSpPr>
            <p:nvPr userDrawn="1"/>
          </p:nvSpPr>
          <p:spPr bwMode="auto">
            <a:xfrm>
              <a:off x="3182" y="2184"/>
              <a:ext cx="59" cy="193"/>
            </a:xfrm>
            <a:custGeom>
              <a:avLst/>
              <a:gdLst>
                <a:gd name="T0" fmla="*/ 8 w 41"/>
                <a:gd name="T1" fmla="*/ 134 h 134"/>
                <a:gd name="T2" fmla="*/ 9 w 41"/>
                <a:gd name="T3" fmla="*/ 134 h 134"/>
                <a:gd name="T4" fmla="*/ 6 w 41"/>
                <a:gd name="T5" fmla="*/ 129 h 134"/>
                <a:gd name="T6" fmla="*/ 8 w 41"/>
                <a:gd name="T7" fmla="*/ 134 h 134"/>
                <a:gd name="T8" fmla="*/ 1 w 41"/>
                <a:gd name="T9" fmla="*/ 18 h 134"/>
                <a:gd name="T10" fmla="*/ 0 w 41"/>
                <a:gd name="T11" fmla="*/ 40 h 134"/>
                <a:gd name="T12" fmla="*/ 0 w 41"/>
                <a:gd name="T13" fmla="*/ 41 h 134"/>
                <a:gd name="T14" fmla="*/ 0 w 41"/>
                <a:gd name="T15" fmla="*/ 46 h 134"/>
                <a:gd name="T16" fmla="*/ 5 w 41"/>
                <a:gd name="T17" fmla="*/ 123 h 134"/>
                <a:gd name="T18" fmla="*/ 5 w 41"/>
                <a:gd name="T19" fmla="*/ 126 h 134"/>
                <a:gd name="T20" fmla="*/ 6 w 41"/>
                <a:gd name="T21" fmla="*/ 128 h 134"/>
                <a:gd name="T22" fmla="*/ 6 w 41"/>
                <a:gd name="T23" fmla="*/ 127 h 134"/>
                <a:gd name="T24" fmla="*/ 9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1 w 41"/>
                <a:gd name="T39" fmla="*/ 1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8" y="134"/>
                  </a:moveTo>
                  <a:cubicBezTo>
                    <a:pt x="8" y="134"/>
                    <a:pt x="8" y="134"/>
                    <a:pt x="9" y="134"/>
                  </a:cubicBezTo>
                  <a:cubicBezTo>
                    <a:pt x="8" y="132"/>
                    <a:pt x="7" y="130"/>
                    <a:pt x="6" y="129"/>
                  </a:cubicBezTo>
                  <a:cubicBezTo>
                    <a:pt x="7" y="130"/>
                    <a:pt x="7" y="132"/>
                    <a:pt x="8" y="134"/>
                  </a:cubicBezTo>
                  <a:close/>
                  <a:moveTo>
                    <a:pt x="1" y="18"/>
                  </a:moveTo>
                  <a:cubicBezTo>
                    <a:pt x="0" y="26"/>
                    <a:pt x="0" y="33"/>
                    <a:pt x="0" y="40"/>
                  </a:cubicBezTo>
                  <a:cubicBezTo>
                    <a:pt x="0" y="41"/>
                    <a:pt x="0" y="41"/>
                    <a:pt x="0" y="41"/>
                  </a:cubicBezTo>
                  <a:cubicBezTo>
                    <a:pt x="0" y="43"/>
                    <a:pt x="0" y="44"/>
                    <a:pt x="0" y="46"/>
                  </a:cubicBezTo>
                  <a:cubicBezTo>
                    <a:pt x="0" y="80"/>
                    <a:pt x="1" y="108"/>
                    <a:pt x="5" y="123"/>
                  </a:cubicBezTo>
                  <a:cubicBezTo>
                    <a:pt x="5" y="124"/>
                    <a:pt x="5" y="125"/>
                    <a:pt x="5" y="126"/>
                  </a:cubicBezTo>
                  <a:cubicBezTo>
                    <a:pt x="5" y="126"/>
                    <a:pt x="6" y="127"/>
                    <a:pt x="6" y="128"/>
                  </a:cubicBezTo>
                  <a:cubicBezTo>
                    <a:pt x="6" y="128"/>
                    <a:pt x="6" y="127"/>
                    <a:pt x="6" y="127"/>
                  </a:cubicBezTo>
                  <a:cubicBezTo>
                    <a:pt x="7" y="130"/>
                    <a:pt x="8" y="132"/>
                    <a:pt x="9" y="134"/>
                  </a:cubicBezTo>
                  <a:cubicBezTo>
                    <a:pt x="16" y="131"/>
                    <a:pt x="22" y="128"/>
                    <a:pt x="29" y="125"/>
                  </a:cubicBezTo>
                  <a:cubicBezTo>
                    <a:pt x="30" y="120"/>
                    <a:pt x="30" y="115"/>
                    <a:pt x="30" y="111"/>
                  </a:cubicBezTo>
                  <a:cubicBezTo>
                    <a:pt x="30" y="110"/>
                    <a:pt x="30" y="110"/>
                    <a:pt x="30" y="110"/>
                  </a:cubicBezTo>
                  <a:cubicBezTo>
                    <a:pt x="30" y="110"/>
                    <a:pt x="30" y="110"/>
                    <a:pt x="30" y="110"/>
                  </a:cubicBezTo>
                  <a:cubicBezTo>
                    <a:pt x="33" y="79"/>
                    <a:pt x="36" y="49"/>
                    <a:pt x="38" y="28"/>
                  </a:cubicBezTo>
                  <a:cubicBezTo>
                    <a:pt x="40" y="14"/>
                    <a:pt x="41" y="3"/>
                    <a:pt x="41" y="0"/>
                  </a:cubicBezTo>
                  <a:cubicBezTo>
                    <a:pt x="28" y="6"/>
                    <a:pt x="14" y="12"/>
                    <a:pt x="1" y="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89" name="Freeform 775">
              <a:extLst>
                <a:ext uri="{FF2B5EF4-FFF2-40B4-BE49-F238E27FC236}">
                  <a16:creationId xmlns:a16="http://schemas.microsoft.com/office/drawing/2014/main" id="{3984A191-ED45-0284-26D1-ABC76EEA14BA}"/>
                </a:ext>
              </a:extLst>
            </p:cNvPr>
            <p:cNvSpPr>
              <a:spLocks noEditPoints="1"/>
            </p:cNvSpPr>
            <p:nvPr userDrawn="1"/>
          </p:nvSpPr>
          <p:spPr bwMode="auto">
            <a:xfrm>
              <a:off x="3467" y="1972"/>
              <a:ext cx="59" cy="192"/>
            </a:xfrm>
            <a:custGeom>
              <a:avLst/>
              <a:gdLst>
                <a:gd name="T0" fmla="*/ 7 w 41"/>
                <a:gd name="T1" fmla="*/ 134 h 134"/>
                <a:gd name="T2" fmla="*/ 8 w 41"/>
                <a:gd name="T3" fmla="*/ 134 h 134"/>
                <a:gd name="T4" fmla="*/ 6 w 41"/>
                <a:gd name="T5" fmla="*/ 129 h 134"/>
                <a:gd name="T6" fmla="*/ 7 w 41"/>
                <a:gd name="T7" fmla="*/ 134 h 134"/>
                <a:gd name="T8" fmla="*/ 0 w 41"/>
                <a:gd name="T9" fmla="*/ 19 h 134"/>
                <a:gd name="T10" fmla="*/ 0 w 41"/>
                <a:gd name="T11" fmla="*/ 41 h 134"/>
                <a:gd name="T12" fmla="*/ 0 w 41"/>
                <a:gd name="T13" fmla="*/ 42 h 134"/>
                <a:gd name="T14" fmla="*/ 0 w 41"/>
                <a:gd name="T15" fmla="*/ 46 h 134"/>
                <a:gd name="T16" fmla="*/ 4 w 41"/>
                <a:gd name="T17" fmla="*/ 124 h 134"/>
                <a:gd name="T18" fmla="*/ 5 w 41"/>
                <a:gd name="T19" fmla="*/ 126 h 134"/>
                <a:gd name="T20" fmla="*/ 6 w 41"/>
                <a:gd name="T21" fmla="*/ 129 h 134"/>
                <a:gd name="T22" fmla="*/ 5 w 41"/>
                <a:gd name="T23" fmla="*/ 127 h 134"/>
                <a:gd name="T24" fmla="*/ 8 w 41"/>
                <a:gd name="T25" fmla="*/ 134 h 134"/>
                <a:gd name="T26" fmla="*/ 29 w 41"/>
                <a:gd name="T27" fmla="*/ 125 h 134"/>
                <a:gd name="T28" fmla="*/ 30 w 41"/>
                <a:gd name="T29" fmla="*/ 111 h 134"/>
                <a:gd name="T30" fmla="*/ 30 w 41"/>
                <a:gd name="T31" fmla="*/ 110 h 134"/>
                <a:gd name="T32" fmla="*/ 30 w 41"/>
                <a:gd name="T33" fmla="*/ 110 h 134"/>
                <a:gd name="T34" fmla="*/ 38 w 41"/>
                <a:gd name="T35" fmla="*/ 28 h 134"/>
                <a:gd name="T36" fmla="*/ 41 w 41"/>
                <a:gd name="T37" fmla="*/ 0 h 134"/>
                <a:gd name="T38" fmla="*/ 0 w 41"/>
                <a:gd name="T39" fmla="*/ 19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 h="134">
                  <a:moveTo>
                    <a:pt x="7" y="134"/>
                  </a:moveTo>
                  <a:cubicBezTo>
                    <a:pt x="8" y="134"/>
                    <a:pt x="8" y="134"/>
                    <a:pt x="8" y="134"/>
                  </a:cubicBezTo>
                  <a:cubicBezTo>
                    <a:pt x="8" y="133"/>
                    <a:pt x="7" y="131"/>
                    <a:pt x="6" y="129"/>
                  </a:cubicBezTo>
                  <a:cubicBezTo>
                    <a:pt x="6" y="131"/>
                    <a:pt x="7" y="132"/>
                    <a:pt x="7" y="134"/>
                  </a:cubicBezTo>
                  <a:close/>
                  <a:moveTo>
                    <a:pt x="0" y="19"/>
                  </a:moveTo>
                  <a:cubicBezTo>
                    <a:pt x="0" y="26"/>
                    <a:pt x="0" y="34"/>
                    <a:pt x="0" y="41"/>
                  </a:cubicBezTo>
                  <a:cubicBezTo>
                    <a:pt x="0" y="42"/>
                    <a:pt x="0" y="42"/>
                    <a:pt x="0" y="42"/>
                  </a:cubicBezTo>
                  <a:cubicBezTo>
                    <a:pt x="0" y="43"/>
                    <a:pt x="0" y="45"/>
                    <a:pt x="0" y="46"/>
                  </a:cubicBezTo>
                  <a:cubicBezTo>
                    <a:pt x="0" y="81"/>
                    <a:pt x="1" y="109"/>
                    <a:pt x="4" y="124"/>
                  </a:cubicBezTo>
                  <a:cubicBezTo>
                    <a:pt x="4" y="124"/>
                    <a:pt x="4" y="125"/>
                    <a:pt x="5" y="126"/>
                  </a:cubicBezTo>
                  <a:cubicBezTo>
                    <a:pt x="5" y="127"/>
                    <a:pt x="5" y="128"/>
                    <a:pt x="6" y="129"/>
                  </a:cubicBezTo>
                  <a:cubicBezTo>
                    <a:pt x="6" y="128"/>
                    <a:pt x="5" y="128"/>
                    <a:pt x="5" y="127"/>
                  </a:cubicBezTo>
                  <a:cubicBezTo>
                    <a:pt x="7" y="131"/>
                    <a:pt x="8" y="133"/>
                    <a:pt x="8" y="134"/>
                  </a:cubicBezTo>
                  <a:cubicBezTo>
                    <a:pt x="15" y="131"/>
                    <a:pt x="22" y="128"/>
                    <a:pt x="29" y="125"/>
                  </a:cubicBezTo>
                  <a:cubicBezTo>
                    <a:pt x="29" y="121"/>
                    <a:pt x="29" y="116"/>
                    <a:pt x="30" y="111"/>
                  </a:cubicBezTo>
                  <a:cubicBezTo>
                    <a:pt x="30" y="111"/>
                    <a:pt x="30" y="111"/>
                    <a:pt x="30" y="110"/>
                  </a:cubicBezTo>
                  <a:cubicBezTo>
                    <a:pt x="30" y="110"/>
                    <a:pt x="30" y="110"/>
                    <a:pt x="30" y="110"/>
                  </a:cubicBezTo>
                  <a:cubicBezTo>
                    <a:pt x="32" y="80"/>
                    <a:pt x="35" y="50"/>
                    <a:pt x="38" y="28"/>
                  </a:cubicBezTo>
                  <a:cubicBezTo>
                    <a:pt x="39" y="14"/>
                    <a:pt x="41" y="4"/>
                    <a:pt x="41" y="0"/>
                  </a:cubicBezTo>
                  <a:cubicBezTo>
                    <a:pt x="27" y="6"/>
                    <a:pt x="14" y="13"/>
                    <a:pt x="0" y="1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0" name="Freeform 776">
              <a:extLst>
                <a:ext uri="{FF2B5EF4-FFF2-40B4-BE49-F238E27FC236}">
                  <a16:creationId xmlns:a16="http://schemas.microsoft.com/office/drawing/2014/main" id="{4234BBD5-B4BD-E58E-7DE5-C30D0F5319ED}"/>
                </a:ext>
              </a:extLst>
            </p:cNvPr>
            <p:cNvSpPr>
              <a:spLocks noEditPoints="1"/>
            </p:cNvSpPr>
            <p:nvPr userDrawn="1"/>
          </p:nvSpPr>
          <p:spPr bwMode="auto">
            <a:xfrm>
              <a:off x="3851" y="1578"/>
              <a:ext cx="33" cy="156"/>
            </a:xfrm>
            <a:custGeom>
              <a:avLst/>
              <a:gdLst>
                <a:gd name="T0" fmla="*/ 9 w 23"/>
                <a:gd name="T1" fmla="*/ 98 h 109"/>
                <a:gd name="T2" fmla="*/ 9 w 23"/>
                <a:gd name="T3" fmla="*/ 98 h 109"/>
                <a:gd name="T4" fmla="*/ 9 w 23"/>
                <a:gd name="T5" fmla="*/ 98 h 109"/>
                <a:gd name="T6" fmla="*/ 9 w 23"/>
                <a:gd name="T7" fmla="*/ 98 h 109"/>
                <a:gd name="T8" fmla="*/ 17 w 23"/>
                <a:gd name="T9" fmla="*/ 48 h 109"/>
                <a:gd name="T10" fmla="*/ 14 w 23"/>
                <a:gd name="T11" fmla="*/ 37 h 109"/>
                <a:gd name="T12" fmla="*/ 17 w 23"/>
                <a:gd name="T13" fmla="*/ 22 h 109"/>
                <a:gd name="T14" fmla="*/ 14 w 23"/>
                <a:gd name="T15" fmla="*/ 9 h 109"/>
                <a:gd name="T16" fmla="*/ 14 w 23"/>
                <a:gd name="T17" fmla="*/ 9 h 109"/>
                <a:gd name="T18" fmla="*/ 12 w 23"/>
                <a:gd name="T19" fmla="*/ 1 h 109"/>
                <a:gd name="T20" fmla="*/ 11 w 23"/>
                <a:gd name="T21" fmla="*/ 0 h 109"/>
                <a:gd name="T22" fmla="*/ 0 w 23"/>
                <a:gd name="T23" fmla="*/ 10 h 109"/>
                <a:gd name="T24" fmla="*/ 0 w 23"/>
                <a:gd name="T25" fmla="*/ 18 h 109"/>
                <a:gd name="T26" fmla="*/ 0 w 23"/>
                <a:gd name="T27" fmla="*/ 19 h 109"/>
                <a:gd name="T28" fmla="*/ 0 w 23"/>
                <a:gd name="T29" fmla="*/ 19 h 109"/>
                <a:gd name="T30" fmla="*/ 0 w 23"/>
                <a:gd name="T31" fmla="*/ 19 h 109"/>
                <a:gd name="T32" fmla="*/ 0 w 23"/>
                <a:gd name="T33" fmla="*/ 36 h 109"/>
                <a:gd name="T34" fmla="*/ 5 w 23"/>
                <a:gd name="T35" fmla="*/ 86 h 109"/>
                <a:gd name="T36" fmla="*/ 5 w 23"/>
                <a:gd name="T37" fmla="*/ 86 h 109"/>
                <a:gd name="T38" fmla="*/ 6 w 23"/>
                <a:gd name="T39" fmla="*/ 90 h 109"/>
                <a:gd name="T40" fmla="*/ 6 w 23"/>
                <a:gd name="T41" fmla="*/ 91 h 109"/>
                <a:gd name="T42" fmla="*/ 9 w 23"/>
                <a:gd name="T43" fmla="*/ 97 h 109"/>
                <a:gd name="T44" fmla="*/ 9 w 23"/>
                <a:gd name="T45" fmla="*/ 98 h 109"/>
                <a:gd name="T46" fmla="*/ 9 w 23"/>
                <a:gd name="T47" fmla="*/ 98 h 109"/>
                <a:gd name="T48" fmla="*/ 9 w 23"/>
                <a:gd name="T49" fmla="*/ 98 h 109"/>
                <a:gd name="T50" fmla="*/ 9 w 23"/>
                <a:gd name="T51" fmla="*/ 98 h 109"/>
                <a:gd name="T52" fmla="*/ 11 w 23"/>
                <a:gd name="T53" fmla="*/ 100 h 109"/>
                <a:gd name="T54" fmla="*/ 11 w 23"/>
                <a:gd name="T55" fmla="*/ 100 h 109"/>
                <a:gd name="T56" fmla="*/ 10 w 23"/>
                <a:gd name="T57" fmla="*/ 98 h 109"/>
                <a:gd name="T58" fmla="*/ 11 w 23"/>
                <a:gd name="T59" fmla="*/ 100 h 109"/>
                <a:gd name="T60" fmla="*/ 12 w 23"/>
                <a:gd name="T61" fmla="*/ 101 h 109"/>
                <a:gd name="T62" fmla="*/ 15 w 23"/>
                <a:gd name="T63" fmla="*/ 109 h 109"/>
                <a:gd name="T64" fmla="*/ 22 w 23"/>
                <a:gd name="T65" fmla="*/ 102 h 109"/>
                <a:gd name="T66" fmla="*/ 22 w 23"/>
                <a:gd name="T67" fmla="*/ 96 h 109"/>
                <a:gd name="T68" fmla="*/ 22 w 23"/>
                <a:gd name="T69" fmla="*/ 96 h 109"/>
                <a:gd name="T70" fmla="*/ 22 w 23"/>
                <a:gd name="T71" fmla="*/ 92 h 109"/>
                <a:gd name="T72" fmla="*/ 22 w 23"/>
                <a:gd name="T73" fmla="*/ 90 h 109"/>
                <a:gd name="T74" fmla="*/ 22 w 23"/>
                <a:gd name="T75" fmla="*/ 81 h 109"/>
                <a:gd name="T76" fmla="*/ 22 w 23"/>
                <a:gd name="T77" fmla="*/ 80 h 109"/>
                <a:gd name="T78" fmla="*/ 22 w 23"/>
                <a:gd name="T79" fmla="*/ 76 h 109"/>
                <a:gd name="T80" fmla="*/ 23 w 23"/>
                <a:gd name="T81" fmla="*/ 56 h 109"/>
                <a:gd name="T82" fmla="*/ 20 w 23"/>
                <a:gd name="T83" fmla="*/ 52 h 109"/>
                <a:gd name="T84" fmla="*/ 20 w 23"/>
                <a:gd name="T85" fmla="*/ 53 h 109"/>
                <a:gd name="T86" fmla="*/ 17 w 23"/>
                <a:gd name="T87" fmla="*/ 48 h 109"/>
                <a:gd name="T88" fmla="*/ 13 w 23"/>
                <a:gd name="T89" fmla="*/ 43 h 109"/>
                <a:gd name="T90" fmla="*/ 13 w 23"/>
                <a:gd name="T91" fmla="*/ 43 h 109"/>
                <a:gd name="T92" fmla="*/ 17 w 23"/>
                <a:gd name="T93" fmla="*/ 40 h 109"/>
                <a:gd name="T94" fmla="*/ 13 w 23"/>
                <a:gd name="T95" fmla="*/ 4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109">
                  <a:moveTo>
                    <a:pt x="9" y="98"/>
                  </a:moveTo>
                  <a:cubicBezTo>
                    <a:pt x="9" y="98"/>
                    <a:pt x="9" y="98"/>
                    <a:pt x="9" y="98"/>
                  </a:cubicBezTo>
                  <a:cubicBezTo>
                    <a:pt x="9" y="98"/>
                    <a:pt x="9" y="98"/>
                    <a:pt x="9" y="98"/>
                  </a:cubicBezTo>
                  <a:cubicBezTo>
                    <a:pt x="9" y="98"/>
                    <a:pt x="9" y="98"/>
                    <a:pt x="9" y="98"/>
                  </a:cubicBezTo>
                  <a:close/>
                  <a:moveTo>
                    <a:pt x="17" y="48"/>
                  </a:moveTo>
                  <a:cubicBezTo>
                    <a:pt x="20" y="45"/>
                    <a:pt x="22" y="42"/>
                    <a:pt x="14" y="37"/>
                  </a:cubicBezTo>
                  <a:cubicBezTo>
                    <a:pt x="19" y="36"/>
                    <a:pt x="19" y="29"/>
                    <a:pt x="17" y="22"/>
                  </a:cubicBezTo>
                  <a:cubicBezTo>
                    <a:pt x="17" y="18"/>
                    <a:pt x="15" y="13"/>
                    <a:pt x="14" y="9"/>
                  </a:cubicBezTo>
                  <a:cubicBezTo>
                    <a:pt x="14" y="9"/>
                    <a:pt x="14" y="9"/>
                    <a:pt x="14" y="9"/>
                  </a:cubicBezTo>
                  <a:cubicBezTo>
                    <a:pt x="13" y="5"/>
                    <a:pt x="12" y="3"/>
                    <a:pt x="12" y="1"/>
                  </a:cubicBezTo>
                  <a:cubicBezTo>
                    <a:pt x="10" y="9"/>
                    <a:pt x="11" y="5"/>
                    <a:pt x="11" y="0"/>
                  </a:cubicBezTo>
                  <a:cubicBezTo>
                    <a:pt x="8" y="3"/>
                    <a:pt x="4" y="7"/>
                    <a:pt x="0" y="10"/>
                  </a:cubicBezTo>
                  <a:cubicBezTo>
                    <a:pt x="0" y="13"/>
                    <a:pt x="0" y="15"/>
                    <a:pt x="0" y="18"/>
                  </a:cubicBezTo>
                  <a:cubicBezTo>
                    <a:pt x="0" y="18"/>
                    <a:pt x="0" y="18"/>
                    <a:pt x="0" y="19"/>
                  </a:cubicBezTo>
                  <a:cubicBezTo>
                    <a:pt x="0" y="19"/>
                    <a:pt x="0" y="19"/>
                    <a:pt x="0" y="19"/>
                  </a:cubicBezTo>
                  <a:cubicBezTo>
                    <a:pt x="0" y="19"/>
                    <a:pt x="0" y="19"/>
                    <a:pt x="0" y="19"/>
                  </a:cubicBezTo>
                  <a:cubicBezTo>
                    <a:pt x="0" y="24"/>
                    <a:pt x="0" y="30"/>
                    <a:pt x="0" y="36"/>
                  </a:cubicBezTo>
                  <a:cubicBezTo>
                    <a:pt x="1" y="55"/>
                    <a:pt x="2" y="74"/>
                    <a:pt x="5" y="86"/>
                  </a:cubicBezTo>
                  <a:cubicBezTo>
                    <a:pt x="5" y="86"/>
                    <a:pt x="5" y="86"/>
                    <a:pt x="5" y="86"/>
                  </a:cubicBezTo>
                  <a:cubicBezTo>
                    <a:pt x="5" y="87"/>
                    <a:pt x="6" y="89"/>
                    <a:pt x="6" y="90"/>
                  </a:cubicBezTo>
                  <a:cubicBezTo>
                    <a:pt x="6" y="90"/>
                    <a:pt x="6" y="91"/>
                    <a:pt x="6" y="91"/>
                  </a:cubicBezTo>
                  <a:cubicBezTo>
                    <a:pt x="7" y="94"/>
                    <a:pt x="8" y="96"/>
                    <a:pt x="9" y="97"/>
                  </a:cubicBezTo>
                  <a:cubicBezTo>
                    <a:pt x="9" y="98"/>
                    <a:pt x="9" y="98"/>
                    <a:pt x="9" y="98"/>
                  </a:cubicBezTo>
                  <a:cubicBezTo>
                    <a:pt x="9" y="98"/>
                    <a:pt x="9" y="98"/>
                    <a:pt x="9" y="98"/>
                  </a:cubicBezTo>
                  <a:cubicBezTo>
                    <a:pt x="9" y="98"/>
                    <a:pt x="9" y="98"/>
                    <a:pt x="9" y="98"/>
                  </a:cubicBezTo>
                  <a:cubicBezTo>
                    <a:pt x="9" y="98"/>
                    <a:pt x="9" y="98"/>
                    <a:pt x="9" y="98"/>
                  </a:cubicBezTo>
                  <a:cubicBezTo>
                    <a:pt x="10" y="99"/>
                    <a:pt x="11" y="99"/>
                    <a:pt x="11" y="100"/>
                  </a:cubicBezTo>
                  <a:cubicBezTo>
                    <a:pt x="12" y="100"/>
                    <a:pt x="12" y="100"/>
                    <a:pt x="11" y="100"/>
                  </a:cubicBezTo>
                  <a:cubicBezTo>
                    <a:pt x="11" y="99"/>
                    <a:pt x="10" y="99"/>
                    <a:pt x="10" y="98"/>
                  </a:cubicBezTo>
                  <a:cubicBezTo>
                    <a:pt x="10" y="99"/>
                    <a:pt x="10" y="99"/>
                    <a:pt x="11" y="100"/>
                  </a:cubicBezTo>
                  <a:cubicBezTo>
                    <a:pt x="11" y="100"/>
                    <a:pt x="11" y="101"/>
                    <a:pt x="12" y="101"/>
                  </a:cubicBezTo>
                  <a:cubicBezTo>
                    <a:pt x="13" y="104"/>
                    <a:pt x="14" y="106"/>
                    <a:pt x="15" y="109"/>
                  </a:cubicBezTo>
                  <a:cubicBezTo>
                    <a:pt x="17" y="107"/>
                    <a:pt x="20" y="105"/>
                    <a:pt x="22" y="102"/>
                  </a:cubicBezTo>
                  <a:cubicBezTo>
                    <a:pt x="22" y="100"/>
                    <a:pt x="22" y="98"/>
                    <a:pt x="22" y="96"/>
                  </a:cubicBezTo>
                  <a:cubicBezTo>
                    <a:pt x="22" y="96"/>
                    <a:pt x="22" y="96"/>
                    <a:pt x="22" y="96"/>
                  </a:cubicBezTo>
                  <a:cubicBezTo>
                    <a:pt x="22" y="94"/>
                    <a:pt x="22" y="93"/>
                    <a:pt x="22" y="92"/>
                  </a:cubicBezTo>
                  <a:cubicBezTo>
                    <a:pt x="22" y="91"/>
                    <a:pt x="22" y="90"/>
                    <a:pt x="22" y="90"/>
                  </a:cubicBezTo>
                  <a:cubicBezTo>
                    <a:pt x="22" y="87"/>
                    <a:pt x="22" y="84"/>
                    <a:pt x="22" y="81"/>
                  </a:cubicBezTo>
                  <a:cubicBezTo>
                    <a:pt x="22" y="81"/>
                    <a:pt x="22" y="80"/>
                    <a:pt x="22" y="80"/>
                  </a:cubicBezTo>
                  <a:cubicBezTo>
                    <a:pt x="22" y="78"/>
                    <a:pt x="22" y="77"/>
                    <a:pt x="22" y="76"/>
                  </a:cubicBezTo>
                  <a:cubicBezTo>
                    <a:pt x="22" y="65"/>
                    <a:pt x="23" y="57"/>
                    <a:pt x="23" y="56"/>
                  </a:cubicBezTo>
                  <a:cubicBezTo>
                    <a:pt x="22" y="54"/>
                    <a:pt x="21" y="53"/>
                    <a:pt x="20" y="52"/>
                  </a:cubicBezTo>
                  <a:cubicBezTo>
                    <a:pt x="20" y="53"/>
                    <a:pt x="20" y="53"/>
                    <a:pt x="20" y="53"/>
                  </a:cubicBezTo>
                  <a:cubicBezTo>
                    <a:pt x="9" y="53"/>
                    <a:pt x="14" y="51"/>
                    <a:pt x="17" y="48"/>
                  </a:cubicBezTo>
                  <a:moveTo>
                    <a:pt x="13" y="43"/>
                  </a:moveTo>
                  <a:cubicBezTo>
                    <a:pt x="13" y="43"/>
                    <a:pt x="13" y="43"/>
                    <a:pt x="13" y="43"/>
                  </a:cubicBezTo>
                  <a:cubicBezTo>
                    <a:pt x="15" y="42"/>
                    <a:pt x="16" y="42"/>
                    <a:pt x="17" y="40"/>
                  </a:cubicBezTo>
                  <a:cubicBezTo>
                    <a:pt x="13" y="40"/>
                    <a:pt x="13" y="42"/>
                    <a:pt x="13" y="4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1" name="Freeform 777">
              <a:extLst>
                <a:ext uri="{FF2B5EF4-FFF2-40B4-BE49-F238E27FC236}">
                  <a16:creationId xmlns:a16="http://schemas.microsoft.com/office/drawing/2014/main" id="{9B2C9FA2-372F-2B20-F3CC-D4E0995DB50F}"/>
                </a:ext>
              </a:extLst>
            </p:cNvPr>
            <p:cNvSpPr>
              <a:spLocks noEditPoints="1"/>
            </p:cNvSpPr>
            <p:nvPr userDrawn="1"/>
          </p:nvSpPr>
          <p:spPr bwMode="auto">
            <a:xfrm>
              <a:off x="3746" y="1713"/>
              <a:ext cx="46" cy="154"/>
            </a:xfrm>
            <a:custGeom>
              <a:avLst/>
              <a:gdLst>
                <a:gd name="T0" fmla="*/ 7 w 32"/>
                <a:gd name="T1" fmla="*/ 107 h 107"/>
                <a:gd name="T2" fmla="*/ 8 w 32"/>
                <a:gd name="T3" fmla="*/ 107 h 107"/>
                <a:gd name="T4" fmla="*/ 6 w 32"/>
                <a:gd name="T5" fmla="*/ 103 h 107"/>
                <a:gd name="T6" fmla="*/ 7 w 32"/>
                <a:gd name="T7" fmla="*/ 107 h 107"/>
                <a:gd name="T8" fmla="*/ 0 w 32"/>
                <a:gd name="T9" fmla="*/ 15 h 107"/>
                <a:gd name="T10" fmla="*/ 0 w 32"/>
                <a:gd name="T11" fmla="*/ 33 h 107"/>
                <a:gd name="T12" fmla="*/ 0 w 32"/>
                <a:gd name="T13" fmla="*/ 33 h 107"/>
                <a:gd name="T14" fmla="*/ 0 w 32"/>
                <a:gd name="T15" fmla="*/ 37 h 107"/>
                <a:gd name="T16" fmla="*/ 4 w 32"/>
                <a:gd name="T17" fmla="*/ 98 h 107"/>
                <a:gd name="T18" fmla="*/ 5 w 32"/>
                <a:gd name="T19" fmla="*/ 100 h 107"/>
                <a:gd name="T20" fmla="*/ 6 w 32"/>
                <a:gd name="T21" fmla="*/ 103 h 107"/>
                <a:gd name="T22" fmla="*/ 5 w 32"/>
                <a:gd name="T23" fmla="*/ 101 h 107"/>
                <a:gd name="T24" fmla="*/ 8 w 32"/>
                <a:gd name="T25" fmla="*/ 107 h 107"/>
                <a:gd name="T26" fmla="*/ 24 w 32"/>
                <a:gd name="T27" fmla="*/ 100 h 107"/>
                <a:gd name="T28" fmla="*/ 24 w 32"/>
                <a:gd name="T29" fmla="*/ 89 h 107"/>
                <a:gd name="T30" fmla="*/ 24 w 32"/>
                <a:gd name="T31" fmla="*/ 88 h 107"/>
                <a:gd name="T32" fmla="*/ 24 w 32"/>
                <a:gd name="T33" fmla="*/ 88 h 107"/>
                <a:gd name="T34" fmla="*/ 30 w 32"/>
                <a:gd name="T35" fmla="*/ 22 h 107"/>
                <a:gd name="T36" fmla="*/ 32 w 32"/>
                <a:gd name="T37" fmla="*/ 0 h 107"/>
                <a:gd name="T38" fmla="*/ 0 w 32"/>
                <a:gd name="T39" fmla="*/ 1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 h="107">
                  <a:moveTo>
                    <a:pt x="7" y="107"/>
                  </a:moveTo>
                  <a:cubicBezTo>
                    <a:pt x="7" y="107"/>
                    <a:pt x="7" y="107"/>
                    <a:pt x="8" y="107"/>
                  </a:cubicBezTo>
                  <a:cubicBezTo>
                    <a:pt x="7" y="106"/>
                    <a:pt x="6" y="104"/>
                    <a:pt x="6" y="103"/>
                  </a:cubicBezTo>
                  <a:cubicBezTo>
                    <a:pt x="6" y="104"/>
                    <a:pt x="6" y="106"/>
                    <a:pt x="7" y="107"/>
                  </a:cubicBezTo>
                  <a:close/>
                  <a:moveTo>
                    <a:pt x="0" y="15"/>
                  </a:moveTo>
                  <a:cubicBezTo>
                    <a:pt x="0" y="21"/>
                    <a:pt x="0" y="27"/>
                    <a:pt x="0" y="33"/>
                  </a:cubicBezTo>
                  <a:cubicBezTo>
                    <a:pt x="0" y="33"/>
                    <a:pt x="0" y="33"/>
                    <a:pt x="0" y="33"/>
                  </a:cubicBezTo>
                  <a:cubicBezTo>
                    <a:pt x="0" y="35"/>
                    <a:pt x="0" y="36"/>
                    <a:pt x="0" y="37"/>
                  </a:cubicBezTo>
                  <a:cubicBezTo>
                    <a:pt x="0" y="65"/>
                    <a:pt x="1" y="87"/>
                    <a:pt x="4" y="98"/>
                  </a:cubicBezTo>
                  <a:cubicBezTo>
                    <a:pt x="4" y="99"/>
                    <a:pt x="4" y="100"/>
                    <a:pt x="5" y="100"/>
                  </a:cubicBezTo>
                  <a:cubicBezTo>
                    <a:pt x="5" y="101"/>
                    <a:pt x="5" y="102"/>
                    <a:pt x="6" y="103"/>
                  </a:cubicBezTo>
                  <a:cubicBezTo>
                    <a:pt x="5" y="102"/>
                    <a:pt x="5" y="102"/>
                    <a:pt x="5" y="101"/>
                  </a:cubicBezTo>
                  <a:cubicBezTo>
                    <a:pt x="6" y="104"/>
                    <a:pt x="7" y="106"/>
                    <a:pt x="8" y="107"/>
                  </a:cubicBezTo>
                  <a:cubicBezTo>
                    <a:pt x="13" y="104"/>
                    <a:pt x="18" y="102"/>
                    <a:pt x="24" y="100"/>
                  </a:cubicBezTo>
                  <a:cubicBezTo>
                    <a:pt x="24" y="96"/>
                    <a:pt x="24" y="92"/>
                    <a:pt x="24" y="89"/>
                  </a:cubicBezTo>
                  <a:cubicBezTo>
                    <a:pt x="24" y="88"/>
                    <a:pt x="24" y="88"/>
                    <a:pt x="24" y="88"/>
                  </a:cubicBezTo>
                  <a:cubicBezTo>
                    <a:pt x="24" y="88"/>
                    <a:pt x="24" y="88"/>
                    <a:pt x="24" y="88"/>
                  </a:cubicBezTo>
                  <a:cubicBezTo>
                    <a:pt x="26" y="63"/>
                    <a:pt x="28" y="39"/>
                    <a:pt x="30" y="22"/>
                  </a:cubicBezTo>
                  <a:cubicBezTo>
                    <a:pt x="31" y="11"/>
                    <a:pt x="32" y="3"/>
                    <a:pt x="32" y="0"/>
                  </a:cubicBezTo>
                  <a:cubicBezTo>
                    <a:pt x="21" y="5"/>
                    <a:pt x="11" y="10"/>
                    <a:pt x="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2" name="Freeform 778">
              <a:extLst>
                <a:ext uri="{FF2B5EF4-FFF2-40B4-BE49-F238E27FC236}">
                  <a16:creationId xmlns:a16="http://schemas.microsoft.com/office/drawing/2014/main" id="{FD8A59D1-2F09-199B-2AE0-EC7DD060B37D}"/>
                </a:ext>
              </a:extLst>
            </p:cNvPr>
            <p:cNvSpPr>
              <a:spLocks noEditPoints="1"/>
            </p:cNvSpPr>
            <p:nvPr userDrawn="1"/>
          </p:nvSpPr>
          <p:spPr bwMode="auto">
            <a:xfrm>
              <a:off x="3957" y="1434"/>
              <a:ext cx="22" cy="175"/>
            </a:xfrm>
            <a:custGeom>
              <a:avLst/>
              <a:gdLst>
                <a:gd name="T0" fmla="*/ 3 w 15"/>
                <a:gd name="T1" fmla="*/ 122 h 122"/>
                <a:gd name="T2" fmla="*/ 3 w 15"/>
                <a:gd name="T3" fmla="*/ 121 h 122"/>
                <a:gd name="T4" fmla="*/ 2 w 15"/>
                <a:gd name="T5" fmla="*/ 117 h 122"/>
                <a:gd name="T6" fmla="*/ 3 w 15"/>
                <a:gd name="T7" fmla="*/ 122 h 122"/>
                <a:gd name="T8" fmla="*/ 0 w 15"/>
                <a:gd name="T9" fmla="*/ 16 h 122"/>
                <a:gd name="T10" fmla="*/ 0 w 15"/>
                <a:gd name="T11" fmla="*/ 37 h 122"/>
                <a:gd name="T12" fmla="*/ 0 w 15"/>
                <a:gd name="T13" fmla="*/ 37 h 122"/>
                <a:gd name="T14" fmla="*/ 0 w 15"/>
                <a:gd name="T15" fmla="*/ 41 h 122"/>
                <a:gd name="T16" fmla="*/ 1 w 15"/>
                <a:gd name="T17" fmla="*/ 112 h 122"/>
                <a:gd name="T18" fmla="*/ 2 w 15"/>
                <a:gd name="T19" fmla="*/ 114 h 122"/>
                <a:gd name="T20" fmla="*/ 2 w 15"/>
                <a:gd name="T21" fmla="*/ 117 h 122"/>
                <a:gd name="T22" fmla="*/ 2 w 15"/>
                <a:gd name="T23" fmla="*/ 115 h 122"/>
                <a:gd name="T24" fmla="*/ 3 w 15"/>
                <a:gd name="T25" fmla="*/ 121 h 122"/>
                <a:gd name="T26" fmla="*/ 11 w 15"/>
                <a:gd name="T27" fmla="*/ 113 h 122"/>
                <a:gd name="T28" fmla="*/ 11 w 15"/>
                <a:gd name="T29" fmla="*/ 101 h 122"/>
                <a:gd name="T30" fmla="*/ 11 w 15"/>
                <a:gd name="T31" fmla="*/ 99 h 122"/>
                <a:gd name="T32" fmla="*/ 11 w 15"/>
                <a:gd name="T33" fmla="*/ 99 h 122"/>
                <a:gd name="T34" fmla="*/ 14 w 15"/>
                <a:gd name="T35" fmla="*/ 25 h 122"/>
                <a:gd name="T36" fmla="*/ 15 w 15"/>
                <a:gd name="T37" fmla="*/ 0 h 122"/>
                <a:gd name="T38" fmla="*/ 0 w 15"/>
                <a:gd name="T39"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 h="122">
                  <a:moveTo>
                    <a:pt x="3" y="122"/>
                  </a:moveTo>
                  <a:cubicBezTo>
                    <a:pt x="3" y="121"/>
                    <a:pt x="3" y="121"/>
                    <a:pt x="3" y="121"/>
                  </a:cubicBezTo>
                  <a:cubicBezTo>
                    <a:pt x="3" y="120"/>
                    <a:pt x="2" y="118"/>
                    <a:pt x="2" y="117"/>
                  </a:cubicBezTo>
                  <a:cubicBezTo>
                    <a:pt x="2" y="118"/>
                    <a:pt x="2" y="120"/>
                    <a:pt x="3" y="122"/>
                  </a:cubicBezTo>
                  <a:close/>
                  <a:moveTo>
                    <a:pt x="0" y="16"/>
                  </a:moveTo>
                  <a:cubicBezTo>
                    <a:pt x="0" y="23"/>
                    <a:pt x="0" y="30"/>
                    <a:pt x="0" y="37"/>
                  </a:cubicBezTo>
                  <a:cubicBezTo>
                    <a:pt x="0" y="37"/>
                    <a:pt x="0" y="37"/>
                    <a:pt x="0" y="37"/>
                  </a:cubicBezTo>
                  <a:cubicBezTo>
                    <a:pt x="0" y="39"/>
                    <a:pt x="0" y="40"/>
                    <a:pt x="0" y="41"/>
                  </a:cubicBezTo>
                  <a:cubicBezTo>
                    <a:pt x="0" y="73"/>
                    <a:pt x="0" y="98"/>
                    <a:pt x="1" y="112"/>
                  </a:cubicBezTo>
                  <a:cubicBezTo>
                    <a:pt x="1" y="112"/>
                    <a:pt x="2" y="113"/>
                    <a:pt x="2" y="114"/>
                  </a:cubicBezTo>
                  <a:cubicBezTo>
                    <a:pt x="2" y="114"/>
                    <a:pt x="2" y="115"/>
                    <a:pt x="2" y="117"/>
                  </a:cubicBezTo>
                  <a:cubicBezTo>
                    <a:pt x="2" y="116"/>
                    <a:pt x="2" y="115"/>
                    <a:pt x="2" y="115"/>
                  </a:cubicBezTo>
                  <a:cubicBezTo>
                    <a:pt x="2" y="118"/>
                    <a:pt x="3" y="120"/>
                    <a:pt x="3" y="121"/>
                  </a:cubicBezTo>
                  <a:cubicBezTo>
                    <a:pt x="6" y="119"/>
                    <a:pt x="8" y="116"/>
                    <a:pt x="11" y="113"/>
                  </a:cubicBezTo>
                  <a:cubicBezTo>
                    <a:pt x="11" y="109"/>
                    <a:pt x="11" y="105"/>
                    <a:pt x="11" y="101"/>
                  </a:cubicBezTo>
                  <a:cubicBezTo>
                    <a:pt x="11" y="100"/>
                    <a:pt x="11" y="100"/>
                    <a:pt x="11" y="99"/>
                  </a:cubicBezTo>
                  <a:cubicBezTo>
                    <a:pt x="11" y="99"/>
                    <a:pt x="11" y="99"/>
                    <a:pt x="11" y="99"/>
                  </a:cubicBezTo>
                  <a:cubicBezTo>
                    <a:pt x="12" y="72"/>
                    <a:pt x="13" y="44"/>
                    <a:pt x="14" y="25"/>
                  </a:cubicBezTo>
                  <a:cubicBezTo>
                    <a:pt x="15" y="12"/>
                    <a:pt x="15" y="3"/>
                    <a:pt x="15" y="0"/>
                  </a:cubicBezTo>
                  <a:cubicBezTo>
                    <a:pt x="10" y="5"/>
                    <a:pt x="5" y="11"/>
                    <a:pt x="0"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3" name="Freeform 779">
              <a:extLst>
                <a:ext uri="{FF2B5EF4-FFF2-40B4-BE49-F238E27FC236}">
                  <a16:creationId xmlns:a16="http://schemas.microsoft.com/office/drawing/2014/main" id="{499BCA20-4E09-6E5C-C295-2F2BB04A06A1}"/>
                </a:ext>
              </a:extLst>
            </p:cNvPr>
            <p:cNvSpPr>
              <a:spLocks noEditPoints="1"/>
            </p:cNvSpPr>
            <p:nvPr userDrawn="1"/>
          </p:nvSpPr>
          <p:spPr bwMode="auto">
            <a:xfrm>
              <a:off x="4033" y="1317"/>
              <a:ext cx="46" cy="158"/>
            </a:xfrm>
            <a:custGeom>
              <a:avLst/>
              <a:gdLst>
                <a:gd name="T0" fmla="*/ 17 w 32"/>
                <a:gd name="T1" fmla="*/ 48 h 110"/>
                <a:gd name="T2" fmla="*/ 18 w 32"/>
                <a:gd name="T3" fmla="*/ 48 h 110"/>
                <a:gd name="T4" fmla="*/ 21 w 32"/>
                <a:gd name="T5" fmla="*/ 44 h 110"/>
                <a:gd name="T6" fmla="*/ 17 w 32"/>
                <a:gd name="T7" fmla="*/ 48 h 110"/>
                <a:gd name="T8" fmla="*/ 31 w 32"/>
                <a:gd name="T9" fmla="*/ 84 h 110"/>
                <a:gd name="T10" fmla="*/ 31 w 32"/>
                <a:gd name="T11" fmla="*/ 84 h 110"/>
                <a:gd name="T12" fmla="*/ 31 w 32"/>
                <a:gd name="T13" fmla="*/ 82 h 110"/>
                <a:gd name="T14" fmla="*/ 31 w 32"/>
                <a:gd name="T15" fmla="*/ 81 h 110"/>
                <a:gd name="T16" fmla="*/ 29 w 32"/>
                <a:gd name="T17" fmla="*/ 61 h 110"/>
                <a:gd name="T18" fmla="*/ 26 w 32"/>
                <a:gd name="T19" fmla="*/ 58 h 110"/>
                <a:gd name="T20" fmla="*/ 26 w 32"/>
                <a:gd name="T21" fmla="*/ 59 h 110"/>
                <a:gd name="T22" fmla="*/ 22 w 32"/>
                <a:gd name="T23" fmla="*/ 53 h 110"/>
                <a:gd name="T24" fmla="*/ 22 w 32"/>
                <a:gd name="T25" fmla="*/ 53 h 110"/>
                <a:gd name="T26" fmla="*/ 18 w 32"/>
                <a:gd name="T27" fmla="*/ 41 h 110"/>
                <a:gd name="T28" fmla="*/ 19 w 32"/>
                <a:gd name="T29" fmla="*/ 24 h 110"/>
                <a:gd name="T30" fmla="*/ 16 w 32"/>
                <a:gd name="T31" fmla="*/ 16 h 110"/>
                <a:gd name="T32" fmla="*/ 14 w 32"/>
                <a:gd name="T33" fmla="*/ 12 h 110"/>
                <a:gd name="T34" fmla="*/ 14 w 32"/>
                <a:gd name="T35" fmla="*/ 11 h 110"/>
                <a:gd name="T36" fmla="*/ 14 w 32"/>
                <a:gd name="T37" fmla="*/ 10 h 110"/>
                <a:gd name="T38" fmla="*/ 13 w 32"/>
                <a:gd name="T39" fmla="*/ 9 h 110"/>
                <a:gd name="T40" fmla="*/ 10 w 32"/>
                <a:gd name="T41" fmla="*/ 1 h 110"/>
                <a:gd name="T42" fmla="*/ 9 w 32"/>
                <a:gd name="T43" fmla="*/ 0 h 110"/>
                <a:gd name="T44" fmla="*/ 0 w 32"/>
                <a:gd name="T45" fmla="*/ 13 h 110"/>
                <a:gd name="T46" fmla="*/ 1 w 32"/>
                <a:gd name="T47" fmla="*/ 21 h 110"/>
                <a:gd name="T48" fmla="*/ 1 w 32"/>
                <a:gd name="T49" fmla="*/ 22 h 110"/>
                <a:gd name="T50" fmla="*/ 1 w 32"/>
                <a:gd name="T51" fmla="*/ 22 h 110"/>
                <a:gd name="T52" fmla="*/ 1 w 32"/>
                <a:gd name="T53" fmla="*/ 22 h 110"/>
                <a:gd name="T54" fmla="*/ 2 w 32"/>
                <a:gd name="T55" fmla="*/ 30 h 110"/>
                <a:gd name="T56" fmla="*/ 2 w 32"/>
                <a:gd name="T57" fmla="*/ 32 h 110"/>
                <a:gd name="T58" fmla="*/ 3 w 32"/>
                <a:gd name="T59" fmla="*/ 38 h 110"/>
                <a:gd name="T60" fmla="*/ 3 w 32"/>
                <a:gd name="T61" fmla="*/ 41 h 110"/>
                <a:gd name="T62" fmla="*/ 16 w 32"/>
                <a:gd name="T63" fmla="*/ 97 h 110"/>
                <a:gd name="T64" fmla="*/ 16 w 32"/>
                <a:gd name="T65" fmla="*/ 97 h 110"/>
                <a:gd name="T66" fmla="*/ 17 w 32"/>
                <a:gd name="T67" fmla="*/ 101 h 110"/>
                <a:gd name="T68" fmla="*/ 18 w 32"/>
                <a:gd name="T69" fmla="*/ 103 h 110"/>
                <a:gd name="T70" fmla="*/ 18 w 32"/>
                <a:gd name="T71" fmla="*/ 103 h 110"/>
                <a:gd name="T72" fmla="*/ 18 w 32"/>
                <a:gd name="T73" fmla="*/ 104 h 110"/>
                <a:gd name="T74" fmla="*/ 19 w 32"/>
                <a:gd name="T75" fmla="*/ 105 h 110"/>
                <a:gd name="T76" fmla="*/ 19 w 32"/>
                <a:gd name="T77" fmla="*/ 106 h 110"/>
                <a:gd name="T78" fmla="*/ 32 w 32"/>
                <a:gd name="T79" fmla="*/ 88 h 110"/>
                <a:gd name="T80" fmla="*/ 31 w 32"/>
                <a:gd name="T81" fmla="*/ 84 h 110"/>
                <a:gd name="T82" fmla="*/ 22 w 32"/>
                <a:gd name="T83" fmla="*/ 110 h 110"/>
                <a:gd name="T84" fmla="*/ 22 w 32"/>
                <a:gd name="T85" fmla="*/ 110 h 110"/>
                <a:gd name="T86" fmla="*/ 22 w 32"/>
                <a:gd name="T87" fmla="*/ 110 h 110"/>
                <a:gd name="T88" fmla="*/ 22 w 32"/>
                <a:gd name="T89" fmla="*/ 110 h 110"/>
                <a:gd name="T90" fmla="*/ 22 w 32"/>
                <a:gd name="T91" fmla="*/ 110 h 110"/>
                <a:gd name="T92" fmla="*/ 22 w 32"/>
                <a:gd name="T93" fmla="*/ 110 h 110"/>
                <a:gd name="T94" fmla="*/ 22 w 32"/>
                <a:gd name="T95"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110">
                  <a:moveTo>
                    <a:pt x="17" y="48"/>
                  </a:moveTo>
                  <a:cubicBezTo>
                    <a:pt x="17" y="48"/>
                    <a:pt x="18" y="48"/>
                    <a:pt x="18" y="48"/>
                  </a:cubicBezTo>
                  <a:cubicBezTo>
                    <a:pt x="19" y="47"/>
                    <a:pt x="20" y="46"/>
                    <a:pt x="21" y="44"/>
                  </a:cubicBezTo>
                  <a:cubicBezTo>
                    <a:pt x="17" y="45"/>
                    <a:pt x="17" y="47"/>
                    <a:pt x="17" y="48"/>
                  </a:cubicBezTo>
                  <a:close/>
                  <a:moveTo>
                    <a:pt x="31" y="84"/>
                  </a:moveTo>
                  <a:cubicBezTo>
                    <a:pt x="31" y="84"/>
                    <a:pt x="31" y="84"/>
                    <a:pt x="31" y="84"/>
                  </a:cubicBezTo>
                  <a:cubicBezTo>
                    <a:pt x="31" y="83"/>
                    <a:pt x="31" y="83"/>
                    <a:pt x="31" y="82"/>
                  </a:cubicBezTo>
                  <a:cubicBezTo>
                    <a:pt x="31" y="82"/>
                    <a:pt x="31" y="82"/>
                    <a:pt x="31" y="81"/>
                  </a:cubicBezTo>
                  <a:cubicBezTo>
                    <a:pt x="30" y="70"/>
                    <a:pt x="30" y="62"/>
                    <a:pt x="29" y="61"/>
                  </a:cubicBezTo>
                  <a:cubicBezTo>
                    <a:pt x="28" y="59"/>
                    <a:pt x="27" y="59"/>
                    <a:pt x="26" y="58"/>
                  </a:cubicBezTo>
                  <a:cubicBezTo>
                    <a:pt x="26" y="58"/>
                    <a:pt x="26" y="59"/>
                    <a:pt x="26" y="59"/>
                  </a:cubicBezTo>
                  <a:cubicBezTo>
                    <a:pt x="15" y="60"/>
                    <a:pt x="19" y="57"/>
                    <a:pt x="22" y="53"/>
                  </a:cubicBezTo>
                  <a:cubicBezTo>
                    <a:pt x="22" y="53"/>
                    <a:pt x="22" y="53"/>
                    <a:pt x="22" y="53"/>
                  </a:cubicBezTo>
                  <a:cubicBezTo>
                    <a:pt x="25" y="50"/>
                    <a:pt x="26" y="46"/>
                    <a:pt x="18" y="41"/>
                  </a:cubicBezTo>
                  <a:cubicBezTo>
                    <a:pt x="22" y="39"/>
                    <a:pt x="21" y="32"/>
                    <a:pt x="19" y="24"/>
                  </a:cubicBezTo>
                  <a:cubicBezTo>
                    <a:pt x="18" y="22"/>
                    <a:pt x="17" y="19"/>
                    <a:pt x="16" y="16"/>
                  </a:cubicBezTo>
                  <a:cubicBezTo>
                    <a:pt x="15" y="15"/>
                    <a:pt x="15" y="13"/>
                    <a:pt x="14" y="12"/>
                  </a:cubicBezTo>
                  <a:cubicBezTo>
                    <a:pt x="14" y="11"/>
                    <a:pt x="14" y="11"/>
                    <a:pt x="14" y="11"/>
                  </a:cubicBezTo>
                  <a:cubicBezTo>
                    <a:pt x="14" y="10"/>
                    <a:pt x="14" y="10"/>
                    <a:pt x="14" y="10"/>
                  </a:cubicBezTo>
                  <a:cubicBezTo>
                    <a:pt x="13" y="10"/>
                    <a:pt x="13" y="9"/>
                    <a:pt x="13" y="9"/>
                  </a:cubicBezTo>
                  <a:cubicBezTo>
                    <a:pt x="12" y="6"/>
                    <a:pt x="11" y="3"/>
                    <a:pt x="10" y="1"/>
                  </a:cubicBezTo>
                  <a:cubicBezTo>
                    <a:pt x="9" y="10"/>
                    <a:pt x="9" y="5"/>
                    <a:pt x="9" y="0"/>
                  </a:cubicBezTo>
                  <a:cubicBezTo>
                    <a:pt x="6" y="4"/>
                    <a:pt x="3" y="8"/>
                    <a:pt x="0" y="13"/>
                  </a:cubicBezTo>
                  <a:cubicBezTo>
                    <a:pt x="0" y="15"/>
                    <a:pt x="0" y="18"/>
                    <a:pt x="1" y="21"/>
                  </a:cubicBezTo>
                  <a:cubicBezTo>
                    <a:pt x="1" y="21"/>
                    <a:pt x="1" y="21"/>
                    <a:pt x="1" y="22"/>
                  </a:cubicBezTo>
                  <a:cubicBezTo>
                    <a:pt x="1" y="22"/>
                    <a:pt x="1" y="22"/>
                    <a:pt x="1" y="22"/>
                  </a:cubicBezTo>
                  <a:cubicBezTo>
                    <a:pt x="1" y="22"/>
                    <a:pt x="1" y="22"/>
                    <a:pt x="1" y="22"/>
                  </a:cubicBezTo>
                  <a:cubicBezTo>
                    <a:pt x="1" y="25"/>
                    <a:pt x="1" y="27"/>
                    <a:pt x="2" y="30"/>
                  </a:cubicBezTo>
                  <a:cubicBezTo>
                    <a:pt x="2" y="31"/>
                    <a:pt x="2" y="32"/>
                    <a:pt x="2" y="32"/>
                  </a:cubicBezTo>
                  <a:cubicBezTo>
                    <a:pt x="2" y="34"/>
                    <a:pt x="3" y="36"/>
                    <a:pt x="3" y="38"/>
                  </a:cubicBezTo>
                  <a:cubicBezTo>
                    <a:pt x="3" y="39"/>
                    <a:pt x="3" y="40"/>
                    <a:pt x="3" y="41"/>
                  </a:cubicBezTo>
                  <a:cubicBezTo>
                    <a:pt x="7" y="63"/>
                    <a:pt x="11" y="84"/>
                    <a:pt x="16" y="97"/>
                  </a:cubicBezTo>
                  <a:cubicBezTo>
                    <a:pt x="16" y="97"/>
                    <a:pt x="16" y="97"/>
                    <a:pt x="16" y="97"/>
                  </a:cubicBezTo>
                  <a:cubicBezTo>
                    <a:pt x="16" y="99"/>
                    <a:pt x="17" y="100"/>
                    <a:pt x="17" y="101"/>
                  </a:cubicBezTo>
                  <a:cubicBezTo>
                    <a:pt x="17" y="102"/>
                    <a:pt x="18" y="102"/>
                    <a:pt x="18" y="103"/>
                  </a:cubicBezTo>
                  <a:cubicBezTo>
                    <a:pt x="18" y="103"/>
                    <a:pt x="18" y="103"/>
                    <a:pt x="18" y="103"/>
                  </a:cubicBezTo>
                  <a:cubicBezTo>
                    <a:pt x="18" y="104"/>
                    <a:pt x="18" y="104"/>
                    <a:pt x="18" y="104"/>
                  </a:cubicBezTo>
                  <a:cubicBezTo>
                    <a:pt x="18" y="104"/>
                    <a:pt x="19" y="104"/>
                    <a:pt x="19" y="105"/>
                  </a:cubicBezTo>
                  <a:cubicBezTo>
                    <a:pt x="19" y="105"/>
                    <a:pt x="19" y="105"/>
                    <a:pt x="19" y="106"/>
                  </a:cubicBezTo>
                  <a:cubicBezTo>
                    <a:pt x="23" y="100"/>
                    <a:pt x="28" y="94"/>
                    <a:pt x="32" y="88"/>
                  </a:cubicBezTo>
                  <a:cubicBezTo>
                    <a:pt x="31" y="87"/>
                    <a:pt x="31" y="85"/>
                    <a:pt x="31" y="84"/>
                  </a:cubicBezTo>
                  <a:close/>
                  <a:moveTo>
                    <a:pt x="22" y="110"/>
                  </a:moveTo>
                  <a:cubicBezTo>
                    <a:pt x="22" y="110"/>
                    <a:pt x="22" y="110"/>
                    <a:pt x="22" y="110"/>
                  </a:cubicBezTo>
                  <a:cubicBezTo>
                    <a:pt x="22" y="110"/>
                    <a:pt x="22" y="110"/>
                    <a:pt x="22" y="110"/>
                  </a:cubicBezTo>
                  <a:close/>
                  <a:moveTo>
                    <a:pt x="22" y="110"/>
                  </a:moveTo>
                  <a:cubicBezTo>
                    <a:pt x="22" y="110"/>
                    <a:pt x="22" y="110"/>
                    <a:pt x="22" y="110"/>
                  </a:cubicBezTo>
                  <a:cubicBezTo>
                    <a:pt x="22" y="110"/>
                    <a:pt x="22" y="110"/>
                    <a:pt x="22" y="110"/>
                  </a:cubicBezTo>
                  <a:cubicBezTo>
                    <a:pt x="22" y="110"/>
                    <a:pt x="22" y="110"/>
                    <a:pt x="22" y="11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4" name="Freeform 780">
              <a:extLst>
                <a:ext uri="{FF2B5EF4-FFF2-40B4-BE49-F238E27FC236}">
                  <a16:creationId xmlns:a16="http://schemas.microsoft.com/office/drawing/2014/main" id="{3344B94F-722C-D7D2-0CD5-A6D41FE7B7BA}"/>
                </a:ext>
              </a:extLst>
            </p:cNvPr>
            <p:cNvSpPr>
              <a:spLocks noEditPoints="1"/>
            </p:cNvSpPr>
            <p:nvPr userDrawn="1"/>
          </p:nvSpPr>
          <p:spPr bwMode="auto">
            <a:xfrm>
              <a:off x="4220" y="945"/>
              <a:ext cx="46" cy="142"/>
            </a:xfrm>
            <a:custGeom>
              <a:avLst/>
              <a:gdLst>
                <a:gd name="T0" fmla="*/ 17 w 32"/>
                <a:gd name="T1" fmla="*/ 43 h 99"/>
                <a:gd name="T2" fmla="*/ 18 w 32"/>
                <a:gd name="T3" fmla="*/ 43 h 99"/>
                <a:gd name="T4" fmla="*/ 22 w 32"/>
                <a:gd name="T5" fmla="*/ 40 h 99"/>
                <a:gd name="T6" fmla="*/ 17 w 32"/>
                <a:gd name="T7" fmla="*/ 43 h 99"/>
                <a:gd name="T8" fmla="*/ 32 w 32"/>
                <a:gd name="T9" fmla="*/ 76 h 99"/>
                <a:gd name="T10" fmla="*/ 32 w 32"/>
                <a:gd name="T11" fmla="*/ 76 h 99"/>
                <a:gd name="T12" fmla="*/ 31 w 32"/>
                <a:gd name="T13" fmla="*/ 74 h 99"/>
                <a:gd name="T14" fmla="*/ 31 w 32"/>
                <a:gd name="T15" fmla="*/ 73 h 99"/>
                <a:gd name="T16" fmla="*/ 30 w 32"/>
                <a:gd name="T17" fmla="*/ 56 h 99"/>
                <a:gd name="T18" fmla="*/ 26 w 32"/>
                <a:gd name="T19" fmla="*/ 52 h 99"/>
                <a:gd name="T20" fmla="*/ 26 w 32"/>
                <a:gd name="T21" fmla="*/ 53 h 99"/>
                <a:gd name="T22" fmla="*/ 23 w 32"/>
                <a:gd name="T23" fmla="*/ 48 h 99"/>
                <a:gd name="T24" fmla="*/ 23 w 32"/>
                <a:gd name="T25" fmla="*/ 48 h 99"/>
                <a:gd name="T26" fmla="*/ 18 w 32"/>
                <a:gd name="T27" fmla="*/ 38 h 99"/>
                <a:gd name="T28" fmla="*/ 19 w 32"/>
                <a:gd name="T29" fmla="*/ 22 h 99"/>
                <a:gd name="T30" fmla="*/ 16 w 32"/>
                <a:gd name="T31" fmla="*/ 15 h 99"/>
                <a:gd name="T32" fmla="*/ 15 w 32"/>
                <a:gd name="T33" fmla="*/ 11 h 99"/>
                <a:gd name="T34" fmla="*/ 14 w 32"/>
                <a:gd name="T35" fmla="*/ 10 h 99"/>
                <a:gd name="T36" fmla="*/ 14 w 32"/>
                <a:gd name="T37" fmla="*/ 9 h 99"/>
                <a:gd name="T38" fmla="*/ 14 w 32"/>
                <a:gd name="T39" fmla="*/ 8 h 99"/>
                <a:gd name="T40" fmla="*/ 11 w 32"/>
                <a:gd name="T41" fmla="*/ 1 h 99"/>
                <a:gd name="T42" fmla="*/ 10 w 32"/>
                <a:gd name="T43" fmla="*/ 0 h 99"/>
                <a:gd name="T44" fmla="*/ 0 w 32"/>
                <a:gd name="T45" fmla="*/ 11 h 99"/>
                <a:gd name="T46" fmla="*/ 1 w 32"/>
                <a:gd name="T47" fmla="*/ 19 h 99"/>
                <a:gd name="T48" fmla="*/ 1 w 32"/>
                <a:gd name="T49" fmla="*/ 20 h 99"/>
                <a:gd name="T50" fmla="*/ 1 w 32"/>
                <a:gd name="T51" fmla="*/ 20 h 99"/>
                <a:gd name="T52" fmla="*/ 1 w 32"/>
                <a:gd name="T53" fmla="*/ 20 h 99"/>
                <a:gd name="T54" fmla="*/ 2 w 32"/>
                <a:gd name="T55" fmla="*/ 27 h 99"/>
                <a:gd name="T56" fmla="*/ 2 w 32"/>
                <a:gd name="T57" fmla="*/ 29 h 99"/>
                <a:gd name="T58" fmla="*/ 3 w 32"/>
                <a:gd name="T59" fmla="*/ 35 h 99"/>
                <a:gd name="T60" fmla="*/ 4 w 32"/>
                <a:gd name="T61" fmla="*/ 37 h 99"/>
                <a:gd name="T62" fmla="*/ 16 w 32"/>
                <a:gd name="T63" fmla="*/ 88 h 99"/>
                <a:gd name="T64" fmla="*/ 16 w 32"/>
                <a:gd name="T65" fmla="*/ 88 h 99"/>
                <a:gd name="T66" fmla="*/ 17 w 32"/>
                <a:gd name="T67" fmla="*/ 91 h 99"/>
                <a:gd name="T68" fmla="*/ 18 w 32"/>
                <a:gd name="T69" fmla="*/ 93 h 99"/>
                <a:gd name="T70" fmla="*/ 18 w 32"/>
                <a:gd name="T71" fmla="*/ 93 h 99"/>
                <a:gd name="T72" fmla="*/ 19 w 32"/>
                <a:gd name="T73" fmla="*/ 94 h 99"/>
                <a:gd name="T74" fmla="*/ 19 w 32"/>
                <a:gd name="T75" fmla="*/ 95 h 99"/>
                <a:gd name="T76" fmla="*/ 19 w 32"/>
                <a:gd name="T77" fmla="*/ 95 h 99"/>
                <a:gd name="T78" fmla="*/ 32 w 32"/>
                <a:gd name="T79" fmla="*/ 79 h 99"/>
                <a:gd name="T80" fmla="*/ 32 w 32"/>
                <a:gd name="T81" fmla="*/ 76 h 99"/>
                <a:gd name="T82" fmla="*/ 22 w 32"/>
                <a:gd name="T83" fmla="*/ 99 h 99"/>
                <a:gd name="T84" fmla="*/ 22 w 32"/>
                <a:gd name="T85" fmla="*/ 99 h 99"/>
                <a:gd name="T86" fmla="*/ 22 w 32"/>
                <a:gd name="T87" fmla="*/ 99 h 99"/>
                <a:gd name="T88" fmla="*/ 22 w 32"/>
                <a:gd name="T89" fmla="*/ 99 h 99"/>
                <a:gd name="T90" fmla="*/ 22 w 32"/>
                <a:gd name="T91" fmla="*/ 99 h 99"/>
                <a:gd name="T92" fmla="*/ 22 w 32"/>
                <a:gd name="T93" fmla="*/ 99 h 99"/>
                <a:gd name="T94" fmla="*/ 22 w 32"/>
                <a:gd name="T95" fmla="*/ 9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2" h="99">
                  <a:moveTo>
                    <a:pt x="17" y="43"/>
                  </a:moveTo>
                  <a:cubicBezTo>
                    <a:pt x="18" y="43"/>
                    <a:pt x="18" y="43"/>
                    <a:pt x="18" y="43"/>
                  </a:cubicBezTo>
                  <a:cubicBezTo>
                    <a:pt x="20" y="43"/>
                    <a:pt x="21" y="42"/>
                    <a:pt x="22" y="40"/>
                  </a:cubicBezTo>
                  <a:cubicBezTo>
                    <a:pt x="17" y="40"/>
                    <a:pt x="18" y="43"/>
                    <a:pt x="17" y="43"/>
                  </a:cubicBezTo>
                  <a:close/>
                  <a:moveTo>
                    <a:pt x="32" y="76"/>
                  </a:moveTo>
                  <a:cubicBezTo>
                    <a:pt x="32" y="76"/>
                    <a:pt x="32" y="76"/>
                    <a:pt x="32" y="76"/>
                  </a:cubicBezTo>
                  <a:cubicBezTo>
                    <a:pt x="32" y="75"/>
                    <a:pt x="31" y="75"/>
                    <a:pt x="31" y="74"/>
                  </a:cubicBezTo>
                  <a:cubicBezTo>
                    <a:pt x="31" y="74"/>
                    <a:pt x="31" y="74"/>
                    <a:pt x="31" y="73"/>
                  </a:cubicBezTo>
                  <a:cubicBezTo>
                    <a:pt x="30" y="64"/>
                    <a:pt x="30" y="56"/>
                    <a:pt x="30" y="56"/>
                  </a:cubicBezTo>
                  <a:cubicBezTo>
                    <a:pt x="28" y="54"/>
                    <a:pt x="27" y="53"/>
                    <a:pt x="26" y="52"/>
                  </a:cubicBezTo>
                  <a:cubicBezTo>
                    <a:pt x="26" y="53"/>
                    <a:pt x="27" y="53"/>
                    <a:pt x="26" y="53"/>
                  </a:cubicBezTo>
                  <a:cubicBezTo>
                    <a:pt x="15" y="54"/>
                    <a:pt x="20" y="52"/>
                    <a:pt x="23" y="48"/>
                  </a:cubicBezTo>
                  <a:cubicBezTo>
                    <a:pt x="23" y="48"/>
                    <a:pt x="23" y="48"/>
                    <a:pt x="23" y="48"/>
                  </a:cubicBezTo>
                  <a:cubicBezTo>
                    <a:pt x="25" y="45"/>
                    <a:pt x="26" y="41"/>
                    <a:pt x="18" y="38"/>
                  </a:cubicBezTo>
                  <a:cubicBezTo>
                    <a:pt x="22" y="35"/>
                    <a:pt x="21" y="29"/>
                    <a:pt x="19" y="22"/>
                  </a:cubicBezTo>
                  <a:cubicBezTo>
                    <a:pt x="18" y="20"/>
                    <a:pt x="17" y="17"/>
                    <a:pt x="16" y="15"/>
                  </a:cubicBezTo>
                  <a:cubicBezTo>
                    <a:pt x="16" y="14"/>
                    <a:pt x="15" y="12"/>
                    <a:pt x="15" y="11"/>
                  </a:cubicBezTo>
                  <a:cubicBezTo>
                    <a:pt x="14" y="10"/>
                    <a:pt x="14" y="10"/>
                    <a:pt x="14" y="10"/>
                  </a:cubicBezTo>
                  <a:cubicBezTo>
                    <a:pt x="14" y="10"/>
                    <a:pt x="14" y="9"/>
                    <a:pt x="14" y="9"/>
                  </a:cubicBezTo>
                  <a:cubicBezTo>
                    <a:pt x="14" y="9"/>
                    <a:pt x="14" y="9"/>
                    <a:pt x="14" y="8"/>
                  </a:cubicBezTo>
                  <a:cubicBezTo>
                    <a:pt x="12" y="5"/>
                    <a:pt x="11" y="2"/>
                    <a:pt x="11" y="1"/>
                  </a:cubicBezTo>
                  <a:cubicBezTo>
                    <a:pt x="10" y="9"/>
                    <a:pt x="10" y="5"/>
                    <a:pt x="10" y="0"/>
                  </a:cubicBezTo>
                  <a:cubicBezTo>
                    <a:pt x="7" y="4"/>
                    <a:pt x="3" y="8"/>
                    <a:pt x="0" y="11"/>
                  </a:cubicBezTo>
                  <a:cubicBezTo>
                    <a:pt x="0" y="14"/>
                    <a:pt x="1" y="16"/>
                    <a:pt x="1" y="19"/>
                  </a:cubicBezTo>
                  <a:cubicBezTo>
                    <a:pt x="1" y="19"/>
                    <a:pt x="1" y="19"/>
                    <a:pt x="1" y="20"/>
                  </a:cubicBezTo>
                  <a:cubicBezTo>
                    <a:pt x="1" y="20"/>
                    <a:pt x="1" y="20"/>
                    <a:pt x="1" y="20"/>
                  </a:cubicBezTo>
                  <a:cubicBezTo>
                    <a:pt x="1" y="20"/>
                    <a:pt x="1" y="20"/>
                    <a:pt x="1" y="20"/>
                  </a:cubicBezTo>
                  <a:cubicBezTo>
                    <a:pt x="1" y="22"/>
                    <a:pt x="2" y="25"/>
                    <a:pt x="2" y="27"/>
                  </a:cubicBezTo>
                  <a:cubicBezTo>
                    <a:pt x="2" y="28"/>
                    <a:pt x="2" y="29"/>
                    <a:pt x="2" y="29"/>
                  </a:cubicBezTo>
                  <a:cubicBezTo>
                    <a:pt x="3" y="31"/>
                    <a:pt x="3" y="33"/>
                    <a:pt x="3" y="35"/>
                  </a:cubicBezTo>
                  <a:cubicBezTo>
                    <a:pt x="4" y="36"/>
                    <a:pt x="4" y="36"/>
                    <a:pt x="4" y="37"/>
                  </a:cubicBezTo>
                  <a:cubicBezTo>
                    <a:pt x="7" y="57"/>
                    <a:pt x="12" y="76"/>
                    <a:pt x="16" y="88"/>
                  </a:cubicBezTo>
                  <a:cubicBezTo>
                    <a:pt x="16" y="88"/>
                    <a:pt x="16" y="88"/>
                    <a:pt x="16" y="88"/>
                  </a:cubicBezTo>
                  <a:cubicBezTo>
                    <a:pt x="17" y="89"/>
                    <a:pt x="17" y="90"/>
                    <a:pt x="17" y="91"/>
                  </a:cubicBezTo>
                  <a:cubicBezTo>
                    <a:pt x="18" y="92"/>
                    <a:pt x="18" y="92"/>
                    <a:pt x="18" y="93"/>
                  </a:cubicBezTo>
                  <a:cubicBezTo>
                    <a:pt x="18" y="93"/>
                    <a:pt x="18" y="93"/>
                    <a:pt x="18" y="93"/>
                  </a:cubicBezTo>
                  <a:cubicBezTo>
                    <a:pt x="18" y="93"/>
                    <a:pt x="19" y="94"/>
                    <a:pt x="19" y="94"/>
                  </a:cubicBezTo>
                  <a:cubicBezTo>
                    <a:pt x="19" y="94"/>
                    <a:pt x="19" y="94"/>
                    <a:pt x="19" y="95"/>
                  </a:cubicBezTo>
                  <a:cubicBezTo>
                    <a:pt x="19" y="95"/>
                    <a:pt x="19" y="95"/>
                    <a:pt x="19" y="95"/>
                  </a:cubicBezTo>
                  <a:cubicBezTo>
                    <a:pt x="24" y="90"/>
                    <a:pt x="28" y="85"/>
                    <a:pt x="32" y="79"/>
                  </a:cubicBezTo>
                  <a:cubicBezTo>
                    <a:pt x="32" y="78"/>
                    <a:pt x="32" y="77"/>
                    <a:pt x="32" y="76"/>
                  </a:cubicBezTo>
                  <a:close/>
                  <a:moveTo>
                    <a:pt x="22" y="99"/>
                  </a:moveTo>
                  <a:cubicBezTo>
                    <a:pt x="22" y="99"/>
                    <a:pt x="22" y="99"/>
                    <a:pt x="22" y="99"/>
                  </a:cubicBezTo>
                  <a:cubicBezTo>
                    <a:pt x="22" y="99"/>
                    <a:pt x="22" y="99"/>
                    <a:pt x="22" y="99"/>
                  </a:cubicBezTo>
                  <a:close/>
                  <a:moveTo>
                    <a:pt x="22" y="99"/>
                  </a:moveTo>
                  <a:cubicBezTo>
                    <a:pt x="22" y="99"/>
                    <a:pt x="22" y="99"/>
                    <a:pt x="22" y="99"/>
                  </a:cubicBezTo>
                  <a:cubicBezTo>
                    <a:pt x="22" y="99"/>
                    <a:pt x="22" y="99"/>
                    <a:pt x="22" y="99"/>
                  </a:cubicBezTo>
                  <a:cubicBezTo>
                    <a:pt x="22" y="99"/>
                    <a:pt x="22" y="99"/>
                    <a:pt x="22" y="9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5" name="Freeform 781">
              <a:extLst>
                <a:ext uri="{FF2B5EF4-FFF2-40B4-BE49-F238E27FC236}">
                  <a16:creationId xmlns:a16="http://schemas.microsoft.com/office/drawing/2014/main" id="{71DEB6DF-43F7-195F-4A36-E36767D736E4}"/>
                </a:ext>
              </a:extLst>
            </p:cNvPr>
            <p:cNvSpPr>
              <a:spLocks noEditPoints="1"/>
            </p:cNvSpPr>
            <p:nvPr userDrawn="1"/>
          </p:nvSpPr>
          <p:spPr bwMode="auto">
            <a:xfrm>
              <a:off x="4269" y="798"/>
              <a:ext cx="42" cy="114"/>
            </a:xfrm>
            <a:custGeom>
              <a:avLst/>
              <a:gdLst>
                <a:gd name="T0" fmla="*/ 15 w 29"/>
                <a:gd name="T1" fmla="*/ 35 h 79"/>
                <a:gd name="T2" fmla="*/ 15 w 29"/>
                <a:gd name="T3" fmla="*/ 34 h 79"/>
                <a:gd name="T4" fmla="*/ 16 w 29"/>
                <a:gd name="T5" fmla="*/ 30 h 79"/>
                <a:gd name="T6" fmla="*/ 15 w 29"/>
                <a:gd name="T7" fmla="*/ 35 h 79"/>
                <a:gd name="T8" fmla="*/ 29 w 29"/>
                <a:gd name="T9" fmla="*/ 58 h 79"/>
                <a:gd name="T10" fmla="*/ 29 w 29"/>
                <a:gd name="T11" fmla="*/ 58 h 79"/>
                <a:gd name="T12" fmla="*/ 28 w 29"/>
                <a:gd name="T13" fmla="*/ 57 h 79"/>
                <a:gd name="T14" fmla="*/ 28 w 29"/>
                <a:gd name="T15" fmla="*/ 56 h 79"/>
                <a:gd name="T16" fmla="*/ 24 w 29"/>
                <a:gd name="T17" fmla="*/ 41 h 79"/>
                <a:gd name="T18" fmla="*/ 21 w 29"/>
                <a:gd name="T19" fmla="*/ 40 h 79"/>
                <a:gd name="T20" fmla="*/ 21 w 29"/>
                <a:gd name="T21" fmla="*/ 40 h 79"/>
                <a:gd name="T22" fmla="*/ 19 w 29"/>
                <a:gd name="T23" fmla="*/ 37 h 79"/>
                <a:gd name="T24" fmla="*/ 19 w 29"/>
                <a:gd name="T25" fmla="*/ 37 h 79"/>
                <a:gd name="T26" fmla="*/ 14 w 29"/>
                <a:gd name="T27" fmla="*/ 30 h 79"/>
                <a:gd name="T28" fmla="*/ 12 w 29"/>
                <a:gd name="T29" fmla="*/ 16 h 79"/>
                <a:gd name="T30" fmla="*/ 9 w 29"/>
                <a:gd name="T31" fmla="*/ 11 h 79"/>
                <a:gd name="T32" fmla="*/ 7 w 29"/>
                <a:gd name="T33" fmla="*/ 8 h 79"/>
                <a:gd name="T34" fmla="*/ 7 w 29"/>
                <a:gd name="T35" fmla="*/ 7 h 79"/>
                <a:gd name="T36" fmla="*/ 7 w 29"/>
                <a:gd name="T37" fmla="*/ 7 h 79"/>
                <a:gd name="T38" fmla="*/ 6 w 29"/>
                <a:gd name="T39" fmla="*/ 6 h 79"/>
                <a:gd name="T40" fmla="*/ 3 w 29"/>
                <a:gd name="T41" fmla="*/ 0 h 79"/>
                <a:gd name="T42" fmla="*/ 3 w 29"/>
                <a:gd name="T43" fmla="*/ 0 h 79"/>
                <a:gd name="T44" fmla="*/ 0 w 29"/>
                <a:gd name="T45" fmla="*/ 13 h 79"/>
                <a:gd name="T46" fmla="*/ 2 w 29"/>
                <a:gd name="T47" fmla="*/ 19 h 79"/>
                <a:gd name="T48" fmla="*/ 2 w 29"/>
                <a:gd name="T49" fmla="*/ 20 h 79"/>
                <a:gd name="T50" fmla="*/ 2 w 29"/>
                <a:gd name="T51" fmla="*/ 20 h 79"/>
                <a:gd name="T52" fmla="*/ 2 w 29"/>
                <a:gd name="T53" fmla="*/ 20 h 79"/>
                <a:gd name="T54" fmla="*/ 4 w 29"/>
                <a:gd name="T55" fmla="*/ 26 h 79"/>
                <a:gd name="T56" fmla="*/ 5 w 29"/>
                <a:gd name="T57" fmla="*/ 28 h 79"/>
                <a:gd name="T58" fmla="*/ 6 w 29"/>
                <a:gd name="T59" fmla="*/ 32 h 79"/>
                <a:gd name="T60" fmla="*/ 7 w 29"/>
                <a:gd name="T61" fmla="*/ 34 h 79"/>
                <a:gd name="T62" fmla="*/ 23 w 29"/>
                <a:gd name="T63" fmla="*/ 73 h 79"/>
                <a:gd name="T64" fmla="*/ 23 w 29"/>
                <a:gd name="T65" fmla="*/ 73 h 79"/>
                <a:gd name="T66" fmla="*/ 25 w 29"/>
                <a:gd name="T67" fmla="*/ 76 h 79"/>
                <a:gd name="T68" fmla="*/ 25 w 29"/>
                <a:gd name="T69" fmla="*/ 77 h 79"/>
                <a:gd name="T70" fmla="*/ 25 w 29"/>
                <a:gd name="T71" fmla="*/ 77 h 79"/>
                <a:gd name="T72" fmla="*/ 26 w 29"/>
                <a:gd name="T73" fmla="*/ 78 h 79"/>
                <a:gd name="T74" fmla="*/ 26 w 29"/>
                <a:gd name="T75" fmla="*/ 78 h 79"/>
                <a:gd name="T76" fmla="*/ 26 w 29"/>
                <a:gd name="T77" fmla="*/ 79 h 79"/>
                <a:gd name="T78" fmla="*/ 29 w 29"/>
                <a:gd name="T79" fmla="*/ 61 h 79"/>
                <a:gd name="T80" fmla="*/ 29 w 29"/>
                <a:gd name="T81" fmla="*/ 5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9" h="79">
                  <a:moveTo>
                    <a:pt x="15" y="35"/>
                  </a:moveTo>
                  <a:cubicBezTo>
                    <a:pt x="15" y="35"/>
                    <a:pt x="15" y="34"/>
                    <a:pt x="15" y="34"/>
                  </a:cubicBezTo>
                  <a:cubicBezTo>
                    <a:pt x="16" y="34"/>
                    <a:pt x="16" y="32"/>
                    <a:pt x="16" y="30"/>
                  </a:cubicBezTo>
                  <a:cubicBezTo>
                    <a:pt x="14" y="32"/>
                    <a:pt x="15" y="34"/>
                    <a:pt x="15" y="35"/>
                  </a:cubicBezTo>
                  <a:close/>
                  <a:moveTo>
                    <a:pt x="29" y="58"/>
                  </a:moveTo>
                  <a:cubicBezTo>
                    <a:pt x="29" y="58"/>
                    <a:pt x="29" y="58"/>
                    <a:pt x="29" y="58"/>
                  </a:cubicBezTo>
                  <a:cubicBezTo>
                    <a:pt x="28" y="57"/>
                    <a:pt x="28" y="57"/>
                    <a:pt x="28" y="57"/>
                  </a:cubicBezTo>
                  <a:cubicBezTo>
                    <a:pt x="28" y="56"/>
                    <a:pt x="28" y="56"/>
                    <a:pt x="28" y="56"/>
                  </a:cubicBezTo>
                  <a:cubicBezTo>
                    <a:pt x="26" y="48"/>
                    <a:pt x="24" y="42"/>
                    <a:pt x="24" y="41"/>
                  </a:cubicBezTo>
                  <a:cubicBezTo>
                    <a:pt x="22" y="40"/>
                    <a:pt x="22" y="40"/>
                    <a:pt x="21" y="40"/>
                  </a:cubicBezTo>
                  <a:cubicBezTo>
                    <a:pt x="22" y="40"/>
                    <a:pt x="22" y="40"/>
                    <a:pt x="21" y="40"/>
                  </a:cubicBezTo>
                  <a:cubicBezTo>
                    <a:pt x="16" y="44"/>
                    <a:pt x="18" y="41"/>
                    <a:pt x="19" y="37"/>
                  </a:cubicBezTo>
                  <a:cubicBezTo>
                    <a:pt x="19" y="37"/>
                    <a:pt x="19" y="37"/>
                    <a:pt x="19" y="37"/>
                  </a:cubicBezTo>
                  <a:cubicBezTo>
                    <a:pt x="19" y="34"/>
                    <a:pt x="19" y="30"/>
                    <a:pt x="14" y="30"/>
                  </a:cubicBezTo>
                  <a:cubicBezTo>
                    <a:pt x="16" y="26"/>
                    <a:pt x="14" y="21"/>
                    <a:pt x="12" y="16"/>
                  </a:cubicBezTo>
                  <a:cubicBezTo>
                    <a:pt x="11" y="14"/>
                    <a:pt x="10" y="13"/>
                    <a:pt x="9" y="11"/>
                  </a:cubicBezTo>
                  <a:cubicBezTo>
                    <a:pt x="8" y="10"/>
                    <a:pt x="8" y="9"/>
                    <a:pt x="7" y="8"/>
                  </a:cubicBezTo>
                  <a:cubicBezTo>
                    <a:pt x="7" y="8"/>
                    <a:pt x="7" y="7"/>
                    <a:pt x="7" y="7"/>
                  </a:cubicBezTo>
                  <a:cubicBezTo>
                    <a:pt x="7" y="7"/>
                    <a:pt x="7" y="7"/>
                    <a:pt x="7" y="7"/>
                  </a:cubicBezTo>
                  <a:cubicBezTo>
                    <a:pt x="7" y="7"/>
                    <a:pt x="6" y="6"/>
                    <a:pt x="6" y="6"/>
                  </a:cubicBezTo>
                  <a:cubicBezTo>
                    <a:pt x="5" y="4"/>
                    <a:pt x="4" y="2"/>
                    <a:pt x="3" y="0"/>
                  </a:cubicBezTo>
                  <a:cubicBezTo>
                    <a:pt x="5" y="8"/>
                    <a:pt x="4" y="4"/>
                    <a:pt x="3" y="0"/>
                  </a:cubicBezTo>
                  <a:cubicBezTo>
                    <a:pt x="2" y="4"/>
                    <a:pt x="1" y="9"/>
                    <a:pt x="0" y="13"/>
                  </a:cubicBezTo>
                  <a:cubicBezTo>
                    <a:pt x="1" y="15"/>
                    <a:pt x="1" y="17"/>
                    <a:pt x="2" y="19"/>
                  </a:cubicBezTo>
                  <a:cubicBezTo>
                    <a:pt x="2" y="20"/>
                    <a:pt x="2" y="20"/>
                    <a:pt x="2" y="20"/>
                  </a:cubicBezTo>
                  <a:cubicBezTo>
                    <a:pt x="2" y="20"/>
                    <a:pt x="2" y="20"/>
                    <a:pt x="2" y="20"/>
                  </a:cubicBezTo>
                  <a:cubicBezTo>
                    <a:pt x="2" y="20"/>
                    <a:pt x="2" y="20"/>
                    <a:pt x="2" y="20"/>
                  </a:cubicBezTo>
                  <a:cubicBezTo>
                    <a:pt x="3" y="22"/>
                    <a:pt x="4" y="24"/>
                    <a:pt x="4" y="26"/>
                  </a:cubicBezTo>
                  <a:cubicBezTo>
                    <a:pt x="4" y="27"/>
                    <a:pt x="5" y="27"/>
                    <a:pt x="5" y="28"/>
                  </a:cubicBezTo>
                  <a:cubicBezTo>
                    <a:pt x="5" y="29"/>
                    <a:pt x="6" y="31"/>
                    <a:pt x="6" y="32"/>
                  </a:cubicBezTo>
                  <a:cubicBezTo>
                    <a:pt x="7" y="33"/>
                    <a:pt x="7" y="34"/>
                    <a:pt x="7" y="34"/>
                  </a:cubicBezTo>
                  <a:cubicBezTo>
                    <a:pt x="13" y="50"/>
                    <a:pt x="19" y="64"/>
                    <a:pt x="23" y="73"/>
                  </a:cubicBezTo>
                  <a:cubicBezTo>
                    <a:pt x="23" y="73"/>
                    <a:pt x="23" y="73"/>
                    <a:pt x="23" y="73"/>
                  </a:cubicBezTo>
                  <a:cubicBezTo>
                    <a:pt x="24" y="74"/>
                    <a:pt x="24" y="75"/>
                    <a:pt x="25" y="76"/>
                  </a:cubicBezTo>
                  <a:cubicBezTo>
                    <a:pt x="25" y="76"/>
                    <a:pt x="25" y="77"/>
                    <a:pt x="25" y="77"/>
                  </a:cubicBezTo>
                  <a:cubicBezTo>
                    <a:pt x="25" y="77"/>
                    <a:pt x="25" y="77"/>
                    <a:pt x="25" y="77"/>
                  </a:cubicBezTo>
                  <a:cubicBezTo>
                    <a:pt x="26" y="77"/>
                    <a:pt x="26" y="78"/>
                    <a:pt x="26" y="78"/>
                  </a:cubicBezTo>
                  <a:cubicBezTo>
                    <a:pt x="26" y="78"/>
                    <a:pt x="26" y="78"/>
                    <a:pt x="26" y="78"/>
                  </a:cubicBezTo>
                  <a:cubicBezTo>
                    <a:pt x="26" y="78"/>
                    <a:pt x="26" y="79"/>
                    <a:pt x="26" y="79"/>
                  </a:cubicBezTo>
                  <a:cubicBezTo>
                    <a:pt x="28" y="73"/>
                    <a:pt x="29" y="67"/>
                    <a:pt x="29" y="61"/>
                  </a:cubicBezTo>
                  <a:cubicBezTo>
                    <a:pt x="29" y="60"/>
                    <a:pt x="29" y="59"/>
                    <a:pt x="29" y="5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6" name="Freeform 782">
              <a:extLst>
                <a:ext uri="{FF2B5EF4-FFF2-40B4-BE49-F238E27FC236}">
                  <a16:creationId xmlns:a16="http://schemas.microsoft.com/office/drawing/2014/main" id="{B37CC2D5-965F-8556-4244-55B5CBDD33BE}"/>
                </a:ext>
              </a:extLst>
            </p:cNvPr>
            <p:cNvSpPr>
              <a:spLocks/>
            </p:cNvSpPr>
            <p:nvPr userDrawn="1"/>
          </p:nvSpPr>
          <p:spPr bwMode="auto">
            <a:xfrm>
              <a:off x="4105" y="1208"/>
              <a:ext cx="42" cy="124"/>
            </a:xfrm>
            <a:custGeom>
              <a:avLst/>
              <a:gdLst>
                <a:gd name="T0" fmla="*/ 29 w 29"/>
                <a:gd name="T1" fmla="*/ 71 h 86"/>
                <a:gd name="T2" fmla="*/ 28 w 29"/>
                <a:gd name="T3" fmla="*/ 69 h 86"/>
                <a:gd name="T4" fmla="*/ 27 w 29"/>
                <a:gd name="T5" fmla="*/ 65 h 86"/>
                <a:gd name="T6" fmla="*/ 16 w 29"/>
                <a:gd name="T7" fmla="*/ 25 h 86"/>
                <a:gd name="T8" fmla="*/ 13 w 29"/>
                <a:gd name="T9" fmla="*/ 11 h 86"/>
                <a:gd name="T10" fmla="*/ 10 w 29"/>
                <a:gd name="T11" fmla="*/ 0 h 86"/>
                <a:gd name="T12" fmla="*/ 0 w 29"/>
                <a:gd name="T13" fmla="*/ 21 h 86"/>
                <a:gd name="T14" fmla="*/ 3 w 29"/>
                <a:gd name="T15" fmla="*/ 29 h 86"/>
                <a:gd name="T16" fmla="*/ 3 w 29"/>
                <a:gd name="T17" fmla="*/ 30 h 86"/>
                <a:gd name="T18" fmla="*/ 3 w 29"/>
                <a:gd name="T19" fmla="*/ 30 h 86"/>
                <a:gd name="T20" fmla="*/ 6 w 29"/>
                <a:gd name="T21" fmla="*/ 40 h 86"/>
                <a:gd name="T22" fmla="*/ 6 w 29"/>
                <a:gd name="T23" fmla="*/ 41 h 86"/>
                <a:gd name="T24" fmla="*/ 7 w 29"/>
                <a:gd name="T25" fmla="*/ 44 h 86"/>
                <a:gd name="T26" fmla="*/ 19 w 29"/>
                <a:gd name="T27" fmla="*/ 82 h 86"/>
                <a:gd name="T28" fmla="*/ 20 w 29"/>
                <a:gd name="T29" fmla="*/ 84 h 86"/>
                <a:gd name="T30" fmla="*/ 21 w 29"/>
                <a:gd name="T31" fmla="*/ 86 h 86"/>
                <a:gd name="T32" fmla="*/ 21 w 29"/>
                <a:gd name="T33" fmla="*/ 86 h 86"/>
                <a:gd name="T34" fmla="*/ 25 w 29"/>
                <a:gd name="T35" fmla="*/ 79 h 86"/>
                <a:gd name="T36" fmla="*/ 29 w 29"/>
                <a:gd name="T37" fmla="*/ 71 h 86"/>
                <a:gd name="T38" fmla="*/ 29 w 29"/>
                <a:gd name="T39" fmla="*/ 7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6">
                  <a:moveTo>
                    <a:pt x="29" y="71"/>
                  </a:moveTo>
                  <a:cubicBezTo>
                    <a:pt x="28" y="70"/>
                    <a:pt x="28" y="69"/>
                    <a:pt x="28" y="69"/>
                  </a:cubicBezTo>
                  <a:cubicBezTo>
                    <a:pt x="28" y="68"/>
                    <a:pt x="27" y="67"/>
                    <a:pt x="27" y="65"/>
                  </a:cubicBezTo>
                  <a:cubicBezTo>
                    <a:pt x="23" y="50"/>
                    <a:pt x="19" y="36"/>
                    <a:pt x="16" y="25"/>
                  </a:cubicBezTo>
                  <a:cubicBezTo>
                    <a:pt x="15" y="20"/>
                    <a:pt x="14" y="15"/>
                    <a:pt x="13" y="11"/>
                  </a:cubicBezTo>
                  <a:cubicBezTo>
                    <a:pt x="11" y="6"/>
                    <a:pt x="10" y="2"/>
                    <a:pt x="10" y="0"/>
                  </a:cubicBezTo>
                  <a:cubicBezTo>
                    <a:pt x="7" y="7"/>
                    <a:pt x="3" y="14"/>
                    <a:pt x="0" y="21"/>
                  </a:cubicBezTo>
                  <a:cubicBezTo>
                    <a:pt x="1" y="24"/>
                    <a:pt x="2" y="26"/>
                    <a:pt x="3" y="29"/>
                  </a:cubicBezTo>
                  <a:cubicBezTo>
                    <a:pt x="3" y="29"/>
                    <a:pt x="3" y="29"/>
                    <a:pt x="3" y="30"/>
                  </a:cubicBezTo>
                  <a:cubicBezTo>
                    <a:pt x="3" y="30"/>
                    <a:pt x="3" y="30"/>
                    <a:pt x="3" y="30"/>
                  </a:cubicBezTo>
                  <a:cubicBezTo>
                    <a:pt x="4" y="33"/>
                    <a:pt x="5" y="37"/>
                    <a:pt x="6" y="40"/>
                  </a:cubicBezTo>
                  <a:cubicBezTo>
                    <a:pt x="6" y="41"/>
                    <a:pt x="6" y="41"/>
                    <a:pt x="6" y="41"/>
                  </a:cubicBezTo>
                  <a:cubicBezTo>
                    <a:pt x="7" y="42"/>
                    <a:pt x="7" y="43"/>
                    <a:pt x="7" y="44"/>
                  </a:cubicBezTo>
                  <a:cubicBezTo>
                    <a:pt x="12" y="58"/>
                    <a:pt x="16" y="71"/>
                    <a:pt x="19" y="82"/>
                  </a:cubicBezTo>
                  <a:cubicBezTo>
                    <a:pt x="20" y="83"/>
                    <a:pt x="20" y="83"/>
                    <a:pt x="20" y="84"/>
                  </a:cubicBezTo>
                  <a:cubicBezTo>
                    <a:pt x="20" y="85"/>
                    <a:pt x="20" y="85"/>
                    <a:pt x="21" y="86"/>
                  </a:cubicBezTo>
                  <a:cubicBezTo>
                    <a:pt x="21" y="86"/>
                    <a:pt x="21" y="86"/>
                    <a:pt x="21" y="86"/>
                  </a:cubicBezTo>
                  <a:cubicBezTo>
                    <a:pt x="22" y="84"/>
                    <a:pt x="23" y="81"/>
                    <a:pt x="25" y="79"/>
                  </a:cubicBezTo>
                  <a:cubicBezTo>
                    <a:pt x="26" y="76"/>
                    <a:pt x="27" y="74"/>
                    <a:pt x="29" y="71"/>
                  </a:cubicBezTo>
                  <a:cubicBezTo>
                    <a:pt x="29" y="71"/>
                    <a:pt x="29"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7" name="Freeform 783">
              <a:extLst>
                <a:ext uri="{FF2B5EF4-FFF2-40B4-BE49-F238E27FC236}">
                  <a16:creationId xmlns:a16="http://schemas.microsoft.com/office/drawing/2014/main" id="{4CEF14B8-40DC-DC1A-CC00-E51C37EE2664}"/>
                </a:ext>
              </a:extLst>
            </p:cNvPr>
            <p:cNvSpPr>
              <a:spLocks/>
            </p:cNvSpPr>
            <p:nvPr userDrawn="1"/>
          </p:nvSpPr>
          <p:spPr bwMode="auto">
            <a:xfrm>
              <a:off x="4165" y="1087"/>
              <a:ext cx="42" cy="125"/>
            </a:xfrm>
            <a:custGeom>
              <a:avLst/>
              <a:gdLst>
                <a:gd name="T0" fmla="*/ 28 w 29"/>
                <a:gd name="T1" fmla="*/ 71 h 87"/>
                <a:gd name="T2" fmla="*/ 28 w 29"/>
                <a:gd name="T3" fmla="*/ 69 h 87"/>
                <a:gd name="T4" fmla="*/ 27 w 29"/>
                <a:gd name="T5" fmla="*/ 66 h 87"/>
                <a:gd name="T6" fmla="*/ 16 w 29"/>
                <a:gd name="T7" fmla="*/ 25 h 87"/>
                <a:gd name="T8" fmla="*/ 13 w 29"/>
                <a:gd name="T9" fmla="*/ 11 h 87"/>
                <a:gd name="T10" fmla="*/ 10 w 29"/>
                <a:gd name="T11" fmla="*/ 0 h 87"/>
                <a:gd name="T12" fmla="*/ 0 w 29"/>
                <a:gd name="T13" fmla="*/ 21 h 87"/>
                <a:gd name="T14" fmla="*/ 3 w 29"/>
                <a:gd name="T15" fmla="*/ 29 h 87"/>
                <a:gd name="T16" fmla="*/ 3 w 29"/>
                <a:gd name="T17" fmla="*/ 30 h 87"/>
                <a:gd name="T18" fmla="*/ 3 w 29"/>
                <a:gd name="T19" fmla="*/ 30 h 87"/>
                <a:gd name="T20" fmla="*/ 6 w 29"/>
                <a:gd name="T21" fmla="*/ 40 h 87"/>
                <a:gd name="T22" fmla="*/ 6 w 29"/>
                <a:gd name="T23" fmla="*/ 41 h 87"/>
                <a:gd name="T24" fmla="*/ 7 w 29"/>
                <a:gd name="T25" fmla="*/ 45 h 87"/>
                <a:gd name="T26" fmla="*/ 19 w 29"/>
                <a:gd name="T27" fmla="*/ 82 h 87"/>
                <a:gd name="T28" fmla="*/ 20 w 29"/>
                <a:gd name="T29" fmla="*/ 84 h 87"/>
                <a:gd name="T30" fmla="*/ 21 w 29"/>
                <a:gd name="T31" fmla="*/ 86 h 87"/>
                <a:gd name="T32" fmla="*/ 21 w 29"/>
                <a:gd name="T33" fmla="*/ 87 h 87"/>
                <a:gd name="T34" fmla="*/ 25 w 29"/>
                <a:gd name="T35" fmla="*/ 79 h 87"/>
                <a:gd name="T36" fmla="*/ 29 w 29"/>
                <a:gd name="T37" fmla="*/ 71 h 87"/>
                <a:gd name="T38" fmla="*/ 28 w 29"/>
                <a:gd name="T39" fmla="*/ 71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 h="87">
                  <a:moveTo>
                    <a:pt x="28" y="71"/>
                  </a:moveTo>
                  <a:cubicBezTo>
                    <a:pt x="28" y="70"/>
                    <a:pt x="28" y="70"/>
                    <a:pt x="28" y="69"/>
                  </a:cubicBezTo>
                  <a:cubicBezTo>
                    <a:pt x="28" y="68"/>
                    <a:pt x="27" y="67"/>
                    <a:pt x="27" y="66"/>
                  </a:cubicBezTo>
                  <a:cubicBezTo>
                    <a:pt x="23" y="50"/>
                    <a:pt x="19" y="36"/>
                    <a:pt x="16" y="25"/>
                  </a:cubicBezTo>
                  <a:cubicBezTo>
                    <a:pt x="15" y="20"/>
                    <a:pt x="14" y="15"/>
                    <a:pt x="13" y="11"/>
                  </a:cubicBezTo>
                  <a:cubicBezTo>
                    <a:pt x="11" y="6"/>
                    <a:pt x="10" y="2"/>
                    <a:pt x="10" y="0"/>
                  </a:cubicBezTo>
                  <a:cubicBezTo>
                    <a:pt x="7" y="7"/>
                    <a:pt x="3" y="14"/>
                    <a:pt x="0" y="21"/>
                  </a:cubicBezTo>
                  <a:cubicBezTo>
                    <a:pt x="1" y="24"/>
                    <a:pt x="2" y="27"/>
                    <a:pt x="3" y="29"/>
                  </a:cubicBezTo>
                  <a:cubicBezTo>
                    <a:pt x="3" y="29"/>
                    <a:pt x="3" y="30"/>
                    <a:pt x="3" y="30"/>
                  </a:cubicBezTo>
                  <a:cubicBezTo>
                    <a:pt x="3" y="30"/>
                    <a:pt x="3" y="30"/>
                    <a:pt x="3" y="30"/>
                  </a:cubicBezTo>
                  <a:cubicBezTo>
                    <a:pt x="4" y="34"/>
                    <a:pt x="5" y="37"/>
                    <a:pt x="6" y="40"/>
                  </a:cubicBezTo>
                  <a:cubicBezTo>
                    <a:pt x="6" y="41"/>
                    <a:pt x="6" y="41"/>
                    <a:pt x="6" y="41"/>
                  </a:cubicBezTo>
                  <a:cubicBezTo>
                    <a:pt x="6" y="42"/>
                    <a:pt x="7" y="43"/>
                    <a:pt x="7" y="45"/>
                  </a:cubicBezTo>
                  <a:cubicBezTo>
                    <a:pt x="12" y="59"/>
                    <a:pt x="16" y="71"/>
                    <a:pt x="19" y="82"/>
                  </a:cubicBezTo>
                  <a:cubicBezTo>
                    <a:pt x="19" y="83"/>
                    <a:pt x="20" y="83"/>
                    <a:pt x="20" y="84"/>
                  </a:cubicBezTo>
                  <a:cubicBezTo>
                    <a:pt x="20" y="85"/>
                    <a:pt x="20" y="86"/>
                    <a:pt x="21" y="86"/>
                  </a:cubicBezTo>
                  <a:cubicBezTo>
                    <a:pt x="21" y="86"/>
                    <a:pt x="21" y="87"/>
                    <a:pt x="21" y="87"/>
                  </a:cubicBezTo>
                  <a:cubicBezTo>
                    <a:pt x="22" y="84"/>
                    <a:pt x="23" y="82"/>
                    <a:pt x="25" y="79"/>
                  </a:cubicBezTo>
                  <a:cubicBezTo>
                    <a:pt x="26" y="77"/>
                    <a:pt x="27" y="74"/>
                    <a:pt x="29" y="71"/>
                  </a:cubicBezTo>
                  <a:cubicBezTo>
                    <a:pt x="29" y="71"/>
                    <a:pt x="28" y="71"/>
                    <a:pt x="28"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8" name="Freeform 784">
              <a:extLst>
                <a:ext uri="{FF2B5EF4-FFF2-40B4-BE49-F238E27FC236}">
                  <a16:creationId xmlns:a16="http://schemas.microsoft.com/office/drawing/2014/main" id="{31283289-1618-826E-B913-800058FBDE3F}"/>
                </a:ext>
              </a:extLst>
            </p:cNvPr>
            <p:cNvSpPr>
              <a:spLocks/>
            </p:cNvSpPr>
            <p:nvPr userDrawn="1"/>
          </p:nvSpPr>
          <p:spPr bwMode="auto">
            <a:xfrm>
              <a:off x="1889" y="2498"/>
              <a:ext cx="2" cy="1"/>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cubicBezTo>
                    <a:pt x="1" y="1"/>
                    <a:pt x="1" y="0"/>
                    <a:pt x="1" y="0"/>
                  </a:cubicBezTo>
                  <a:cubicBezTo>
                    <a:pt x="1" y="1"/>
                    <a:pt x="1" y="1"/>
                    <a:pt x="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99" name="Freeform 785">
              <a:extLst>
                <a:ext uri="{FF2B5EF4-FFF2-40B4-BE49-F238E27FC236}">
                  <a16:creationId xmlns:a16="http://schemas.microsoft.com/office/drawing/2014/main" id="{16F9858B-404C-319F-8D3B-A805D6B5B57F}"/>
                </a:ext>
              </a:extLst>
            </p:cNvPr>
            <p:cNvSpPr>
              <a:spLocks/>
            </p:cNvSpPr>
            <p:nvPr userDrawn="1"/>
          </p:nvSpPr>
          <p:spPr bwMode="auto">
            <a:xfrm>
              <a:off x="1886" y="2486"/>
              <a:ext cx="7" cy="12"/>
            </a:xfrm>
            <a:custGeom>
              <a:avLst/>
              <a:gdLst>
                <a:gd name="T0" fmla="*/ 5 w 5"/>
                <a:gd name="T1" fmla="*/ 0 h 8"/>
                <a:gd name="T2" fmla="*/ 3 w 5"/>
                <a:gd name="T3" fmla="*/ 8 h 8"/>
                <a:gd name="T4" fmla="*/ 5 w 5"/>
                <a:gd name="T5" fmla="*/ 0 h 8"/>
              </a:gdLst>
              <a:ahLst/>
              <a:cxnLst>
                <a:cxn ang="0">
                  <a:pos x="T0" y="T1"/>
                </a:cxn>
                <a:cxn ang="0">
                  <a:pos x="T2" y="T3"/>
                </a:cxn>
                <a:cxn ang="0">
                  <a:pos x="T4" y="T5"/>
                </a:cxn>
              </a:cxnLst>
              <a:rect l="0" t="0" r="r" b="b"/>
              <a:pathLst>
                <a:path w="5" h="8">
                  <a:moveTo>
                    <a:pt x="5" y="0"/>
                  </a:moveTo>
                  <a:cubicBezTo>
                    <a:pt x="5" y="2"/>
                    <a:pt x="4" y="6"/>
                    <a:pt x="3" y="8"/>
                  </a:cubicBezTo>
                  <a:cubicBezTo>
                    <a:pt x="2" y="6"/>
                    <a:pt x="0" y="0"/>
                    <a:pt x="5"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0" name="Freeform 786">
              <a:extLst>
                <a:ext uri="{FF2B5EF4-FFF2-40B4-BE49-F238E27FC236}">
                  <a16:creationId xmlns:a16="http://schemas.microsoft.com/office/drawing/2014/main" id="{51852C78-79EB-B2F4-E97E-040A22CF03FC}"/>
                </a:ext>
              </a:extLst>
            </p:cNvPr>
            <p:cNvSpPr>
              <a:spLocks/>
            </p:cNvSpPr>
            <p:nvPr userDrawn="1"/>
          </p:nvSpPr>
          <p:spPr bwMode="auto">
            <a:xfrm>
              <a:off x="1879" y="2495"/>
              <a:ext cx="4" cy="4"/>
            </a:xfrm>
            <a:custGeom>
              <a:avLst/>
              <a:gdLst>
                <a:gd name="T0" fmla="*/ 0 w 3"/>
                <a:gd name="T1" fmla="*/ 3 h 3"/>
                <a:gd name="T2" fmla="*/ 2 w 3"/>
                <a:gd name="T3" fmla="*/ 0 h 3"/>
                <a:gd name="T4" fmla="*/ 0 w 3"/>
                <a:gd name="T5" fmla="*/ 3 h 3"/>
              </a:gdLst>
              <a:ahLst/>
              <a:cxnLst>
                <a:cxn ang="0">
                  <a:pos x="T0" y="T1"/>
                </a:cxn>
                <a:cxn ang="0">
                  <a:pos x="T2" y="T3"/>
                </a:cxn>
                <a:cxn ang="0">
                  <a:pos x="T4" y="T5"/>
                </a:cxn>
              </a:cxnLst>
              <a:rect l="0" t="0" r="r" b="b"/>
              <a:pathLst>
                <a:path w="3" h="3">
                  <a:moveTo>
                    <a:pt x="0" y="3"/>
                  </a:moveTo>
                  <a:cubicBezTo>
                    <a:pt x="2" y="0"/>
                    <a:pt x="2" y="0"/>
                    <a:pt x="2" y="0"/>
                  </a:cubicBezTo>
                  <a:cubicBezTo>
                    <a:pt x="3" y="2"/>
                    <a:pt x="1" y="1"/>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1" name="Freeform 787">
              <a:extLst>
                <a:ext uri="{FF2B5EF4-FFF2-40B4-BE49-F238E27FC236}">
                  <a16:creationId xmlns:a16="http://schemas.microsoft.com/office/drawing/2014/main" id="{0B1A98FC-AADC-72DF-EB9A-095DEC7E5F89}"/>
                </a:ext>
              </a:extLst>
            </p:cNvPr>
            <p:cNvSpPr>
              <a:spLocks/>
            </p:cNvSpPr>
            <p:nvPr userDrawn="1"/>
          </p:nvSpPr>
          <p:spPr bwMode="auto">
            <a:xfrm>
              <a:off x="1885" y="2498"/>
              <a:ext cx="3" cy="3"/>
            </a:xfrm>
            <a:custGeom>
              <a:avLst/>
              <a:gdLst>
                <a:gd name="T0" fmla="*/ 0 w 2"/>
                <a:gd name="T1" fmla="*/ 0 h 2"/>
                <a:gd name="T2" fmla="*/ 0 w 2"/>
                <a:gd name="T3" fmla="*/ 0 h 2"/>
              </a:gdLst>
              <a:ahLst/>
              <a:cxnLst>
                <a:cxn ang="0">
                  <a:pos x="T0" y="T1"/>
                </a:cxn>
                <a:cxn ang="0">
                  <a:pos x="T2" y="T3"/>
                </a:cxn>
              </a:cxnLst>
              <a:rect l="0" t="0" r="r" b="b"/>
              <a:pathLst>
                <a:path w="2" h="2">
                  <a:moveTo>
                    <a:pt x="0" y="0"/>
                  </a:moveTo>
                  <a:cubicBezTo>
                    <a:pt x="1" y="1"/>
                    <a:pt x="2" y="2"/>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2" name="Freeform 788">
              <a:extLst>
                <a:ext uri="{FF2B5EF4-FFF2-40B4-BE49-F238E27FC236}">
                  <a16:creationId xmlns:a16="http://schemas.microsoft.com/office/drawing/2014/main" id="{B7D6BC55-A61C-D5B9-766C-BC61752A6D55}"/>
                </a:ext>
              </a:extLst>
            </p:cNvPr>
            <p:cNvSpPr>
              <a:spLocks/>
            </p:cNvSpPr>
            <p:nvPr userDrawn="1"/>
          </p:nvSpPr>
          <p:spPr bwMode="auto">
            <a:xfrm>
              <a:off x="1888" y="2708"/>
              <a:ext cx="1"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1" y="1"/>
                    <a:pt x="1" y="1"/>
                    <a:pt x="1" y="1"/>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3" name="Freeform 789">
              <a:extLst>
                <a:ext uri="{FF2B5EF4-FFF2-40B4-BE49-F238E27FC236}">
                  <a16:creationId xmlns:a16="http://schemas.microsoft.com/office/drawing/2014/main" id="{AA9A243E-BE39-4BCA-1131-B199E231FDAB}"/>
                </a:ext>
              </a:extLst>
            </p:cNvPr>
            <p:cNvSpPr>
              <a:spLocks/>
            </p:cNvSpPr>
            <p:nvPr userDrawn="1"/>
          </p:nvSpPr>
          <p:spPr bwMode="auto">
            <a:xfrm>
              <a:off x="1892" y="2594"/>
              <a:ext cx="6" cy="5"/>
            </a:xfrm>
            <a:custGeom>
              <a:avLst/>
              <a:gdLst>
                <a:gd name="T0" fmla="*/ 0 w 4"/>
                <a:gd name="T1" fmla="*/ 3 h 3"/>
                <a:gd name="T2" fmla="*/ 3 w 4"/>
                <a:gd name="T3" fmla="*/ 0 h 3"/>
                <a:gd name="T4" fmla="*/ 0 w 4"/>
                <a:gd name="T5" fmla="*/ 3 h 3"/>
              </a:gdLst>
              <a:ahLst/>
              <a:cxnLst>
                <a:cxn ang="0">
                  <a:pos x="T0" y="T1"/>
                </a:cxn>
                <a:cxn ang="0">
                  <a:pos x="T2" y="T3"/>
                </a:cxn>
                <a:cxn ang="0">
                  <a:pos x="T4" y="T5"/>
                </a:cxn>
              </a:cxnLst>
              <a:rect l="0" t="0" r="r" b="b"/>
              <a:pathLst>
                <a:path w="4" h="3">
                  <a:moveTo>
                    <a:pt x="0" y="3"/>
                  </a:moveTo>
                  <a:cubicBezTo>
                    <a:pt x="1" y="1"/>
                    <a:pt x="2" y="0"/>
                    <a:pt x="3" y="0"/>
                  </a:cubicBezTo>
                  <a:cubicBezTo>
                    <a:pt x="4" y="2"/>
                    <a:pt x="1" y="2"/>
                    <a:pt x="0" y="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4" name="Freeform 790">
              <a:extLst>
                <a:ext uri="{FF2B5EF4-FFF2-40B4-BE49-F238E27FC236}">
                  <a16:creationId xmlns:a16="http://schemas.microsoft.com/office/drawing/2014/main" id="{8F196349-9941-BD19-B592-C24D881B8A29}"/>
                </a:ext>
              </a:extLst>
            </p:cNvPr>
            <p:cNvSpPr>
              <a:spLocks/>
            </p:cNvSpPr>
            <p:nvPr userDrawn="1"/>
          </p:nvSpPr>
          <p:spPr bwMode="auto">
            <a:xfrm>
              <a:off x="1891" y="2599"/>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5" name="Freeform 791">
              <a:extLst>
                <a:ext uri="{FF2B5EF4-FFF2-40B4-BE49-F238E27FC236}">
                  <a16:creationId xmlns:a16="http://schemas.microsoft.com/office/drawing/2014/main" id="{BF10023F-152C-4343-097B-EDDFEA557C11}"/>
                </a:ext>
              </a:extLst>
            </p:cNvPr>
            <p:cNvSpPr>
              <a:spLocks/>
            </p:cNvSpPr>
            <p:nvPr userDrawn="1"/>
          </p:nvSpPr>
          <p:spPr bwMode="auto">
            <a:xfrm>
              <a:off x="1891" y="2511"/>
              <a:ext cx="2" cy="1"/>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2" y="1"/>
                    <a:pt x="1" y="1"/>
                    <a:pt x="0" y="1"/>
                  </a:cubicBezTo>
                  <a:cubicBezTo>
                    <a:pt x="0" y="1"/>
                    <a:pt x="1"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6" name="Freeform 792">
              <a:extLst>
                <a:ext uri="{FF2B5EF4-FFF2-40B4-BE49-F238E27FC236}">
                  <a16:creationId xmlns:a16="http://schemas.microsoft.com/office/drawing/2014/main" id="{0E248E4F-8793-9CB1-E82D-DB89D69F087F}"/>
                </a:ext>
              </a:extLst>
            </p:cNvPr>
            <p:cNvSpPr>
              <a:spLocks/>
            </p:cNvSpPr>
            <p:nvPr userDrawn="1"/>
          </p:nvSpPr>
          <p:spPr bwMode="auto">
            <a:xfrm>
              <a:off x="1806" y="2505"/>
              <a:ext cx="109" cy="557"/>
            </a:xfrm>
            <a:custGeom>
              <a:avLst/>
              <a:gdLst>
                <a:gd name="T0" fmla="*/ 10 w 76"/>
                <a:gd name="T1" fmla="*/ 276 h 387"/>
                <a:gd name="T2" fmla="*/ 46 w 76"/>
                <a:gd name="T3" fmla="*/ 343 h 387"/>
                <a:gd name="T4" fmla="*/ 43 w 76"/>
                <a:gd name="T5" fmla="*/ 256 h 387"/>
                <a:gd name="T6" fmla="*/ 46 w 76"/>
                <a:gd name="T7" fmla="*/ 212 h 387"/>
                <a:gd name="T8" fmla="*/ 43 w 76"/>
                <a:gd name="T9" fmla="*/ 194 h 387"/>
                <a:gd name="T10" fmla="*/ 46 w 76"/>
                <a:gd name="T11" fmla="*/ 170 h 387"/>
                <a:gd name="T12" fmla="*/ 38 w 76"/>
                <a:gd name="T13" fmla="*/ 180 h 387"/>
                <a:gd name="T14" fmla="*/ 58 w 76"/>
                <a:gd name="T15" fmla="*/ 129 h 387"/>
                <a:gd name="T16" fmla="*/ 60 w 76"/>
                <a:gd name="T17" fmla="*/ 76 h 387"/>
                <a:gd name="T18" fmla="*/ 62 w 76"/>
                <a:gd name="T19" fmla="*/ 81 h 387"/>
                <a:gd name="T20" fmla="*/ 63 w 76"/>
                <a:gd name="T21" fmla="*/ 63 h 387"/>
                <a:gd name="T22" fmla="*/ 48 w 76"/>
                <a:gd name="T23" fmla="*/ 19 h 387"/>
                <a:gd name="T24" fmla="*/ 56 w 76"/>
                <a:gd name="T25" fmla="*/ 25 h 387"/>
                <a:gd name="T26" fmla="*/ 60 w 76"/>
                <a:gd name="T27" fmla="*/ 1 h 387"/>
                <a:gd name="T28" fmla="*/ 55 w 76"/>
                <a:gd name="T29" fmla="*/ 0 h 387"/>
                <a:gd name="T30" fmla="*/ 19 w 76"/>
                <a:gd name="T31" fmla="*/ 189 h 387"/>
                <a:gd name="T32" fmla="*/ 10 w 76"/>
                <a:gd name="T33" fmla="*/ 276 h 387"/>
                <a:gd name="T34" fmla="*/ 10 w 76"/>
                <a:gd name="T35" fmla="*/ 276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6" h="387">
                  <a:moveTo>
                    <a:pt x="10" y="276"/>
                  </a:moveTo>
                  <a:cubicBezTo>
                    <a:pt x="11" y="278"/>
                    <a:pt x="13" y="387"/>
                    <a:pt x="46" y="343"/>
                  </a:cubicBezTo>
                  <a:cubicBezTo>
                    <a:pt x="24" y="347"/>
                    <a:pt x="31" y="249"/>
                    <a:pt x="43" y="256"/>
                  </a:cubicBezTo>
                  <a:cubicBezTo>
                    <a:pt x="31" y="246"/>
                    <a:pt x="42" y="222"/>
                    <a:pt x="46" y="212"/>
                  </a:cubicBezTo>
                  <a:cubicBezTo>
                    <a:pt x="56" y="183"/>
                    <a:pt x="54" y="200"/>
                    <a:pt x="43" y="194"/>
                  </a:cubicBezTo>
                  <a:cubicBezTo>
                    <a:pt x="59" y="178"/>
                    <a:pt x="60" y="170"/>
                    <a:pt x="46" y="170"/>
                  </a:cubicBezTo>
                  <a:cubicBezTo>
                    <a:pt x="37" y="177"/>
                    <a:pt x="63" y="188"/>
                    <a:pt x="38" y="180"/>
                  </a:cubicBezTo>
                  <a:cubicBezTo>
                    <a:pt x="52" y="176"/>
                    <a:pt x="59" y="144"/>
                    <a:pt x="58" y="129"/>
                  </a:cubicBezTo>
                  <a:cubicBezTo>
                    <a:pt x="57" y="108"/>
                    <a:pt x="56" y="102"/>
                    <a:pt x="60" y="76"/>
                  </a:cubicBezTo>
                  <a:cubicBezTo>
                    <a:pt x="55" y="82"/>
                    <a:pt x="56" y="84"/>
                    <a:pt x="62" y="81"/>
                  </a:cubicBezTo>
                  <a:cubicBezTo>
                    <a:pt x="58" y="94"/>
                    <a:pt x="55" y="68"/>
                    <a:pt x="63" y="63"/>
                  </a:cubicBezTo>
                  <a:cubicBezTo>
                    <a:pt x="40" y="80"/>
                    <a:pt x="76" y="11"/>
                    <a:pt x="48" y="19"/>
                  </a:cubicBezTo>
                  <a:cubicBezTo>
                    <a:pt x="50" y="21"/>
                    <a:pt x="53" y="24"/>
                    <a:pt x="56" y="25"/>
                  </a:cubicBezTo>
                  <a:cubicBezTo>
                    <a:pt x="55" y="25"/>
                    <a:pt x="58" y="6"/>
                    <a:pt x="60" y="1"/>
                  </a:cubicBezTo>
                  <a:cubicBezTo>
                    <a:pt x="57" y="7"/>
                    <a:pt x="56" y="6"/>
                    <a:pt x="55" y="0"/>
                  </a:cubicBezTo>
                  <a:cubicBezTo>
                    <a:pt x="43" y="53"/>
                    <a:pt x="13" y="136"/>
                    <a:pt x="19" y="189"/>
                  </a:cubicBezTo>
                  <a:cubicBezTo>
                    <a:pt x="21" y="215"/>
                    <a:pt x="0" y="247"/>
                    <a:pt x="10" y="276"/>
                  </a:cubicBezTo>
                  <a:cubicBezTo>
                    <a:pt x="17" y="288"/>
                    <a:pt x="11" y="278"/>
                    <a:pt x="10" y="27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7" name="Freeform 793">
              <a:extLst>
                <a:ext uri="{FF2B5EF4-FFF2-40B4-BE49-F238E27FC236}">
                  <a16:creationId xmlns:a16="http://schemas.microsoft.com/office/drawing/2014/main" id="{B6214A96-240D-7EF8-07D2-92D332E8F06A}"/>
                </a:ext>
              </a:extLst>
            </p:cNvPr>
            <p:cNvSpPr>
              <a:spLocks/>
            </p:cNvSpPr>
            <p:nvPr userDrawn="1"/>
          </p:nvSpPr>
          <p:spPr bwMode="auto">
            <a:xfrm>
              <a:off x="1895" y="2512"/>
              <a:ext cx="7" cy="3"/>
            </a:xfrm>
            <a:custGeom>
              <a:avLst/>
              <a:gdLst>
                <a:gd name="T0" fmla="*/ 2 w 5"/>
                <a:gd name="T1" fmla="*/ 1 h 2"/>
                <a:gd name="T2" fmla="*/ 2 w 5"/>
                <a:gd name="T3" fmla="*/ 2 h 2"/>
                <a:gd name="T4" fmla="*/ 2 w 5"/>
                <a:gd name="T5" fmla="*/ 1 h 2"/>
              </a:gdLst>
              <a:ahLst/>
              <a:cxnLst>
                <a:cxn ang="0">
                  <a:pos x="T0" y="T1"/>
                </a:cxn>
                <a:cxn ang="0">
                  <a:pos x="T2" y="T3"/>
                </a:cxn>
                <a:cxn ang="0">
                  <a:pos x="T4" y="T5"/>
                </a:cxn>
              </a:cxnLst>
              <a:rect l="0" t="0" r="r" b="b"/>
              <a:pathLst>
                <a:path w="5" h="2">
                  <a:moveTo>
                    <a:pt x="2" y="1"/>
                  </a:moveTo>
                  <a:cubicBezTo>
                    <a:pt x="5" y="0"/>
                    <a:pt x="2" y="2"/>
                    <a:pt x="2" y="2"/>
                  </a:cubicBezTo>
                  <a:cubicBezTo>
                    <a:pt x="2" y="2"/>
                    <a:pt x="0" y="1"/>
                    <a:pt x="2"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8" name="Freeform 794">
              <a:extLst>
                <a:ext uri="{FF2B5EF4-FFF2-40B4-BE49-F238E27FC236}">
                  <a16:creationId xmlns:a16="http://schemas.microsoft.com/office/drawing/2014/main" id="{02ED43B7-2E9A-1B8B-E306-2BC3B85CA5DD}"/>
                </a:ext>
              </a:extLst>
            </p:cNvPr>
            <p:cNvSpPr>
              <a:spLocks/>
            </p:cNvSpPr>
            <p:nvPr userDrawn="1"/>
          </p:nvSpPr>
          <p:spPr bwMode="auto">
            <a:xfrm>
              <a:off x="1889" y="2519"/>
              <a:ext cx="3" cy="3"/>
            </a:xfrm>
            <a:custGeom>
              <a:avLst/>
              <a:gdLst>
                <a:gd name="T0" fmla="*/ 0 w 2"/>
                <a:gd name="T1" fmla="*/ 2 h 2"/>
                <a:gd name="T2" fmla="*/ 2 w 2"/>
                <a:gd name="T3" fmla="*/ 0 h 2"/>
                <a:gd name="T4" fmla="*/ 0 w 2"/>
                <a:gd name="T5" fmla="*/ 2 h 2"/>
              </a:gdLst>
              <a:ahLst/>
              <a:cxnLst>
                <a:cxn ang="0">
                  <a:pos x="T0" y="T1"/>
                </a:cxn>
                <a:cxn ang="0">
                  <a:pos x="T2" y="T3"/>
                </a:cxn>
                <a:cxn ang="0">
                  <a:pos x="T4" y="T5"/>
                </a:cxn>
              </a:cxnLst>
              <a:rect l="0" t="0" r="r" b="b"/>
              <a:pathLst>
                <a:path w="2" h="2">
                  <a:moveTo>
                    <a:pt x="0" y="2"/>
                  </a:moveTo>
                  <a:cubicBezTo>
                    <a:pt x="1" y="2"/>
                    <a:pt x="2" y="1"/>
                    <a:pt x="2" y="0"/>
                  </a:cubicBezTo>
                  <a:cubicBezTo>
                    <a:pt x="2" y="1"/>
                    <a:pt x="2" y="1"/>
                    <a:pt x="0"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09" name="Freeform 795">
              <a:extLst>
                <a:ext uri="{FF2B5EF4-FFF2-40B4-BE49-F238E27FC236}">
                  <a16:creationId xmlns:a16="http://schemas.microsoft.com/office/drawing/2014/main" id="{38A03FED-629A-942A-1F6F-4995A5E94D55}"/>
                </a:ext>
              </a:extLst>
            </p:cNvPr>
            <p:cNvSpPr>
              <a:spLocks/>
            </p:cNvSpPr>
            <p:nvPr userDrawn="1"/>
          </p:nvSpPr>
          <p:spPr bwMode="auto">
            <a:xfrm>
              <a:off x="1891" y="2515"/>
              <a:ext cx="2" cy="4"/>
            </a:xfrm>
            <a:custGeom>
              <a:avLst/>
              <a:gdLst>
                <a:gd name="T0" fmla="*/ 1 w 2"/>
                <a:gd name="T1" fmla="*/ 0 h 3"/>
                <a:gd name="T2" fmla="*/ 1 w 2"/>
                <a:gd name="T3" fmla="*/ 3 h 3"/>
                <a:gd name="T4" fmla="*/ 1 w 2"/>
                <a:gd name="T5" fmla="*/ 0 h 3"/>
              </a:gdLst>
              <a:ahLst/>
              <a:cxnLst>
                <a:cxn ang="0">
                  <a:pos x="T0" y="T1"/>
                </a:cxn>
                <a:cxn ang="0">
                  <a:pos x="T2" y="T3"/>
                </a:cxn>
                <a:cxn ang="0">
                  <a:pos x="T4" y="T5"/>
                </a:cxn>
              </a:cxnLst>
              <a:rect l="0" t="0" r="r" b="b"/>
              <a:pathLst>
                <a:path w="2" h="3">
                  <a:moveTo>
                    <a:pt x="1" y="0"/>
                  </a:moveTo>
                  <a:cubicBezTo>
                    <a:pt x="1" y="1"/>
                    <a:pt x="2" y="2"/>
                    <a:pt x="1" y="3"/>
                  </a:cubicBezTo>
                  <a:cubicBezTo>
                    <a:pt x="1" y="2"/>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0" name="Freeform 796">
              <a:extLst>
                <a:ext uri="{FF2B5EF4-FFF2-40B4-BE49-F238E27FC236}">
                  <a16:creationId xmlns:a16="http://schemas.microsoft.com/office/drawing/2014/main" id="{DBADF1DD-C93C-AE39-5C06-03AC01B8A3CC}"/>
                </a:ext>
              </a:extLst>
            </p:cNvPr>
            <p:cNvSpPr>
              <a:spLocks/>
            </p:cNvSpPr>
            <p:nvPr userDrawn="1"/>
          </p:nvSpPr>
          <p:spPr bwMode="auto">
            <a:xfrm>
              <a:off x="1891" y="2683"/>
              <a:ext cx="0" cy="10"/>
            </a:xfrm>
            <a:custGeom>
              <a:avLst/>
              <a:gdLst>
                <a:gd name="T0" fmla="*/ 0 h 7"/>
                <a:gd name="T1" fmla="*/ 0 h 7"/>
              </a:gdLst>
              <a:ahLst/>
              <a:cxnLst>
                <a:cxn ang="0">
                  <a:pos x="0" y="T0"/>
                </a:cxn>
                <a:cxn ang="0">
                  <a:pos x="0" y="T1"/>
                </a:cxn>
              </a:cxnLst>
              <a:rect l="0" t="0" r="r" b="b"/>
              <a:pathLst>
                <a:path h="7">
                  <a:moveTo>
                    <a:pt x="0" y="0"/>
                  </a:moveTo>
                  <a:cubicBezTo>
                    <a:pt x="0" y="0"/>
                    <a:pt x="0" y="7"/>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1" name="Freeform 797">
              <a:extLst>
                <a:ext uri="{FF2B5EF4-FFF2-40B4-BE49-F238E27FC236}">
                  <a16:creationId xmlns:a16="http://schemas.microsoft.com/office/drawing/2014/main" id="{96381B5F-5D7F-67FC-EE09-C040DEB6FC86}"/>
                </a:ext>
              </a:extLst>
            </p:cNvPr>
            <p:cNvSpPr>
              <a:spLocks/>
            </p:cNvSpPr>
            <p:nvPr userDrawn="1"/>
          </p:nvSpPr>
          <p:spPr bwMode="auto">
            <a:xfrm>
              <a:off x="1593" y="2807"/>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2" name="Freeform 798">
              <a:extLst>
                <a:ext uri="{FF2B5EF4-FFF2-40B4-BE49-F238E27FC236}">
                  <a16:creationId xmlns:a16="http://schemas.microsoft.com/office/drawing/2014/main" id="{1A176EB7-9DE1-BFD6-0509-A41554A61AD0}"/>
                </a:ext>
              </a:extLst>
            </p:cNvPr>
            <p:cNvSpPr>
              <a:spLocks/>
            </p:cNvSpPr>
            <p:nvPr userDrawn="1"/>
          </p:nvSpPr>
          <p:spPr bwMode="auto">
            <a:xfrm>
              <a:off x="1603" y="2798"/>
              <a:ext cx="1" cy="2"/>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1" y="1"/>
                  </a:cubicBezTo>
                  <a:cubicBezTo>
                    <a:pt x="0" y="1"/>
                    <a:pt x="0" y="1"/>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3" name="Freeform 799">
              <a:extLst>
                <a:ext uri="{FF2B5EF4-FFF2-40B4-BE49-F238E27FC236}">
                  <a16:creationId xmlns:a16="http://schemas.microsoft.com/office/drawing/2014/main" id="{FD85DE84-8E67-E9AB-9999-0F11567F8C94}"/>
                </a:ext>
              </a:extLst>
            </p:cNvPr>
            <p:cNvSpPr>
              <a:spLocks/>
            </p:cNvSpPr>
            <p:nvPr userDrawn="1"/>
          </p:nvSpPr>
          <p:spPr bwMode="auto">
            <a:xfrm>
              <a:off x="1593" y="280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4" name="Freeform 800">
              <a:extLst>
                <a:ext uri="{FF2B5EF4-FFF2-40B4-BE49-F238E27FC236}">
                  <a16:creationId xmlns:a16="http://schemas.microsoft.com/office/drawing/2014/main" id="{41C7CF0B-C91E-3B9F-70FF-62B00DCC16D1}"/>
                </a:ext>
              </a:extLst>
            </p:cNvPr>
            <p:cNvSpPr>
              <a:spLocks/>
            </p:cNvSpPr>
            <p:nvPr userDrawn="1"/>
          </p:nvSpPr>
          <p:spPr bwMode="auto">
            <a:xfrm>
              <a:off x="1593" y="293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5" name="Freeform 801">
              <a:extLst>
                <a:ext uri="{FF2B5EF4-FFF2-40B4-BE49-F238E27FC236}">
                  <a16:creationId xmlns:a16="http://schemas.microsoft.com/office/drawing/2014/main" id="{1EE347A3-9AAD-0642-BD51-205D1C128E10}"/>
                </a:ext>
              </a:extLst>
            </p:cNvPr>
            <p:cNvSpPr>
              <a:spLocks noEditPoints="1"/>
            </p:cNvSpPr>
            <p:nvPr userDrawn="1"/>
          </p:nvSpPr>
          <p:spPr bwMode="auto">
            <a:xfrm>
              <a:off x="1543" y="2711"/>
              <a:ext cx="89" cy="226"/>
            </a:xfrm>
            <a:custGeom>
              <a:avLst/>
              <a:gdLst>
                <a:gd name="T0" fmla="*/ 9 w 62"/>
                <a:gd name="T1" fmla="*/ 121 h 157"/>
                <a:gd name="T2" fmla="*/ 16 w 62"/>
                <a:gd name="T3" fmla="*/ 145 h 157"/>
                <a:gd name="T4" fmla="*/ 13 w 62"/>
                <a:gd name="T5" fmla="*/ 145 h 157"/>
                <a:gd name="T6" fmla="*/ 51 w 62"/>
                <a:gd name="T7" fmla="*/ 150 h 157"/>
                <a:gd name="T8" fmla="*/ 29 w 62"/>
                <a:gd name="T9" fmla="*/ 113 h 157"/>
                <a:gd name="T10" fmla="*/ 34 w 62"/>
                <a:gd name="T11" fmla="*/ 86 h 157"/>
                <a:gd name="T12" fmla="*/ 27 w 62"/>
                <a:gd name="T13" fmla="*/ 79 h 157"/>
                <a:gd name="T14" fmla="*/ 33 w 62"/>
                <a:gd name="T15" fmla="*/ 67 h 157"/>
                <a:gd name="T16" fmla="*/ 34 w 62"/>
                <a:gd name="T17" fmla="*/ 45 h 157"/>
                <a:gd name="T18" fmla="*/ 35 w 62"/>
                <a:gd name="T19" fmla="*/ 37 h 157"/>
                <a:gd name="T20" fmla="*/ 26 w 62"/>
                <a:gd name="T21" fmla="*/ 10 h 157"/>
                <a:gd name="T22" fmla="*/ 36 w 62"/>
                <a:gd name="T23" fmla="*/ 0 h 157"/>
                <a:gd name="T24" fmla="*/ 9 w 62"/>
                <a:gd name="T25" fmla="*/ 121 h 157"/>
                <a:gd name="T26" fmla="*/ 9 w 62"/>
                <a:gd name="T27" fmla="*/ 121 h 157"/>
                <a:gd name="T28" fmla="*/ 34 w 62"/>
                <a:gd name="T29" fmla="*/ 86 h 157"/>
                <a:gd name="T30" fmla="*/ 34 w 62"/>
                <a:gd name="T31" fmla="*/ 86 h 157"/>
                <a:gd name="T32" fmla="*/ 29 w 62"/>
                <a:gd name="T33" fmla="*/ 71 h 157"/>
                <a:gd name="T34" fmla="*/ 38 w 62"/>
                <a:gd name="T35" fmla="*/ 70 h 157"/>
                <a:gd name="T36" fmla="*/ 29 w 62"/>
                <a:gd name="T37" fmla="*/ 71 h 157"/>
                <a:gd name="T38" fmla="*/ 29 w 62"/>
                <a:gd name="T39" fmla="*/ 71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 h="157">
                  <a:moveTo>
                    <a:pt x="9" y="121"/>
                  </a:moveTo>
                  <a:cubicBezTo>
                    <a:pt x="9" y="129"/>
                    <a:pt x="12" y="137"/>
                    <a:pt x="16" y="145"/>
                  </a:cubicBezTo>
                  <a:cubicBezTo>
                    <a:pt x="22" y="142"/>
                    <a:pt x="21" y="142"/>
                    <a:pt x="13" y="145"/>
                  </a:cubicBezTo>
                  <a:cubicBezTo>
                    <a:pt x="16" y="157"/>
                    <a:pt x="43" y="152"/>
                    <a:pt x="51" y="150"/>
                  </a:cubicBezTo>
                  <a:cubicBezTo>
                    <a:pt x="19" y="153"/>
                    <a:pt x="48" y="116"/>
                    <a:pt x="29" y="113"/>
                  </a:cubicBezTo>
                  <a:cubicBezTo>
                    <a:pt x="35" y="110"/>
                    <a:pt x="44" y="83"/>
                    <a:pt x="34" y="86"/>
                  </a:cubicBezTo>
                  <a:cubicBezTo>
                    <a:pt x="62" y="78"/>
                    <a:pt x="32" y="80"/>
                    <a:pt x="27" y="79"/>
                  </a:cubicBezTo>
                  <a:cubicBezTo>
                    <a:pt x="49" y="75"/>
                    <a:pt x="51" y="71"/>
                    <a:pt x="33" y="67"/>
                  </a:cubicBezTo>
                  <a:cubicBezTo>
                    <a:pt x="55" y="67"/>
                    <a:pt x="34" y="45"/>
                    <a:pt x="34" y="45"/>
                  </a:cubicBezTo>
                  <a:cubicBezTo>
                    <a:pt x="34" y="37"/>
                    <a:pt x="35" y="33"/>
                    <a:pt x="35" y="37"/>
                  </a:cubicBezTo>
                  <a:cubicBezTo>
                    <a:pt x="36" y="19"/>
                    <a:pt x="41" y="17"/>
                    <a:pt x="26" y="10"/>
                  </a:cubicBezTo>
                  <a:cubicBezTo>
                    <a:pt x="54" y="8"/>
                    <a:pt x="19" y="8"/>
                    <a:pt x="36" y="0"/>
                  </a:cubicBezTo>
                  <a:cubicBezTo>
                    <a:pt x="18" y="0"/>
                    <a:pt x="0" y="112"/>
                    <a:pt x="9" y="121"/>
                  </a:cubicBezTo>
                  <a:cubicBezTo>
                    <a:pt x="11" y="122"/>
                    <a:pt x="9" y="122"/>
                    <a:pt x="9" y="121"/>
                  </a:cubicBezTo>
                  <a:close/>
                  <a:moveTo>
                    <a:pt x="34" y="86"/>
                  </a:moveTo>
                  <a:cubicBezTo>
                    <a:pt x="38" y="87"/>
                    <a:pt x="35" y="86"/>
                    <a:pt x="34" y="86"/>
                  </a:cubicBezTo>
                  <a:close/>
                  <a:moveTo>
                    <a:pt x="29" y="71"/>
                  </a:moveTo>
                  <a:cubicBezTo>
                    <a:pt x="32" y="72"/>
                    <a:pt x="35" y="71"/>
                    <a:pt x="38" y="70"/>
                  </a:cubicBezTo>
                  <a:cubicBezTo>
                    <a:pt x="34" y="68"/>
                    <a:pt x="31" y="69"/>
                    <a:pt x="29" y="71"/>
                  </a:cubicBezTo>
                  <a:cubicBezTo>
                    <a:pt x="32" y="72"/>
                    <a:pt x="31" y="71"/>
                    <a:pt x="29" y="7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6" name="Freeform 802">
              <a:extLst>
                <a:ext uri="{FF2B5EF4-FFF2-40B4-BE49-F238E27FC236}">
                  <a16:creationId xmlns:a16="http://schemas.microsoft.com/office/drawing/2014/main" id="{CA33AFC7-433D-5040-0E0D-AE3B8936F1BC}"/>
                </a:ext>
              </a:extLst>
            </p:cNvPr>
            <p:cNvSpPr>
              <a:spLocks/>
            </p:cNvSpPr>
            <p:nvPr userDrawn="1"/>
          </p:nvSpPr>
          <p:spPr bwMode="auto">
            <a:xfrm>
              <a:off x="1589" y="2850"/>
              <a:ext cx="8" cy="3"/>
            </a:xfrm>
            <a:custGeom>
              <a:avLst/>
              <a:gdLst>
                <a:gd name="T0" fmla="*/ 5 w 6"/>
                <a:gd name="T1" fmla="*/ 2 h 2"/>
                <a:gd name="T2" fmla="*/ 2 w 6"/>
                <a:gd name="T3" fmla="*/ 0 h 2"/>
                <a:gd name="T4" fmla="*/ 5 w 6"/>
                <a:gd name="T5" fmla="*/ 2 h 2"/>
              </a:gdLst>
              <a:ahLst/>
              <a:cxnLst>
                <a:cxn ang="0">
                  <a:pos x="T0" y="T1"/>
                </a:cxn>
                <a:cxn ang="0">
                  <a:pos x="T2" y="T3"/>
                </a:cxn>
                <a:cxn ang="0">
                  <a:pos x="T4" y="T5"/>
                </a:cxn>
              </a:cxnLst>
              <a:rect l="0" t="0" r="r" b="b"/>
              <a:pathLst>
                <a:path w="6" h="2">
                  <a:moveTo>
                    <a:pt x="5" y="2"/>
                  </a:moveTo>
                  <a:cubicBezTo>
                    <a:pt x="1" y="2"/>
                    <a:pt x="3" y="1"/>
                    <a:pt x="2" y="0"/>
                  </a:cubicBezTo>
                  <a:cubicBezTo>
                    <a:pt x="6" y="1"/>
                    <a:pt x="0" y="1"/>
                    <a:pt x="5"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7" name="Freeform 803">
              <a:extLst>
                <a:ext uri="{FF2B5EF4-FFF2-40B4-BE49-F238E27FC236}">
                  <a16:creationId xmlns:a16="http://schemas.microsoft.com/office/drawing/2014/main" id="{59258960-C036-4B81-43EB-77FE5C679F47}"/>
                </a:ext>
              </a:extLst>
            </p:cNvPr>
            <p:cNvSpPr>
              <a:spLocks/>
            </p:cNvSpPr>
            <p:nvPr userDrawn="1"/>
          </p:nvSpPr>
          <p:spPr bwMode="auto">
            <a:xfrm>
              <a:off x="2168" y="2637"/>
              <a:ext cx="0" cy="5"/>
            </a:xfrm>
            <a:custGeom>
              <a:avLst/>
              <a:gdLst>
                <a:gd name="T0" fmla="*/ 0 h 3"/>
                <a:gd name="T1" fmla="*/ 3 h 3"/>
                <a:gd name="T2" fmla="*/ 0 h 3"/>
              </a:gdLst>
              <a:ahLst/>
              <a:cxnLst>
                <a:cxn ang="0">
                  <a:pos x="0" y="T0"/>
                </a:cxn>
                <a:cxn ang="0">
                  <a:pos x="0" y="T1"/>
                </a:cxn>
                <a:cxn ang="0">
                  <a:pos x="0" y="T2"/>
                </a:cxn>
              </a:cxnLst>
              <a:rect l="0" t="0" r="r" b="b"/>
              <a:pathLst>
                <a:path h="3">
                  <a:moveTo>
                    <a:pt x="0" y="0"/>
                  </a:moveTo>
                  <a:cubicBezTo>
                    <a:pt x="0" y="1"/>
                    <a:pt x="0" y="2"/>
                    <a:pt x="0" y="3"/>
                  </a:cubicBezTo>
                  <a:cubicBezTo>
                    <a:pt x="0" y="2"/>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8" name="Freeform 804">
              <a:extLst>
                <a:ext uri="{FF2B5EF4-FFF2-40B4-BE49-F238E27FC236}">
                  <a16:creationId xmlns:a16="http://schemas.microsoft.com/office/drawing/2014/main" id="{CCC145BC-B4E3-8594-F547-877A0412EA6E}"/>
                </a:ext>
              </a:extLst>
            </p:cNvPr>
            <p:cNvSpPr>
              <a:spLocks/>
            </p:cNvSpPr>
            <p:nvPr userDrawn="1"/>
          </p:nvSpPr>
          <p:spPr bwMode="auto">
            <a:xfrm>
              <a:off x="2178" y="2609"/>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19" name="Freeform 805">
              <a:extLst>
                <a:ext uri="{FF2B5EF4-FFF2-40B4-BE49-F238E27FC236}">
                  <a16:creationId xmlns:a16="http://schemas.microsoft.com/office/drawing/2014/main" id="{2675F63D-2094-35C2-67B5-725011F3FE1A}"/>
                </a:ext>
              </a:extLst>
            </p:cNvPr>
            <p:cNvSpPr>
              <a:spLocks/>
            </p:cNvSpPr>
            <p:nvPr userDrawn="1"/>
          </p:nvSpPr>
          <p:spPr bwMode="auto">
            <a:xfrm>
              <a:off x="2168" y="264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0" name="Freeform 806">
              <a:extLst>
                <a:ext uri="{FF2B5EF4-FFF2-40B4-BE49-F238E27FC236}">
                  <a16:creationId xmlns:a16="http://schemas.microsoft.com/office/drawing/2014/main" id="{EC1DA3AA-8EB2-D231-BA33-C0241FD4F300}"/>
                </a:ext>
              </a:extLst>
            </p:cNvPr>
            <p:cNvSpPr>
              <a:spLocks/>
            </p:cNvSpPr>
            <p:nvPr userDrawn="1"/>
          </p:nvSpPr>
          <p:spPr bwMode="auto">
            <a:xfrm>
              <a:off x="2168" y="3113"/>
              <a:ext cx="0" cy="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1" name="Freeform 807">
              <a:extLst>
                <a:ext uri="{FF2B5EF4-FFF2-40B4-BE49-F238E27FC236}">
                  <a16:creationId xmlns:a16="http://schemas.microsoft.com/office/drawing/2014/main" id="{6F9D1232-AA0E-6011-8702-7E2C717B30A4}"/>
                </a:ext>
              </a:extLst>
            </p:cNvPr>
            <p:cNvSpPr>
              <a:spLocks noEditPoints="1"/>
            </p:cNvSpPr>
            <p:nvPr userDrawn="1"/>
          </p:nvSpPr>
          <p:spPr bwMode="auto">
            <a:xfrm>
              <a:off x="2119" y="2268"/>
              <a:ext cx="88" cy="848"/>
            </a:xfrm>
            <a:custGeom>
              <a:avLst/>
              <a:gdLst>
                <a:gd name="T0" fmla="*/ 28 w 61"/>
                <a:gd name="T1" fmla="*/ 275 h 590"/>
                <a:gd name="T2" fmla="*/ 28 w 61"/>
                <a:gd name="T3" fmla="*/ 275 h 590"/>
                <a:gd name="T4" fmla="*/ 28 w 61"/>
                <a:gd name="T5" fmla="*/ 276 h 590"/>
                <a:gd name="T6" fmla="*/ 28 w 61"/>
                <a:gd name="T7" fmla="*/ 276 h 590"/>
                <a:gd name="T8" fmla="*/ 28 w 61"/>
                <a:gd name="T9" fmla="*/ 276 h 590"/>
                <a:gd name="T10" fmla="*/ 37 w 61"/>
                <a:gd name="T11" fmla="*/ 268 h 590"/>
                <a:gd name="T12" fmla="*/ 28 w 61"/>
                <a:gd name="T13" fmla="*/ 275 h 590"/>
                <a:gd name="T14" fmla="*/ 34 w 61"/>
                <a:gd name="T15" fmla="*/ 29 h 590"/>
                <a:gd name="T16" fmla="*/ 30 w 61"/>
                <a:gd name="T17" fmla="*/ 9 h 590"/>
                <a:gd name="T18" fmla="*/ 34 w 61"/>
                <a:gd name="T19" fmla="*/ 1 h 590"/>
                <a:gd name="T20" fmla="*/ 30 w 61"/>
                <a:gd name="T21" fmla="*/ 10 h 590"/>
                <a:gd name="T22" fmla="*/ 25 w 61"/>
                <a:gd name="T23" fmla="*/ 36 h 590"/>
                <a:gd name="T24" fmla="*/ 25 w 61"/>
                <a:gd name="T25" fmla="*/ 37 h 590"/>
                <a:gd name="T26" fmla="*/ 34 w 61"/>
                <a:gd name="T27" fmla="*/ 29 h 590"/>
                <a:gd name="T28" fmla="*/ 40 w 61"/>
                <a:gd name="T29" fmla="*/ 575 h 590"/>
                <a:gd name="T30" fmla="*/ 27 w 61"/>
                <a:gd name="T31" fmla="*/ 437 h 590"/>
                <a:gd name="T32" fmla="*/ 33 w 61"/>
                <a:gd name="T33" fmla="*/ 331 h 590"/>
                <a:gd name="T34" fmla="*/ 33 w 61"/>
                <a:gd name="T35" fmla="*/ 331 h 590"/>
                <a:gd name="T36" fmla="*/ 33 w 61"/>
                <a:gd name="T37" fmla="*/ 331 h 590"/>
                <a:gd name="T38" fmla="*/ 25 w 61"/>
                <a:gd name="T39" fmla="*/ 303 h 590"/>
                <a:gd name="T40" fmla="*/ 34 w 61"/>
                <a:gd name="T41" fmla="*/ 260 h 590"/>
                <a:gd name="T42" fmla="*/ 31 w 61"/>
                <a:gd name="T43" fmla="*/ 257 h 590"/>
                <a:gd name="T44" fmla="*/ 33 w 61"/>
                <a:gd name="T45" fmla="*/ 174 h 590"/>
                <a:gd name="T46" fmla="*/ 34 w 61"/>
                <a:gd name="T47" fmla="*/ 141 h 590"/>
                <a:gd name="T48" fmla="*/ 25 w 61"/>
                <a:gd name="T49" fmla="*/ 37 h 590"/>
                <a:gd name="T50" fmla="*/ 7 w 61"/>
                <a:gd name="T51" fmla="*/ 466 h 590"/>
                <a:gd name="T52" fmla="*/ 7 w 61"/>
                <a:gd name="T53" fmla="*/ 466 h 590"/>
                <a:gd name="T54" fmla="*/ 14 w 61"/>
                <a:gd name="T55" fmla="*/ 555 h 590"/>
                <a:gd name="T56" fmla="*/ 12 w 61"/>
                <a:gd name="T57" fmla="*/ 558 h 590"/>
                <a:gd name="T58" fmla="*/ 12 w 61"/>
                <a:gd name="T59" fmla="*/ 564 h 590"/>
                <a:gd name="T60" fmla="*/ 12 w 61"/>
                <a:gd name="T61" fmla="*/ 564 h 590"/>
                <a:gd name="T62" fmla="*/ 13 w 61"/>
                <a:gd name="T63" fmla="*/ 570 h 590"/>
                <a:gd name="T64" fmla="*/ 34 w 61"/>
                <a:gd name="T65" fmla="*/ 588 h 590"/>
                <a:gd name="T66" fmla="*/ 34 w 61"/>
                <a:gd name="T67" fmla="*/ 588 h 590"/>
                <a:gd name="T68" fmla="*/ 47 w 61"/>
                <a:gd name="T69" fmla="*/ 580 h 590"/>
                <a:gd name="T70" fmla="*/ 47 w 61"/>
                <a:gd name="T71" fmla="*/ 580 h 590"/>
                <a:gd name="T72" fmla="*/ 49 w 61"/>
                <a:gd name="T73" fmla="*/ 578 h 590"/>
                <a:gd name="T74" fmla="*/ 40 w 61"/>
                <a:gd name="T75" fmla="*/ 57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1" h="590">
                  <a:moveTo>
                    <a:pt x="28" y="275"/>
                  </a:moveTo>
                  <a:cubicBezTo>
                    <a:pt x="28" y="275"/>
                    <a:pt x="28" y="275"/>
                    <a:pt x="28" y="275"/>
                  </a:cubicBezTo>
                  <a:cubicBezTo>
                    <a:pt x="28" y="275"/>
                    <a:pt x="28" y="276"/>
                    <a:pt x="28" y="276"/>
                  </a:cubicBezTo>
                  <a:cubicBezTo>
                    <a:pt x="28" y="276"/>
                    <a:pt x="28" y="276"/>
                    <a:pt x="28" y="276"/>
                  </a:cubicBezTo>
                  <a:cubicBezTo>
                    <a:pt x="28" y="276"/>
                    <a:pt x="28" y="276"/>
                    <a:pt x="28" y="276"/>
                  </a:cubicBezTo>
                  <a:cubicBezTo>
                    <a:pt x="31" y="277"/>
                    <a:pt x="34" y="274"/>
                    <a:pt x="37" y="268"/>
                  </a:cubicBezTo>
                  <a:cubicBezTo>
                    <a:pt x="33" y="263"/>
                    <a:pt x="30" y="265"/>
                    <a:pt x="28" y="275"/>
                  </a:cubicBezTo>
                  <a:close/>
                  <a:moveTo>
                    <a:pt x="34" y="29"/>
                  </a:moveTo>
                  <a:cubicBezTo>
                    <a:pt x="32" y="25"/>
                    <a:pt x="28" y="20"/>
                    <a:pt x="30" y="9"/>
                  </a:cubicBezTo>
                  <a:cubicBezTo>
                    <a:pt x="31" y="7"/>
                    <a:pt x="32" y="4"/>
                    <a:pt x="34" y="1"/>
                  </a:cubicBezTo>
                  <a:cubicBezTo>
                    <a:pt x="33" y="0"/>
                    <a:pt x="31" y="4"/>
                    <a:pt x="30" y="10"/>
                  </a:cubicBezTo>
                  <a:cubicBezTo>
                    <a:pt x="28" y="16"/>
                    <a:pt x="26" y="25"/>
                    <a:pt x="25" y="36"/>
                  </a:cubicBezTo>
                  <a:cubicBezTo>
                    <a:pt x="25" y="36"/>
                    <a:pt x="25" y="36"/>
                    <a:pt x="25" y="37"/>
                  </a:cubicBezTo>
                  <a:cubicBezTo>
                    <a:pt x="38" y="34"/>
                    <a:pt x="37" y="33"/>
                    <a:pt x="34" y="29"/>
                  </a:cubicBezTo>
                  <a:close/>
                  <a:moveTo>
                    <a:pt x="40" y="575"/>
                  </a:moveTo>
                  <a:cubicBezTo>
                    <a:pt x="25" y="555"/>
                    <a:pt x="44" y="447"/>
                    <a:pt x="27" y="437"/>
                  </a:cubicBezTo>
                  <a:cubicBezTo>
                    <a:pt x="33" y="425"/>
                    <a:pt x="42" y="325"/>
                    <a:pt x="33" y="331"/>
                  </a:cubicBezTo>
                  <a:cubicBezTo>
                    <a:pt x="33" y="331"/>
                    <a:pt x="33" y="331"/>
                    <a:pt x="33" y="331"/>
                  </a:cubicBezTo>
                  <a:cubicBezTo>
                    <a:pt x="33" y="331"/>
                    <a:pt x="33" y="331"/>
                    <a:pt x="33" y="331"/>
                  </a:cubicBezTo>
                  <a:cubicBezTo>
                    <a:pt x="61" y="302"/>
                    <a:pt x="31" y="310"/>
                    <a:pt x="25" y="303"/>
                  </a:cubicBezTo>
                  <a:cubicBezTo>
                    <a:pt x="46" y="289"/>
                    <a:pt x="49" y="275"/>
                    <a:pt x="34" y="260"/>
                  </a:cubicBezTo>
                  <a:cubicBezTo>
                    <a:pt x="33" y="259"/>
                    <a:pt x="32" y="258"/>
                    <a:pt x="31" y="257"/>
                  </a:cubicBezTo>
                  <a:cubicBezTo>
                    <a:pt x="53" y="256"/>
                    <a:pt x="34" y="174"/>
                    <a:pt x="33" y="174"/>
                  </a:cubicBezTo>
                  <a:cubicBezTo>
                    <a:pt x="33" y="144"/>
                    <a:pt x="34" y="126"/>
                    <a:pt x="34" y="141"/>
                  </a:cubicBezTo>
                  <a:cubicBezTo>
                    <a:pt x="34" y="73"/>
                    <a:pt x="40" y="67"/>
                    <a:pt x="25" y="37"/>
                  </a:cubicBezTo>
                  <a:cubicBezTo>
                    <a:pt x="11" y="141"/>
                    <a:pt x="0" y="436"/>
                    <a:pt x="7" y="466"/>
                  </a:cubicBezTo>
                  <a:cubicBezTo>
                    <a:pt x="9" y="471"/>
                    <a:pt x="8" y="469"/>
                    <a:pt x="7" y="466"/>
                  </a:cubicBezTo>
                  <a:cubicBezTo>
                    <a:pt x="8" y="497"/>
                    <a:pt x="10" y="527"/>
                    <a:pt x="14" y="555"/>
                  </a:cubicBezTo>
                  <a:cubicBezTo>
                    <a:pt x="14" y="556"/>
                    <a:pt x="13" y="557"/>
                    <a:pt x="12" y="558"/>
                  </a:cubicBezTo>
                  <a:cubicBezTo>
                    <a:pt x="12" y="560"/>
                    <a:pt x="12" y="562"/>
                    <a:pt x="12" y="564"/>
                  </a:cubicBezTo>
                  <a:cubicBezTo>
                    <a:pt x="12" y="564"/>
                    <a:pt x="12" y="564"/>
                    <a:pt x="12" y="564"/>
                  </a:cubicBezTo>
                  <a:cubicBezTo>
                    <a:pt x="13" y="566"/>
                    <a:pt x="13" y="568"/>
                    <a:pt x="13" y="570"/>
                  </a:cubicBezTo>
                  <a:cubicBezTo>
                    <a:pt x="17" y="587"/>
                    <a:pt x="26" y="590"/>
                    <a:pt x="34" y="588"/>
                  </a:cubicBezTo>
                  <a:cubicBezTo>
                    <a:pt x="34" y="588"/>
                    <a:pt x="34" y="588"/>
                    <a:pt x="34" y="588"/>
                  </a:cubicBezTo>
                  <a:cubicBezTo>
                    <a:pt x="39" y="587"/>
                    <a:pt x="44" y="583"/>
                    <a:pt x="47" y="580"/>
                  </a:cubicBezTo>
                  <a:cubicBezTo>
                    <a:pt x="47" y="580"/>
                    <a:pt x="47" y="580"/>
                    <a:pt x="47" y="580"/>
                  </a:cubicBezTo>
                  <a:cubicBezTo>
                    <a:pt x="48" y="579"/>
                    <a:pt x="49" y="578"/>
                    <a:pt x="49" y="578"/>
                  </a:cubicBezTo>
                  <a:cubicBezTo>
                    <a:pt x="45" y="579"/>
                    <a:pt x="42" y="578"/>
                    <a:pt x="40" y="57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2" name="Freeform 808">
              <a:extLst>
                <a:ext uri="{FF2B5EF4-FFF2-40B4-BE49-F238E27FC236}">
                  <a16:creationId xmlns:a16="http://schemas.microsoft.com/office/drawing/2014/main" id="{9A0DEA01-43A8-A78A-AF0D-8D1EF51DAF99}"/>
                </a:ext>
              </a:extLst>
            </p:cNvPr>
            <p:cNvSpPr>
              <a:spLocks/>
            </p:cNvSpPr>
            <p:nvPr userDrawn="1"/>
          </p:nvSpPr>
          <p:spPr bwMode="auto">
            <a:xfrm>
              <a:off x="2164" y="2806"/>
              <a:ext cx="8" cy="13"/>
            </a:xfrm>
            <a:custGeom>
              <a:avLst/>
              <a:gdLst>
                <a:gd name="T0" fmla="*/ 4 w 6"/>
                <a:gd name="T1" fmla="*/ 9 h 9"/>
                <a:gd name="T2" fmla="*/ 1 w 6"/>
                <a:gd name="T3" fmla="*/ 0 h 9"/>
                <a:gd name="T4" fmla="*/ 4 w 6"/>
                <a:gd name="T5" fmla="*/ 9 h 9"/>
              </a:gdLst>
              <a:ahLst/>
              <a:cxnLst>
                <a:cxn ang="0">
                  <a:pos x="T0" y="T1"/>
                </a:cxn>
                <a:cxn ang="0">
                  <a:pos x="T2" y="T3"/>
                </a:cxn>
                <a:cxn ang="0">
                  <a:pos x="T4" y="T5"/>
                </a:cxn>
              </a:cxnLst>
              <a:rect l="0" t="0" r="r" b="b"/>
              <a:pathLst>
                <a:path w="6" h="9">
                  <a:moveTo>
                    <a:pt x="4" y="9"/>
                  </a:moveTo>
                  <a:cubicBezTo>
                    <a:pt x="1" y="9"/>
                    <a:pt x="2" y="2"/>
                    <a:pt x="1" y="0"/>
                  </a:cubicBezTo>
                  <a:cubicBezTo>
                    <a:pt x="6" y="2"/>
                    <a:pt x="0" y="5"/>
                    <a:pt x="4" y="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3" name="Freeform 809">
              <a:extLst>
                <a:ext uri="{FF2B5EF4-FFF2-40B4-BE49-F238E27FC236}">
                  <a16:creationId xmlns:a16="http://schemas.microsoft.com/office/drawing/2014/main" id="{2AFCE29F-F7A2-85AF-7071-D04386211B7A}"/>
                </a:ext>
              </a:extLst>
            </p:cNvPr>
            <p:cNvSpPr>
              <a:spLocks/>
            </p:cNvSpPr>
            <p:nvPr userDrawn="1"/>
          </p:nvSpPr>
          <p:spPr bwMode="auto">
            <a:xfrm>
              <a:off x="2016" y="2692"/>
              <a:ext cx="1" cy="1"/>
            </a:xfrm>
            <a:custGeom>
              <a:avLst/>
              <a:gdLst>
                <a:gd name="T0" fmla="*/ 1 w 1"/>
                <a:gd name="T1" fmla="*/ 0 h 1"/>
                <a:gd name="T2" fmla="*/ 1 w 1"/>
                <a:gd name="T3" fmla="*/ 1 h 1"/>
                <a:gd name="T4" fmla="*/ 1 w 1"/>
                <a:gd name="T5" fmla="*/ 0 h 1"/>
              </a:gdLst>
              <a:ahLst/>
              <a:cxnLst>
                <a:cxn ang="0">
                  <a:pos x="T0" y="T1"/>
                </a:cxn>
                <a:cxn ang="0">
                  <a:pos x="T2" y="T3"/>
                </a:cxn>
                <a:cxn ang="0">
                  <a:pos x="T4" y="T5"/>
                </a:cxn>
              </a:cxnLst>
              <a:rect l="0" t="0" r="r" b="b"/>
              <a:pathLst>
                <a:path w="1" h="1">
                  <a:moveTo>
                    <a:pt x="1" y="0"/>
                  </a:moveTo>
                  <a:cubicBezTo>
                    <a:pt x="1" y="0"/>
                    <a:pt x="1" y="1"/>
                    <a:pt x="1" y="1"/>
                  </a:cubicBezTo>
                  <a:cubicBezTo>
                    <a:pt x="0" y="1"/>
                    <a:pt x="1" y="0"/>
                    <a:pt x="1"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4" name="Freeform 810">
              <a:extLst>
                <a:ext uri="{FF2B5EF4-FFF2-40B4-BE49-F238E27FC236}">
                  <a16:creationId xmlns:a16="http://schemas.microsoft.com/office/drawing/2014/main" id="{9AC9A5A6-9B75-1CC9-17E3-879FECF64A94}"/>
                </a:ext>
              </a:extLst>
            </p:cNvPr>
            <p:cNvSpPr>
              <a:spLocks/>
            </p:cNvSpPr>
            <p:nvPr userDrawn="1"/>
          </p:nvSpPr>
          <p:spPr bwMode="auto">
            <a:xfrm>
              <a:off x="2027" y="2668"/>
              <a:ext cx="0" cy="2"/>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2"/>
                    <a:pt x="0" y="2"/>
                    <a:pt x="0" y="2"/>
                  </a:cubicBezTo>
                  <a:cubicBezTo>
                    <a:pt x="0" y="1"/>
                    <a:pt x="0" y="1"/>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5" name="Freeform 811">
              <a:extLst>
                <a:ext uri="{FF2B5EF4-FFF2-40B4-BE49-F238E27FC236}">
                  <a16:creationId xmlns:a16="http://schemas.microsoft.com/office/drawing/2014/main" id="{C9C4E509-D11B-C34C-203D-EE28B46C5A04}"/>
                </a:ext>
              </a:extLst>
            </p:cNvPr>
            <p:cNvSpPr>
              <a:spLocks/>
            </p:cNvSpPr>
            <p:nvPr userDrawn="1"/>
          </p:nvSpPr>
          <p:spPr bwMode="auto">
            <a:xfrm>
              <a:off x="2016" y="2693"/>
              <a:ext cx="1" cy="2"/>
            </a:xfrm>
            <a:custGeom>
              <a:avLst/>
              <a:gdLst>
                <a:gd name="T0" fmla="*/ 1 w 1"/>
                <a:gd name="T1" fmla="*/ 1 h 1"/>
                <a:gd name="T2" fmla="*/ 1 w 1"/>
                <a:gd name="T3" fmla="*/ 1 h 1"/>
                <a:gd name="T4" fmla="*/ 1 w 1"/>
                <a:gd name="T5" fmla="*/ 1 h 1"/>
              </a:gdLst>
              <a:ahLst/>
              <a:cxnLst>
                <a:cxn ang="0">
                  <a:pos x="T0" y="T1"/>
                </a:cxn>
                <a:cxn ang="0">
                  <a:pos x="T2" y="T3"/>
                </a:cxn>
                <a:cxn ang="0">
                  <a:pos x="T4" y="T5"/>
                </a:cxn>
              </a:cxnLst>
              <a:rect l="0" t="0" r="r" b="b"/>
              <a:pathLst>
                <a:path w="1" h="1">
                  <a:moveTo>
                    <a:pt x="1" y="1"/>
                  </a:moveTo>
                  <a:cubicBezTo>
                    <a:pt x="1" y="1"/>
                    <a:pt x="0" y="0"/>
                    <a:pt x="1" y="1"/>
                  </a:cubicBezTo>
                  <a:cubicBezTo>
                    <a:pt x="1" y="1"/>
                    <a:pt x="1" y="1"/>
                    <a:pt x="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6" name="Freeform 812">
              <a:extLst>
                <a:ext uri="{FF2B5EF4-FFF2-40B4-BE49-F238E27FC236}">
                  <a16:creationId xmlns:a16="http://schemas.microsoft.com/office/drawing/2014/main" id="{F3794D6B-1789-0AC6-AFAF-1F53D8FCE2A3}"/>
                </a:ext>
              </a:extLst>
            </p:cNvPr>
            <p:cNvSpPr>
              <a:spLocks/>
            </p:cNvSpPr>
            <p:nvPr userDrawn="1"/>
          </p:nvSpPr>
          <p:spPr bwMode="auto">
            <a:xfrm>
              <a:off x="2016" y="306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7" name="Freeform 813">
              <a:extLst>
                <a:ext uri="{FF2B5EF4-FFF2-40B4-BE49-F238E27FC236}">
                  <a16:creationId xmlns:a16="http://schemas.microsoft.com/office/drawing/2014/main" id="{4B42ADC1-7E20-9DD0-4851-E5055E9F9F5E}"/>
                </a:ext>
              </a:extLst>
            </p:cNvPr>
            <p:cNvSpPr>
              <a:spLocks noEditPoints="1"/>
            </p:cNvSpPr>
            <p:nvPr userDrawn="1"/>
          </p:nvSpPr>
          <p:spPr bwMode="auto">
            <a:xfrm>
              <a:off x="1965" y="2399"/>
              <a:ext cx="91" cy="686"/>
            </a:xfrm>
            <a:custGeom>
              <a:avLst/>
              <a:gdLst>
                <a:gd name="T0" fmla="*/ 9 w 63"/>
                <a:gd name="T1" fmla="*/ 368 h 477"/>
                <a:gd name="T2" fmla="*/ 16 w 63"/>
                <a:gd name="T3" fmla="*/ 440 h 477"/>
                <a:gd name="T4" fmla="*/ 14 w 63"/>
                <a:gd name="T5" fmla="*/ 441 h 477"/>
                <a:gd name="T6" fmla="*/ 51 w 63"/>
                <a:gd name="T7" fmla="*/ 456 h 477"/>
                <a:gd name="T8" fmla="*/ 29 w 63"/>
                <a:gd name="T9" fmla="*/ 346 h 477"/>
                <a:gd name="T10" fmla="*/ 35 w 63"/>
                <a:gd name="T11" fmla="*/ 262 h 477"/>
                <a:gd name="T12" fmla="*/ 27 w 63"/>
                <a:gd name="T13" fmla="*/ 240 h 477"/>
                <a:gd name="T14" fmla="*/ 33 w 63"/>
                <a:gd name="T15" fmla="*/ 204 h 477"/>
                <a:gd name="T16" fmla="*/ 35 w 63"/>
                <a:gd name="T17" fmla="*/ 138 h 477"/>
                <a:gd name="T18" fmla="*/ 36 w 63"/>
                <a:gd name="T19" fmla="*/ 112 h 477"/>
                <a:gd name="T20" fmla="*/ 27 w 63"/>
                <a:gd name="T21" fmla="*/ 30 h 477"/>
                <a:gd name="T22" fmla="*/ 36 w 63"/>
                <a:gd name="T23" fmla="*/ 1 h 477"/>
                <a:gd name="T24" fmla="*/ 9 w 63"/>
                <a:gd name="T25" fmla="*/ 368 h 477"/>
                <a:gd name="T26" fmla="*/ 9 w 63"/>
                <a:gd name="T27" fmla="*/ 368 h 477"/>
                <a:gd name="T28" fmla="*/ 34 w 63"/>
                <a:gd name="T29" fmla="*/ 261 h 477"/>
                <a:gd name="T30" fmla="*/ 34 w 63"/>
                <a:gd name="T31" fmla="*/ 261 h 477"/>
                <a:gd name="T32" fmla="*/ 29 w 63"/>
                <a:gd name="T33" fmla="*/ 218 h 477"/>
                <a:gd name="T34" fmla="*/ 38 w 63"/>
                <a:gd name="T35" fmla="*/ 212 h 477"/>
                <a:gd name="T36" fmla="*/ 29 w 63"/>
                <a:gd name="T37" fmla="*/ 218 h 477"/>
                <a:gd name="T38" fmla="*/ 29 w 63"/>
                <a:gd name="T39" fmla="*/ 218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 h="477">
                  <a:moveTo>
                    <a:pt x="9" y="368"/>
                  </a:moveTo>
                  <a:cubicBezTo>
                    <a:pt x="10" y="394"/>
                    <a:pt x="12" y="418"/>
                    <a:pt x="16" y="440"/>
                  </a:cubicBezTo>
                  <a:cubicBezTo>
                    <a:pt x="22" y="432"/>
                    <a:pt x="21" y="433"/>
                    <a:pt x="14" y="441"/>
                  </a:cubicBezTo>
                  <a:cubicBezTo>
                    <a:pt x="16" y="477"/>
                    <a:pt x="44" y="464"/>
                    <a:pt x="51" y="456"/>
                  </a:cubicBezTo>
                  <a:cubicBezTo>
                    <a:pt x="20" y="465"/>
                    <a:pt x="49" y="354"/>
                    <a:pt x="29" y="346"/>
                  </a:cubicBezTo>
                  <a:cubicBezTo>
                    <a:pt x="35" y="336"/>
                    <a:pt x="44" y="254"/>
                    <a:pt x="35" y="262"/>
                  </a:cubicBezTo>
                  <a:cubicBezTo>
                    <a:pt x="63" y="239"/>
                    <a:pt x="32" y="245"/>
                    <a:pt x="27" y="240"/>
                  </a:cubicBezTo>
                  <a:cubicBezTo>
                    <a:pt x="49" y="228"/>
                    <a:pt x="51" y="216"/>
                    <a:pt x="33" y="204"/>
                  </a:cubicBezTo>
                  <a:cubicBezTo>
                    <a:pt x="55" y="203"/>
                    <a:pt x="35" y="136"/>
                    <a:pt x="35" y="138"/>
                  </a:cubicBezTo>
                  <a:cubicBezTo>
                    <a:pt x="35" y="114"/>
                    <a:pt x="36" y="99"/>
                    <a:pt x="36" y="112"/>
                  </a:cubicBezTo>
                  <a:cubicBezTo>
                    <a:pt x="36" y="58"/>
                    <a:pt x="41" y="53"/>
                    <a:pt x="27" y="30"/>
                  </a:cubicBezTo>
                  <a:cubicBezTo>
                    <a:pt x="54" y="25"/>
                    <a:pt x="19" y="25"/>
                    <a:pt x="36" y="1"/>
                  </a:cubicBezTo>
                  <a:cubicBezTo>
                    <a:pt x="18" y="0"/>
                    <a:pt x="0" y="340"/>
                    <a:pt x="9" y="368"/>
                  </a:cubicBezTo>
                  <a:cubicBezTo>
                    <a:pt x="11" y="372"/>
                    <a:pt x="10" y="370"/>
                    <a:pt x="9" y="368"/>
                  </a:cubicBezTo>
                  <a:close/>
                  <a:moveTo>
                    <a:pt x="34" y="261"/>
                  </a:moveTo>
                  <a:cubicBezTo>
                    <a:pt x="39" y="266"/>
                    <a:pt x="35" y="262"/>
                    <a:pt x="34" y="261"/>
                  </a:cubicBezTo>
                  <a:close/>
                  <a:moveTo>
                    <a:pt x="29" y="218"/>
                  </a:moveTo>
                  <a:cubicBezTo>
                    <a:pt x="33" y="219"/>
                    <a:pt x="36" y="217"/>
                    <a:pt x="38" y="212"/>
                  </a:cubicBezTo>
                  <a:cubicBezTo>
                    <a:pt x="34" y="208"/>
                    <a:pt x="31" y="210"/>
                    <a:pt x="29" y="218"/>
                  </a:cubicBezTo>
                  <a:cubicBezTo>
                    <a:pt x="33" y="219"/>
                    <a:pt x="31" y="216"/>
                    <a:pt x="29" y="218"/>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sp>
          <p:nvSpPr>
            <p:cNvPr id="128" name="Freeform 814">
              <a:extLst>
                <a:ext uri="{FF2B5EF4-FFF2-40B4-BE49-F238E27FC236}">
                  <a16:creationId xmlns:a16="http://schemas.microsoft.com/office/drawing/2014/main" id="{5D94CAA1-30C1-9624-5C8A-DC3925AD68C9}"/>
                </a:ext>
              </a:extLst>
            </p:cNvPr>
            <p:cNvSpPr>
              <a:spLocks/>
            </p:cNvSpPr>
            <p:nvPr userDrawn="1"/>
          </p:nvSpPr>
          <p:spPr bwMode="auto">
            <a:xfrm>
              <a:off x="2011" y="2823"/>
              <a:ext cx="10" cy="10"/>
            </a:xfrm>
            <a:custGeom>
              <a:avLst/>
              <a:gdLst>
                <a:gd name="T0" fmla="*/ 5 w 7"/>
                <a:gd name="T1" fmla="*/ 7 h 7"/>
                <a:gd name="T2" fmla="*/ 2 w 7"/>
                <a:gd name="T3" fmla="*/ 0 h 7"/>
                <a:gd name="T4" fmla="*/ 5 w 7"/>
                <a:gd name="T5" fmla="*/ 7 h 7"/>
              </a:gdLst>
              <a:ahLst/>
              <a:cxnLst>
                <a:cxn ang="0">
                  <a:pos x="T0" y="T1"/>
                </a:cxn>
                <a:cxn ang="0">
                  <a:pos x="T2" y="T3"/>
                </a:cxn>
                <a:cxn ang="0">
                  <a:pos x="T4" y="T5"/>
                </a:cxn>
              </a:cxnLst>
              <a:rect l="0" t="0" r="r" b="b"/>
              <a:pathLst>
                <a:path w="7" h="7">
                  <a:moveTo>
                    <a:pt x="5" y="7"/>
                  </a:moveTo>
                  <a:cubicBezTo>
                    <a:pt x="1" y="7"/>
                    <a:pt x="3" y="2"/>
                    <a:pt x="2" y="0"/>
                  </a:cubicBezTo>
                  <a:cubicBezTo>
                    <a:pt x="7" y="2"/>
                    <a:pt x="0" y="5"/>
                    <a:pt x="5" y="7"/>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US">
                <a:solidFill>
                  <a:srgbClr val="C00000"/>
                </a:solidFill>
              </a:endParaRPr>
            </a:p>
          </p:txBody>
        </p:sp>
      </p:grpSp>
      <p:pic>
        <p:nvPicPr>
          <p:cNvPr id="12" name="!!AWS">
            <a:extLst>
              <a:ext uri="{FF2B5EF4-FFF2-40B4-BE49-F238E27FC236}">
                <a16:creationId xmlns:a16="http://schemas.microsoft.com/office/drawing/2014/main" id="{381E995E-405B-0893-D16F-EF5394FCD611}"/>
              </a:ext>
            </a:extLst>
          </p:cNvPr>
          <p:cNvPicPr>
            <a:picLocks noChangeAspect="1"/>
          </p:cNvPicPr>
          <p:nvPr/>
        </p:nvPicPr>
        <p:blipFill>
          <a:blip r:embed="rId9"/>
          <a:stretch>
            <a:fillRect/>
          </a:stretch>
        </p:blipFill>
        <p:spPr>
          <a:xfrm>
            <a:off x="2608996" y="2786256"/>
            <a:ext cx="2152331" cy="1276806"/>
          </a:xfrm>
          <a:prstGeom prst="rect">
            <a:avLst/>
          </a:prstGeom>
        </p:spPr>
      </p:pic>
      <p:pic>
        <p:nvPicPr>
          <p:cNvPr id="7" name="!!Cloud">
            <a:extLst>
              <a:ext uri="{FF2B5EF4-FFF2-40B4-BE49-F238E27FC236}">
                <a16:creationId xmlns:a16="http://schemas.microsoft.com/office/drawing/2014/main" id="{FB2EA99B-8522-9B2B-9935-8D9349B921D7}"/>
              </a:ext>
            </a:extLst>
          </p:cNvPr>
          <p:cNvPicPr>
            <a:picLocks noChangeAspect="1"/>
          </p:cNvPicPr>
          <p:nvPr/>
        </p:nvPicPr>
        <p:blipFill>
          <a:blip r:embed="rId10"/>
          <a:srcRect/>
          <a:stretch/>
        </p:blipFill>
        <p:spPr>
          <a:xfrm>
            <a:off x="5024585" y="2693344"/>
            <a:ext cx="2152331" cy="1280424"/>
          </a:xfrm>
          <a:prstGeom prst="rect">
            <a:avLst/>
          </a:prstGeom>
        </p:spPr>
      </p:pic>
      <p:sp>
        <p:nvSpPr>
          <p:cNvPr id="13" name="!!Header whiteout">
            <a:extLst>
              <a:ext uri="{FF2B5EF4-FFF2-40B4-BE49-F238E27FC236}">
                <a16:creationId xmlns:a16="http://schemas.microsoft.com/office/drawing/2014/main" id="{D0002448-5BDE-B20C-48B4-D236CC5765F0}"/>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Header Text 1">
            <a:extLst>
              <a:ext uri="{FF2B5EF4-FFF2-40B4-BE49-F238E27FC236}">
                <a16:creationId xmlns:a16="http://schemas.microsoft.com/office/drawing/2014/main" id="{3194AD0A-5ABF-D212-8164-EC66CEE90E43}"/>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435543386"/>
      </p:ext>
    </p:extLst>
  </p:cSld>
  <p:clrMapOvr>
    <a:masterClrMapping/>
  </p:clrMapOvr>
  <mc:AlternateContent xmlns:mc="http://schemas.openxmlformats.org/markup-compatibility/2006">
    <mc:Choice xmlns:p159="http://schemas.microsoft.com/office/powerpoint/2015/09/main" Requires="p159">
      <p:transition spd="slow">
        <p159:morph option="byWord"/>
      </p:transition>
    </mc:Choice>
    <mc:Fallback>
      <p:transition spd="slow">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ED377-A381-5059-FBCF-FB4378CDEA6A}"/>
            </a:ext>
          </a:extLst>
        </p:cNvPr>
        <p:cNvGrpSpPr/>
        <p:nvPr/>
      </p:nvGrpSpPr>
      <p:grpSpPr>
        <a:xfrm>
          <a:off x="0" y="0"/>
          <a:ext cx="0" cy="0"/>
          <a:chOff x="0" y="0"/>
          <a:chExt cx="0" cy="0"/>
        </a:xfrm>
      </p:grpSpPr>
      <p:sp>
        <p:nvSpPr>
          <p:cNvPr id="18" name="ZWave3">
            <a:extLst>
              <a:ext uri="{FF2B5EF4-FFF2-40B4-BE49-F238E27FC236}">
                <a16:creationId xmlns:a16="http://schemas.microsoft.com/office/drawing/2014/main" id="{57C8A84C-C535-9289-8C4C-C7571EEB127C}"/>
              </a:ext>
            </a:extLst>
          </p:cNvPr>
          <p:cNvSpPr txBox="1"/>
          <p:nvPr/>
        </p:nvSpPr>
        <p:spPr>
          <a:xfrm>
            <a:off x="4346076" y="2782865"/>
            <a:ext cx="7197177"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Keeps your audio private</a:t>
            </a:r>
          </a:p>
        </p:txBody>
      </p:sp>
      <p:pic>
        <p:nvPicPr>
          <p:cNvPr id="23" name="!!ZWave4 Bulb">
            <a:extLst>
              <a:ext uri="{FF2B5EF4-FFF2-40B4-BE49-F238E27FC236}">
                <a16:creationId xmlns:a16="http://schemas.microsoft.com/office/drawing/2014/main" id="{7B37B60F-6035-0938-9D56-3AD230F418AF}"/>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3846590" y="2754267"/>
            <a:ext cx="425758" cy="400110"/>
          </a:xfrm>
          <a:prstGeom prst="rect">
            <a:avLst/>
          </a:prstGeom>
        </p:spPr>
      </p:pic>
      <p:sp>
        <p:nvSpPr>
          <p:cNvPr id="26" name="ZWave3">
            <a:extLst>
              <a:ext uri="{FF2B5EF4-FFF2-40B4-BE49-F238E27FC236}">
                <a16:creationId xmlns:a16="http://schemas.microsoft.com/office/drawing/2014/main" id="{73FD34B3-4ADC-B359-4F7C-6E27589593B4}"/>
              </a:ext>
            </a:extLst>
          </p:cNvPr>
          <p:cNvSpPr txBox="1"/>
          <p:nvPr/>
        </p:nvSpPr>
        <p:spPr>
          <a:xfrm>
            <a:off x="4346077" y="3330292"/>
            <a:ext cx="7264288"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Not affected by internet outages</a:t>
            </a:r>
          </a:p>
        </p:txBody>
      </p:sp>
      <p:pic>
        <p:nvPicPr>
          <p:cNvPr id="27" name="!!ZWave3 Bulb">
            <a:extLst>
              <a:ext uri="{FF2B5EF4-FFF2-40B4-BE49-F238E27FC236}">
                <a16:creationId xmlns:a16="http://schemas.microsoft.com/office/drawing/2014/main" id="{9A854F7F-496A-F86D-74A1-29C1E0866070}"/>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3846590" y="3301694"/>
            <a:ext cx="425758" cy="400110"/>
          </a:xfrm>
          <a:prstGeom prst="rect">
            <a:avLst/>
          </a:prstGeom>
        </p:spPr>
      </p:pic>
      <p:sp>
        <p:nvSpPr>
          <p:cNvPr id="28" name="ZWave3">
            <a:extLst>
              <a:ext uri="{FF2B5EF4-FFF2-40B4-BE49-F238E27FC236}">
                <a16:creationId xmlns:a16="http://schemas.microsoft.com/office/drawing/2014/main" id="{0874A10D-E46A-817C-33C5-7E2A69D2AA1B}"/>
              </a:ext>
            </a:extLst>
          </p:cNvPr>
          <p:cNvSpPr txBox="1"/>
          <p:nvPr/>
        </p:nvSpPr>
        <p:spPr>
          <a:xfrm>
            <a:off x="4346077" y="3877719"/>
            <a:ext cx="6802894" cy="400110"/>
          </a:xfrm>
          <a:prstGeom prst="rect">
            <a:avLst/>
          </a:prstGeom>
          <a:noFill/>
        </p:spPr>
        <p:txBody>
          <a:bodyPr wrap="square" rtlCol="0">
            <a:spAutoFit/>
          </a:bodyPr>
          <a:lstStyle/>
          <a:p>
            <a:r>
              <a:rPr lang="en-US" sz="2000" dirty="0">
                <a:solidFill>
                  <a:srgbClr val="2D3E50"/>
                </a:solidFill>
                <a:latin typeface="Roboto" panose="02000000000000000000" pitchFamily="2" charset="0"/>
                <a:ea typeface="Roboto" panose="02000000000000000000" pitchFamily="2" charset="0"/>
              </a:rPr>
              <a:t>More control over the process</a:t>
            </a:r>
          </a:p>
        </p:txBody>
      </p:sp>
      <p:pic>
        <p:nvPicPr>
          <p:cNvPr id="29" name="!!ZWave2 Bulb">
            <a:extLst>
              <a:ext uri="{FF2B5EF4-FFF2-40B4-BE49-F238E27FC236}">
                <a16:creationId xmlns:a16="http://schemas.microsoft.com/office/drawing/2014/main" id="{620E928E-5613-CEC8-D97C-C81094B117B6}"/>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3846590" y="3849121"/>
            <a:ext cx="425758" cy="400110"/>
          </a:xfrm>
          <a:prstGeom prst="rect">
            <a:avLst/>
          </a:prstGeom>
        </p:spPr>
      </p:pic>
      <p:sp>
        <p:nvSpPr>
          <p:cNvPr id="2" name="!!Title">
            <a:extLst>
              <a:ext uri="{FF2B5EF4-FFF2-40B4-BE49-F238E27FC236}">
                <a16:creationId xmlns:a16="http://schemas.microsoft.com/office/drawing/2014/main" id="{C973DC21-7D88-F058-81BE-3E4ED974F4DE}"/>
              </a:ext>
            </a:extLst>
          </p:cNvPr>
          <p:cNvSpPr txBox="1">
            <a:spLocks noGrp="1" noRot="1" noMove="1" noResize="1" noEditPoints="1" noAdjustHandles="1" noChangeArrowheads="1" noChangeShapeType="1"/>
          </p:cNvSpPr>
          <p:nvPr/>
        </p:nvSpPr>
        <p:spPr>
          <a:xfrm>
            <a:off x="3270260" y="1103372"/>
            <a:ext cx="565250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u="sng" dirty="0">
                <a:solidFill>
                  <a:srgbClr val="2D3E50"/>
                </a:solidFill>
                <a:latin typeface="Roboto" panose="02000000000000000000" pitchFamily="2" charset="0"/>
                <a:ea typeface="Roboto" panose="02000000000000000000" pitchFamily="2" charset="0"/>
              </a:rPr>
              <a:t>local</a:t>
            </a:r>
            <a:r>
              <a:rPr lang="en-US" sz="2800" dirty="0">
                <a:solidFill>
                  <a:srgbClr val="2D3E50"/>
                </a:solidFill>
                <a:latin typeface="Roboto" panose="02000000000000000000" pitchFamily="2" charset="0"/>
                <a:ea typeface="Roboto" panose="02000000000000000000" pitchFamily="2" charset="0"/>
              </a:rPr>
              <a:t> </a:t>
            </a:r>
            <a:r>
              <a:rPr lang="en-US" sz="2800" b="1" dirty="0">
                <a:solidFill>
                  <a:srgbClr val="2D3E50"/>
                </a:solidFill>
                <a:latin typeface="Roboto" panose="02000000000000000000" pitchFamily="2" charset="0"/>
                <a:ea typeface="Roboto" panose="02000000000000000000" pitchFamily="2" charset="0"/>
              </a:rPr>
              <a:t>voice control</a:t>
            </a:r>
          </a:p>
        </p:txBody>
      </p:sp>
      <p:sp>
        <p:nvSpPr>
          <p:cNvPr id="7" name="!!Header whiteout">
            <a:extLst>
              <a:ext uri="{FF2B5EF4-FFF2-40B4-BE49-F238E27FC236}">
                <a16:creationId xmlns:a16="http://schemas.microsoft.com/office/drawing/2014/main" id="{BB292D2A-8578-B4DB-870C-CE35EDADCC9D}"/>
              </a:ext>
            </a:extLst>
          </p:cNvPr>
          <p:cNvSpPr>
            <a:spLocks noGrp="1" noRot="1" noMove="1" noResize="1" noEditPoints="1" noAdjustHandles="1" noChangeArrowheads="1" noChangeShapeType="1"/>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Header Text 1">
            <a:extLst>
              <a:ext uri="{FF2B5EF4-FFF2-40B4-BE49-F238E27FC236}">
                <a16:creationId xmlns:a16="http://schemas.microsoft.com/office/drawing/2014/main" id="{8C28C763-101E-CD09-8BB7-4B6CD7AEDD0D}"/>
              </a:ext>
            </a:extLst>
          </p:cNvPr>
          <p:cNvSpPr txBox="1">
            <a:spLocks noGrp="1" noRot="1" noMove="1" noResize="1" noEditPoints="1" noAdjustHandles="1" noChangeArrowheads="1" noChangeShapeType="1"/>
          </p:cNvSpPr>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pic>
        <p:nvPicPr>
          <p:cNvPr id="3" name="Picture 2">
            <a:extLst>
              <a:ext uri="{FF2B5EF4-FFF2-40B4-BE49-F238E27FC236}">
                <a16:creationId xmlns:a16="http://schemas.microsoft.com/office/drawing/2014/main" id="{A5480114-35FB-7FBC-7E59-BDA09C708CE2}"/>
              </a:ext>
            </a:extLst>
          </p:cNvPr>
          <p:cNvPicPr>
            <a:picLocks noChangeAspect="1"/>
          </p:cNvPicPr>
          <p:nvPr/>
        </p:nvPicPr>
        <p:blipFill>
          <a:blip r:embed="rId4"/>
          <a:stretch>
            <a:fillRect/>
          </a:stretch>
        </p:blipFill>
        <p:spPr>
          <a:xfrm>
            <a:off x="12346727" y="3593664"/>
            <a:ext cx="3503190" cy="3264336"/>
          </a:xfrm>
          <a:prstGeom prst="rect">
            <a:avLst/>
          </a:prstGeom>
        </p:spPr>
      </p:pic>
      <p:pic>
        <p:nvPicPr>
          <p:cNvPr id="4" name="Picture 3">
            <a:extLst>
              <a:ext uri="{FF2B5EF4-FFF2-40B4-BE49-F238E27FC236}">
                <a16:creationId xmlns:a16="http://schemas.microsoft.com/office/drawing/2014/main" id="{0F504D13-EB2E-5F66-E174-1D4A2EB7E474}"/>
              </a:ext>
            </a:extLst>
          </p:cNvPr>
          <p:cNvPicPr>
            <a:picLocks noChangeAspect="1"/>
          </p:cNvPicPr>
          <p:nvPr/>
        </p:nvPicPr>
        <p:blipFill>
          <a:blip r:embed="rId5"/>
          <a:srcRect/>
          <a:stretch/>
        </p:blipFill>
        <p:spPr>
          <a:xfrm>
            <a:off x="3965430" y="7174797"/>
            <a:ext cx="4274484" cy="2824450"/>
          </a:xfrm>
          <a:prstGeom prst="rect">
            <a:avLst/>
          </a:prstGeom>
        </p:spPr>
      </p:pic>
    </p:spTree>
    <p:extLst>
      <p:ext uri="{BB962C8B-B14F-4D97-AF65-F5344CB8AC3E}">
        <p14:creationId xmlns:p14="http://schemas.microsoft.com/office/powerpoint/2010/main" val="2899534231"/>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500"/>
                                        <p:tgtEl>
                                          <p:spTgt spid="2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500"/>
                                        <p:tgtEl>
                                          <p:spTgt spid="26"/>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500"/>
                                        <p:tgtEl>
                                          <p:spTgt spid="2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6" grpId="0"/>
      <p:bldP spid="28"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4DE05-4E7C-AA62-F423-15146DF4551C}"/>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79466F6D-17DF-0890-F74C-3224A321FE21}"/>
              </a:ext>
            </a:extLst>
          </p:cNvPr>
          <p:cNvSpPr txBox="1">
            <a:spLocks noGrp="1" noRot="1" noMove="1" noResize="1" noEditPoints="1" noAdjustHandles="1" noChangeArrowheads="1" noChangeShapeType="1"/>
          </p:cNvSpPr>
          <p:nvPr/>
        </p:nvSpPr>
        <p:spPr>
          <a:xfrm>
            <a:off x="3270260" y="1103372"/>
            <a:ext cx="565250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u="sng" dirty="0">
                <a:solidFill>
                  <a:srgbClr val="2D3E50"/>
                </a:solidFill>
                <a:latin typeface="Roboto" panose="02000000000000000000" pitchFamily="2" charset="0"/>
                <a:ea typeface="Roboto" panose="02000000000000000000" pitchFamily="2" charset="0"/>
              </a:rPr>
              <a:t>local</a:t>
            </a:r>
            <a:r>
              <a:rPr lang="en-US" sz="2800" dirty="0">
                <a:solidFill>
                  <a:srgbClr val="2D3E50"/>
                </a:solidFill>
                <a:latin typeface="Roboto" panose="02000000000000000000" pitchFamily="2" charset="0"/>
                <a:ea typeface="Roboto" panose="02000000000000000000" pitchFamily="2" charset="0"/>
              </a:rPr>
              <a:t> </a:t>
            </a:r>
            <a:r>
              <a:rPr lang="en-US" sz="2800" b="1" dirty="0">
                <a:solidFill>
                  <a:srgbClr val="2D3E50"/>
                </a:solidFill>
                <a:latin typeface="Roboto" panose="02000000000000000000" pitchFamily="2" charset="0"/>
                <a:ea typeface="Roboto" panose="02000000000000000000" pitchFamily="2" charset="0"/>
              </a:rPr>
              <a:t>voice control</a:t>
            </a:r>
          </a:p>
        </p:txBody>
      </p:sp>
      <p:sp>
        <p:nvSpPr>
          <p:cNvPr id="7" name="!!Header whiteout">
            <a:extLst>
              <a:ext uri="{FF2B5EF4-FFF2-40B4-BE49-F238E27FC236}">
                <a16:creationId xmlns:a16="http://schemas.microsoft.com/office/drawing/2014/main" id="{94342B4F-C989-FFF4-F0D8-5C474D242C08}"/>
              </a:ext>
            </a:extLst>
          </p:cNvPr>
          <p:cNvSpPr>
            <a:spLocks noGrp="1" noRot="1" noMove="1" noResize="1" noEditPoints="1" noAdjustHandles="1" noChangeArrowheads="1" noChangeShapeType="1"/>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Header Text 1">
            <a:extLst>
              <a:ext uri="{FF2B5EF4-FFF2-40B4-BE49-F238E27FC236}">
                <a16:creationId xmlns:a16="http://schemas.microsoft.com/office/drawing/2014/main" id="{B6B473CB-E016-F755-5260-8D8BC75DCFED}"/>
              </a:ext>
            </a:extLst>
          </p:cNvPr>
          <p:cNvSpPr txBox="1">
            <a:spLocks noGrp="1" noRot="1" noMove="1" noResize="1" noEditPoints="1" noAdjustHandles="1" noChangeArrowheads="1" noChangeShapeType="1"/>
          </p:cNvSpPr>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pic>
        <p:nvPicPr>
          <p:cNvPr id="4" name="Picture 3">
            <a:extLst>
              <a:ext uri="{FF2B5EF4-FFF2-40B4-BE49-F238E27FC236}">
                <a16:creationId xmlns:a16="http://schemas.microsoft.com/office/drawing/2014/main" id="{4FF0270A-3C29-25BF-ABA3-E38A78A71914}"/>
              </a:ext>
            </a:extLst>
          </p:cNvPr>
          <p:cNvPicPr>
            <a:picLocks noChangeAspect="1"/>
          </p:cNvPicPr>
          <p:nvPr/>
        </p:nvPicPr>
        <p:blipFill>
          <a:blip r:embed="rId3"/>
          <a:stretch>
            <a:fillRect/>
          </a:stretch>
        </p:blipFill>
        <p:spPr>
          <a:xfrm>
            <a:off x="8688810" y="3593664"/>
            <a:ext cx="3503190" cy="3264336"/>
          </a:xfrm>
          <a:prstGeom prst="rect">
            <a:avLst/>
          </a:prstGeom>
        </p:spPr>
      </p:pic>
      <p:pic>
        <p:nvPicPr>
          <p:cNvPr id="3" name="Picture 2">
            <a:extLst>
              <a:ext uri="{FF2B5EF4-FFF2-40B4-BE49-F238E27FC236}">
                <a16:creationId xmlns:a16="http://schemas.microsoft.com/office/drawing/2014/main" id="{E2BB4B68-A019-1820-6FD0-3B699E19F6EE}"/>
              </a:ext>
            </a:extLst>
          </p:cNvPr>
          <p:cNvPicPr>
            <a:picLocks noChangeAspect="1"/>
          </p:cNvPicPr>
          <p:nvPr/>
        </p:nvPicPr>
        <p:blipFill>
          <a:blip r:embed="rId4"/>
          <a:srcRect/>
          <a:stretch/>
        </p:blipFill>
        <p:spPr>
          <a:xfrm>
            <a:off x="3965430" y="4226496"/>
            <a:ext cx="4274484" cy="2824450"/>
          </a:xfrm>
          <a:prstGeom prst="rect">
            <a:avLst/>
          </a:prstGeom>
        </p:spPr>
      </p:pic>
    </p:spTree>
    <p:extLst>
      <p:ext uri="{BB962C8B-B14F-4D97-AF65-F5344CB8AC3E}">
        <p14:creationId xmlns:p14="http://schemas.microsoft.com/office/powerpoint/2010/main" val="2603091957"/>
      </p:ext>
    </p:extLst>
  </p:cSld>
  <p:clrMapOvr>
    <a:masterClrMapping/>
  </p:clrMapOvr>
  <mc:AlternateContent xmlns:mc="http://schemas.openxmlformats.org/markup-compatibility/2006">
    <mc:Choice xmlns:p159="http://schemas.microsoft.com/office/powerpoint/2015/09/main" Requires="p159">
      <p:transition spd="slow">
        <p159:morph option="byWord"/>
      </p:transition>
    </mc:Choice>
    <mc:Fallback>
      <p:transition spd="slow">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794F-E55C-4838-6229-C1B37AA79CD1}"/>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F22BB942-0895-26C6-4756-271AB9E85250}"/>
              </a:ext>
            </a:extLst>
          </p:cNvPr>
          <p:cNvSpPr txBox="1">
            <a:spLocks noGrp="1" noRot="1" noMove="1" noResize="1" noEditPoints="1" noAdjustHandles="1" noChangeArrowheads="1" noChangeShapeType="1"/>
          </p:cNvSpPr>
          <p:nvPr/>
        </p:nvSpPr>
        <p:spPr>
          <a:xfrm>
            <a:off x="3270260" y="1103372"/>
            <a:ext cx="5652509"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u="sng" dirty="0">
                <a:solidFill>
                  <a:srgbClr val="2D3E50"/>
                </a:solidFill>
                <a:latin typeface="Roboto" panose="02000000000000000000" pitchFamily="2" charset="0"/>
                <a:ea typeface="Roboto" panose="02000000000000000000" pitchFamily="2" charset="0"/>
              </a:rPr>
              <a:t>local</a:t>
            </a:r>
            <a:r>
              <a:rPr lang="en-US" sz="2800" dirty="0">
                <a:solidFill>
                  <a:srgbClr val="2D3E50"/>
                </a:solidFill>
                <a:latin typeface="Roboto" panose="02000000000000000000" pitchFamily="2" charset="0"/>
                <a:ea typeface="Roboto" panose="02000000000000000000" pitchFamily="2" charset="0"/>
              </a:rPr>
              <a:t> </a:t>
            </a:r>
            <a:r>
              <a:rPr lang="en-US" sz="2800" b="1" dirty="0">
                <a:solidFill>
                  <a:srgbClr val="2D3E50"/>
                </a:solidFill>
                <a:latin typeface="Roboto" panose="02000000000000000000" pitchFamily="2" charset="0"/>
                <a:ea typeface="Roboto" panose="02000000000000000000" pitchFamily="2" charset="0"/>
              </a:rPr>
              <a:t>voice control</a:t>
            </a:r>
          </a:p>
        </p:txBody>
      </p:sp>
      <p:sp>
        <p:nvSpPr>
          <p:cNvPr id="7" name="!!Header whiteout">
            <a:extLst>
              <a:ext uri="{FF2B5EF4-FFF2-40B4-BE49-F238E27FC236}">
                <a16:creationId xmlns:a16="http://schemas.microsoft.com/office/drawing/2014/main" id="{F2F62F58-91B7-D2FC-B150-B5B61CD467CC}"/>
              </a:ext>
            </a:extLst>
          </p:cNvPr>
          <p:cNvSpPr>
            <a:spLocks noGrp="1" noRot="1" noMove="1" noResize="1" noEditPoints="1" noAdjustHandles="1" noChangeArrowheads="1" noChangeShapeType="1"/>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Header Text 1">
            <a:extLst>
              <a:ext uri="{FF2B5EF4-FFF2-40B4-BE49-F238E27FC236}">
                <a16:creationId xmlns:a16="http://schemas.microsoft.com/office/drawing/2014/main" id="{0CF74C80-0EFE-F02C-7D39-A26F1E3E72B6}"/>
              </a:ext>
            </a:extLst>
          </p:cNvPr>
          <p:cNvSpPr txBox="1">
            <a:spLocks noGrp="1" noRot="1" noMove="1" noResize="1" noEditPoints="1" noAdjustHandles="1" noChangeArrowheads="1" noChangeShapeType="1"/>
          </p:cNvSpPr>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pic>
        <p:nvPicPr>
          <p:cNvPr id="4" name="Picture 3">
            <a:extLst>
              <a:ext uri="{FF2B5EF4-FFF2-40B4-BE49-F238E27FC236}">
                <a16:creationId xmlns:a16="http://schemas.microsoft.com/office/drawing/2014/main" id="{E0CF7490-E3DE-329B-3130-B34057DAE16F}"/>
              </a:ext>
            </a:extLst>
          </p:cNvPr>
          <p:cNvPicPr>
            <a:picLocks noChangeAspect="1"/>
          </p:cNvPicPr>
          <p:nvPr/>
        </p:nvPicPr>
        <p:blipFill>
          <a:blip r:embed="rId3"/>
          <a:stretch>
            <a:fillRect/>
          </a:stretch>
        </p:blipFill>
        <p:spPr>
          <a:xfrm>
            <a:off x="8688810" y="3593664"/>
            <a:ext cx="3503190" cy="3264336"/>
          </a:xfrm>
          <a:prstGeom prst="rect">
            <a:avLst/>
          </a:prstGeom>
        </p:spPr>
      </p:pic>
      <p:pic>
        <p:nvPicPr>
          <p:cNvPr id="3" name="Picture 2">
            <a:extLst>
              <a:ext uri="{FF2B5EF4-FFF2-40B4-BE49-F238E27FC236}">
                <a16:creationId xmlns:a16="http://schemas.microsoft.com/office/drawing/2014/main" id="{B3B6CBB6-D223-D89A-79F3-EA6A1839FE91}"/>
              </a:ext>
            </a:extLst>
          </p:cNvPr>
          <p:cNvPicPr>
            <a:picLocks noChangeAspect="1"/>
          </p:cNvPicPr>
          <p:nvPr/>
        </p:nvPicPr>
        <p:blipFill>
          <a:blip r:embed="rId4"/>
          <a:srcRect/>
          <a:stretch/>
        </p:blipFill>
        <p:spPr>
          <a:xfrm>
            <a:off x="3965430" y="4226496"/>
            <a:ext cx="4274484" cy="2824450"/>
          </a:xfrm>
          <a:prstGeom prst="rect">
            <a:avLst/>
          </a:prstGeom>
        </p:spPr>
      </p:pic>
      <p:sp>
        <p:nvSpPr>
          <p:cNvPr id="5" name="!!Red text 2">
            <a:extLst>
              <a:ext uri="{FF2B5EF4-FFF2-40B4-BE49-F238E27FC236}">
                <a16:creationId xmlns:a16="http://schemas.microsoft.com/office/drawing/2014/main" id="{EA8B0498-13F0-622C-77AD-D88BEF8EF077}"/>
              </a:ext>
            </a:extLst>
          </p:cNvPr>
          <p:cNvSpPr txBox="1"/>
          <p:nvPr/>
        </p:nvSpPr>
        <p:spPr>
          <a:xfrm>
            <a:off x="2305158" y="2096333"/>
            <a:ext cx="7595028"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"Home Assistant Cloud" plugin =&gt; </a:t>
            </a:r>
            <a:r>
              <a:rPr lang="en-US" sz="2000" dirty="0">
                <a:solidFill>
                  <a:srgbClr val="2D3E50"/>
                </a:solidFill>
                <a:latin typeface="Segoe Print" panose="02000600000000000000" pitchFamily="2" charset="0"/>
              </a:rPr>
              <a:t>Simple voice control</a:t>
            </a:r>
          </a:p>
        </p:txBody>
      </p:sp>
      <p:sp>
        <p:nvSpPr>
          <p:cNvPr id="6" name="!!Red text 2">
            <a:extLst>
              <a:ext uri="{FF2B5EF4-FFF2-40B4-BE49-F238E27FC236}">
                <a16:creationId xmlns:a16="http://schemas.microsoft.com/office/drawing/2014/main" id="{DD21FAC9-2F82-E372-3F49-2A4F5DE4C066}"/>
              </a:ext>
            </a:extLst>
          </p:cNvPr>
          <p:cNvSpPr txBox="1"/>
          <p:nvPr/>
        </p:nvSpPr>
        <p:spPr>
          <a:xfrm>
            <a:off x="2298486" y="2680335"/>
            <a:ext cx="7595028" cy="400110"/>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ChatGPT =&gt; </a:t>
            </a:r>
            <a:r>
              <a:rPr lang="en-US" sz="2000" dirty="0">
                <a:solidFill>
                  <a:srgbClr val="2D3E50"/>
                </a:solidFill>
                <a:latin typeface="Segoe Print" panose="02000600000000000000" pitchFamily="2" charset="0"/>
              </a:rPr>
              <a:t>Conversational voice control, for $</a:t>
            </a:r>
          </a:p>
        </p:txBody>
      </p:sp>
      <p:sp>
        <p:nvSpPr>
          <p:cNvPr id="8" name="!!Red text 2">
            <a:extLst>
              <a:ext uri="{FF2B5EF4-FFF2-40B4-BE49-F238E27FC236}">
                <a16:creationId xmlns:a16="http://schemas.microsoft.com/office/drawing/2014/main" id="{91A0226A-89A3-D819-7AA5-9F766828E32B}"/>
              </a:ext>
            </a:extLst>
          </p:cNvPr>
          <p:cNvSpPr txBox="1"/>
          <p:nvPr/>
        </p:nvSpPr>
        <p:spPr>
          <a:xfrm>
            <a:off x="2305158" y="3264336"/>
            <a:ext cx="7595028" cy="400110"/>
          </a:xfrm>
          <a:prstGeom prst="rect">
            <a:avLst/>
          </a:prstGeom>
          <a:noFill/>
        </p:spPr>
        <p:txBody>
          <a:bodyPr wrap="square" rtlCol="0">
            <a:spAutoFit/>
          </a:bodyPr>
          <a:lstStyle/>
          <a:p>
            <a:pPr algn="ctr"/>
            <a:r>
              <a:rPr lang="en-US" sz="2000" dirty="0" err="1">
                <a:solidFill>
                  <a:srgbClr val="C00000"/>
                </a:solidFill>
                <a:latin typeface="Segoe Print" panose="02000600000000000000" pitchFamily="2" charset="0"/>
              </a:rPr>
              <a:t>Ollama</a:t>
            </a:r>
            <a:r>
              <a:rPr lang="en-US" sz="2000" dirty="0">
                <a:solidFill>
                  <a:srgbClr val="C00000"/>
                </a:solidFill>
                <a:latin typeface="Segoe Print" panose="02000600000000000000" pitchFamily="2" charset="0"/>
              </a:rPr>
              <a:t> =&gt; </a:t>
            </a:r>
            <a:r>
              <a:rPr lang="en-US" sz="2000" dirty="0">
                <a:solidFill>
                  <a:srgbClr val="2D3E50"/>
                </a:solidFill>
                <a:latin typeface="Segoe Print" panose="02000600000000000000" pitchFamily="2" charset="0"/>
              </a:rPr>
              <a:t>Conversational voice control, for free</a:t>
            </a:r>
          </a:p>
        </p:txBody>
      </p:sp>
    </p:spTree>
    <p:extLst>
      <p:ext uri="{BB962C8B-B14F-4D97-AF65-F5344CB8AC3E}">
        <p14:creationId xmlns:p14="http://schemas.microsoft.com/office/powerpoint/2010/main" val="107499993"/>
      </p:ext>
    </p:extLst>
  </p:cSld>
  <p:clrMapOvr>
    <a:masterClrMapping/>
  </p:clrMapOvr>
  <mc:AlternateContent xmlns:mc="http://schemas.openxmlformats.org/markup-compatibility/2006">
    <mc:Choice xmlns:p159="http://schemas.microsoft.com/office/powerpoint/2015/09/main" Requires="p159">
      <p:transition spd="slow">
        <p159:morph option="byWord"/>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B028D3B-D26F-3B6F-92BF-229E7911D1D5}"/>
              </a:ext>
            </a:extLst>
          </p:cNvPr>
          <p:cNvPicPr>
            <a:picLocks noChangeAspect="1"/>
          </p:cNvPicPr>
          <p:nvPr/>
        </p:nvPicPr>
        <p:blipFill>
          <a:blip r:embed="rId3"/>
          <a:stretch>
            <a:fillRect/>
          </a:stretch>
        </p:blipFill>
        <p:spPr>
          <a:xfrm>
            <a:off x="6838275" y="4522287"/>
            <a:ext cx="797849" cy="1498990"/>
          </a:xfrm>
          <a:prstGeom prst="rect">
            <a:avLst/>
          </a:prstGeom>
        </p:spPr>
      </p:pic>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4"/>
          <a:srcRect/>
          <a:stretch/>
        </p:blipFill>
        <p:spPr>
          <a:xfrm>
            <a:off x="4025166" y="1457826"/>
            <a:ext cx="4147402" cy="5152279"/>
          </a:xfrm>
          <a:prstGeom prst="rect">
            <a:avLst/>
          </a:prstGeom>
        </p:spPr>
      </p:pic>
      <p:sp>
        <p:nvSpPr>
          <p:cNvPr id="5" name="Whiteout">
            <a:extLst>
              <a:ext uri="{FF2B5EF4-FFF2-40B4-BE49-F238E27FC236}">
                <a16:creationId xmlns:a16="http://schemas.microsoft.com/office/drawing/2014/main" id="{56ADDBA2-0A51-7350-3AA7-27AB163C516A}"/>
              </a:ext>
            </a:extLst>
          </p:cNvPr>
          <p:cNvSpPr/>
          <p:nvPr/>
        </p:nvSpPr>
        <p:spPr>
          <a:xfrm>
            <a:off x="7839070" y="3819130"/>
            <a:ext cx="883920" cy="23835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4910477" y="44813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6"/>
          <a:stretch>
            <a:fillRect/>
          </a:stretch>
        </p:blipFill>
        <p:spPr>
          <a:xfrm rot="7121993">
            <a:off x="5297639" y="50857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7"/>
          <a:stretch>
            <a:fillRect/>
          </a:stretch>
        </p:blipFill>
        <p:spPr>
          <a:xfrm rot="20618759">
            <a:off x="5063782" y="51144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8"/>
          <a:srcRect/>
          <a:stretch/>
        </p:blipFill>
        <p:spPr>
          <a:xfrm>
            <a:off x="5691315" y="2561790"/>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3275866" y="1103372"/>
            <a:ext cx="564128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u="sng" dirty="0">
                <a:solidFill>
                  <a:srgbClr val="2D3E50"/>
                </a:solidFill>
                <a:latin typeface="Roboto" panose="02000000000000000000" pitchFamily="2" charset="0"/>
                <a:ea typeface="Roboto" panose="02000000000000000000" pitchFamily="2" charset="0"/>
              </a:rPr>
              <a:t>local</a:t>
            </a:r>
            <a:r>
              <a:rPr lang="en-US" sz="2800" dirty="0">
                <a:solidFill>
                  <a:srgbClr val="2D3E50"/>
                </a:solidFill>
                <a:latin typeface="Roboto" panose="02000000000000000000" pitchFamily="2" charset="0"/>
                <a:ea typeface="Roboto" panose="02000000000000000000" pitchFamily="2" charset="0"/>
              </a:rPr>
              <a:t> </a:t>
            </a:r>
            <a:r>
              <a:rPr lang="en-US" sz="2800" b="1" dirty="0">
                <a:solidFill>
                  <a:srgbClr val="2D3E50"/>
                </a:solidFill>
                <a:latin typeface="Roboto" panose="02000000000000000000" pitchFamily="2" charset="0"/>
                <a:ea typeface="Roboto" panose="02000000000000000000" pitchFamily="2" charset="0"/>
              </a:rPr>
              <a:t>voice control</a:t>
            </a:r>
          </a:p>
        </p:txBody>
      </p:sp>
      <p:grpSp>
        <p:nvGrpSpPr>
          <p:cNvPr id="3" name="!!Group 3">
            <a:extLst>
              <a:ext uri="{FF2B5EF4-FFF2-40B4-BE49-F238E27FC236}">
                <a16:creationId xmlns:a16="http://schemas.microsoft.com/office/drawing/2014/main" id="{D6CD7F5B-D4F8-FF70-A2A4-AA4E519A23C7}"/>
              </a:ext>
            </a:extLst>
          </p:cNvPr>
          <p:cNvGrpSpPr/>
          <p:nvPr/>
        </p:nvGrpSpPr>
        <p:grpSpPr>
          <a:xfrm>
            <a:off x="5146600" y="46815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7" name="Picture 6">
            <a:extLst>
              <a:ext uri="{FF2B5EF4-FFF2-40B4-BE49-F238E27FC236}">
                <a16:creationId xmlns:a16="http://schemas.microsoft.com/office/drawing/2014/main" id="{2A4BD5D9-43B3-E85B-F2AB-E3F6F31746BC}"/>
              </a:ext>
            </a:extLst>
          </p:cNvPr>
          <p:cNvPicPr>
            <a:picLocks noChangeAspect="1"/>
          </p:cNvPicPr>
          <p:nvPr/>
        </p:nvPicPr>
        <p:blipFill>
          <a:blip r:embed="rId9"/>
          <a:srcRect/>
          <a:stretch/>
        </p:blipFill>
        <p:spPr>
          <a:xfrm>
            <a:off x="5671301" y="4925632"/>
            <a:ext cx="1098120" cy="982529"/>
          </a:xfrm>
          <a:prstGeom prst="rect">
            <a:avLst/>
          </a:prstGeom>
        </p:spPr>
      </p:pic>
      <p:sp>
        <p:nvSpPr>
          <p:cNvPr id="26" name="!!Speech Bubble: Rectangle 19">
            <a:extLst>
              <a:ext uri="{FF2B5EF4-FFF2-40B4-BE49-F238E27FC236}">
                <a16:creationId xmlns:a16="http://schemas.microsoft.com/office/drawing/2014/main" id="{BB41903C-0491-FEEB-DE9E-B1B258035410}"/>
              </a:ext>
            </a:extLst>
          </p:cNvPr>
          <p:cNvSpPr/>
          <p:nvPr/>
        </p:nvSpPr>
        <p:spPr>
          <a:xfrm>
            <a:off x="4587193" y="3672166"/>
            <a:ext cx="1614626" cy="654767"/>
          </a:xfrm>
          <a:prstGeom prst="wedgeRectCallout">
            <a:avLst>
              <a:gd name="adj1" fmla="val -13869"/>
              <a:gd name="adj2" fmla="val 7743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2">
            <a:extLst>
              <a:ext uri="{FF2B5EF4-FFF2-40B4-BE49-F238E27FC236}">
                <a16:creationId xmlns:a16="http://schemas.microsoft.com/office/drawing/2014/main" id="{992DB451-5745-4F6B-7155-7CAA94082E64}"/>
              </a:ext>
            </a:extLst>
          </p:cNvPr>
          <p:cNvSpPr txBox="1"/>
          <p:nvPr/>
        </p:nvSpPr>
        <p:spPr>
          <a:xfrm>
            <a:off x="4587192" y="3672166"/>
            <a:ext cx="2104197" cy="646331"/>
          </a:xfrm>
          <a:prstGeom prst="rect">
            <a:avLst/>
          </a:prstGeom>
          <a:noFill/>
        </p:spPr>
        <p:txBody>
          <a:bodyPr wrap="square" rtlCol="0">
            <a:spAutoFit/>
          </a:bodyPr>
          <a:lstStyle/>
          <a:p>
            <a:r>
              <a:rPr lang="en-US" dirty="0">
                <a:latin typeface="Roboto Black" panose="02000000000000000000" pitchFamily="2" charset="0"/>
                <a:ea typeface="Roboto Black" panose="02000000000000000000" pitchFamily="2" charset="0"/>
              </a:rPr>
              <a:t>Hogwarts, </a:t>
            </a:r>
            <a:br>
              <a:rPr lang="en-US" dirty="0">
                <a:latin typeface="Roboto Black" panose="02000000000000000000" pitchFamily="2" charset="0"/>
                <a:ea typeface="Roboto Black" panose="02000000000000000000" pitchFamily="2" charset="0"/>
              </a:rPr>
            </a:br>
            <a:r>
              <a:rPr lang="en-US" dirty="0" err="1">
                <a:latin typeface="Roboto Black" panose="02000000000000000000" pitchFamily="2" charset="0"/>
                <a:ea typeface="Roboto Black" panose="02000000000000000000" pitchFamily="2" charset="0"/>
              </a:rPr>
              <a:t>lumos</a:t>
            </a:r>
            <a:r>
              <a:rPr lang="en-US" dirty="0">
                <a:latin typeface="Roboto Black" panose="02000000000000000000" pitchFamily="2" charset="0"/>
                <a:ea typeface="Roboto Black" panose="02000000000000000000" pitchFamily="2" charset="0"/>
              </a:rPr>
              <a:t>!</a:t>
            </a:r>
          </a:p>
        </p:txBody>
      </p:sp>
      <p:sp>
        <p:nvSpPr>
          <p:cNvPr id="4" name="!!Header whiteout">
            <a:extLst>
              <a:ext uri="{FF2B5EF4-FFF2-40B4-BE49-F238E27FC236}">
                <a16:creationId xmlns:a16="http://schemas.microsoft.com/office/drawing/2014/main" id="{86F421C7-3FB1-F9A4-8ACF-1EA9EFCFDEFA}"/>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ader Text 1">
            <a:extLst>
              <a:ext uri="{FF2B5EF4-FFF2-40B4-BE49-F238E27FC236}">
                <a16:creationId xmlns:a16="http://schemas.microsoft.com/office/drawing/2014/main" id="{353E566D-1379-6EF1-7B3F-695EC5F0BC56}"/>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52568633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500"/>
                                        <p:tgtEl>
                                          <p:spTgt spid="2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B028D3B-D26F-3B6F-92BF-229E7911D1D5}"/>
              </a:ext>
            </a:extLst>
          </p:cNvPr>
          <p:cNvPicPr>
            <a:picLocks noChangeAspect="1"/>
          </p:cNvPicPr>
          <p:nvPr/>
        </p:nvPicPr>
        <p:blipFill>
          <a:blip r:embed="rId3"/>
          <a:stretch>
            <a:fillRect/>
          </a:stretch>
        </p:blipFill>
        <p:spPr>
          <a:xfrm>
            <a:off x="6838275" y="4522287"/>
            <a:ext cx="797849" cy="1498990"/>
          </a:xfrm>
          <a:prstGeom prst="rect">
            <a:avLst/>
          </a:prstGeom>
        </p:spPr>
      </p:pic>
      <p:pic>
        <p:nvPicPr>
          <p:cNvPr id="12" name="Picture 11">
            <a:extLst>
              <a:ext uri="{FF2B5EF4-FFF2-40B4-BE49-F238E27FC236}">
                <a16:creationId xmlns:a16="http://schemas.microsoft.com/office/drawing/2014/main" id="{D8BC05FE-C581-B4C8-A3B3-32C6E466252B}"/>
              </a:ext>
            </a:extLst>
          </p:cNvPr>
          <p:cNvPicPr>
            <a:picLocks noChangeAspect="1"/>
          </p:cNvPicPr>
          <p:nvPr/>
        </p:nvPicPr>
        <p:blipFill>
          <a:blip r:embed="rId4"/>
          <a:stretch>
            <a:fillRect/>
          </a:stretch>
        </p:blipFill>
        <p:spPr>
          <a:xfrm>
            <a:off x="7041581" y="4668645"/>
            <a:ext cx="141454" cy="125516"/>
          </a:xfrm>
          <a:prstGeom prst="rect">
            <a:avLst/>
          </a:prstGeom>
        </p:spPr>
      </p:pic>
      <p:pic>
        <p:nvPicPr>
          <p:cNvPr id="13" name="Picture 12">
            <a:extLst>
              <a:ext uri="{FF2B5EF4-FFF2-40B4-BE49-F238E27FC236}">
                <a16:creationId xmlns:a16="http://schemas.microsoft.com/office/drawing/2014/main" id="{964B2A2C-872D-48BB-5FCA-2F214BBC9232}"/>
              </a:ext>
            </a:extLst>
          </p:cNvPr>
          <p:cNvPicPr>
            <a:picLocks noChangeAspect="1"/>
          </p:cNvPicPr>
          <p:nvPr/>
        </p:nvPicPr>
        <p:blipFill>
          <a:blip r:embed="rId4"/>
          <a:stretch>
            <a:fillRect/>
          </a:stretch>
        </p:blipFill>
        <p:spPr>
          <a:xfrm>
            <a:off x="7186361" y="4668645"/>
            <a:ext cx="141454" cy="125516"/>
          </a:xfrm>
          <a:prstGeom prst="rect">
            <a:avLst/>
          </a:prstGeom>
        </p:spPr>
      </p:pic>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5"/>
          <a:srcRect/>
          <a:stretch/>
        </p:blipFill>
        <p:spPr>
          <a:xfrm>
            <a:off x="4025166" y="1457826"/>
            <a:ext cx="4147402" cy="5152279"/>
          </a:xfrm>
          <a:prstGeom prst="rect">
            <a:avLst/>
          </a:prstGeom>
        </p:spPr>
      </p:pic>
      <p:sp>
        <p:nvSpPr>
          <p:cNvPr id="10" name="!!Speech Bubble: Rect 3">
            <a:extLst>
              <a:ext uri="{FF2B5EF4-FFF2-40B4-BE49-F238E27FC236}">
                <a16:creationId xmlns:a16="http://schemas.microsoft.com/office/drawing/2014/main" id="{E96CE92D-DC88-E68E-A036-FDA6FE39E46F}"/>
              </a:ext>
            </a:extLst>
          </p:cNvPr>
          <p:cNvSpPr/>
          <p:nvPr/>
        </p:nvSpPr>
        <p:spPr>
          <a:xfrm>
            <a:off x="6677568" y="3973327"/>
            <a:ext cx="797189" cy="369332"/>
          </a:xfrm>
          <a:prstGeom prst="wedgeRectCallout">
            <a:avLst>
              <a:gd name="adj1" fmla="val 19503"/>
              <a:gd name="adj2" fmla="val 882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23">
            <a:extLst>
              <a:ext uri="{FF2B5EF4-FFF2-40B4-BE49-F238E27FC236}">
                <a16:creationId xmlns:a16="http://schemas.microsoft.com/office/drawing/2014/main" id="{8B6BF7D4-17B0-E2CC-8509-C4DF0AB3D511}"/>
              </a:ext>
            </a:extLst>
          </p:cNvPr>
          <p:cNvSpPr txBox="1"/>
          <p:nvPr/>
        </p:nvSpPr>
        <p:spPr>
          <a:xfrm>
            <a:off x="6673166" y="3973327"/>
            <a:ext cx="948889" cy="369332"/>
          </a:xfrm>
          <a:prstGeom prst="rect">
            <a:avLst/>
          </a:prstGeom>
          <a:noFill/>
        </p:spPr>
        <p:txBody>
          <a:bodyPr wrap="square" rtlCol="0">
            <a:spAutoFit/>
          </a:bodyPr>
          <a:lstStyle/>
          <a:p>
            <a:r>
              <a:rPr lang="en-US" i="1" dirty="0">
                <a:latin typeface="Candara Light" panose="020E0502030303020204" pitchFamily="34" charset="0"/>
                <a:ea typeface="Roboto Black" panose="02000000000000000000" pitchFamily="2" charset="0"/>
              </a:rPr>
              <a:t>Swoon</a:t>
            </a:r>
          </a:p>
        </p:txBody>
      </p:sp>
      <p:sp>
        <p:nvSpPr>
          <p:cNvPr id="5" name="Whiteout">
            <a:extLst>
              <a:ext uri="{FF2B5EF4-FFF2-40B4-BE49-F238E27FC236}">
                <a16:creationId xmlns:a16="http://schemas.microsoft.com/office/drawing/2014/main" id="{56ADDBA2-0A51-7350-3AA7-27AB163C516A}"/>
              </a:ext>
            </a:extLst>
          </p:cNvPr>
          <p:cNvSpPr/>
          <p:nvPr/>
        </p:nvSpPr>
        <p:spPr>
          <a:xfrm>
            <a:off x="7839070" y="3819130"/>
            <a:ext cx="883920" cy="23835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4910477" y="44813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7"/>
          <a:stretch>
            <a:fillRect/>
          </a:stretch>
        </p:blipFill>
        <p:spPr>
          <a:xfrm rot="7121993">
            <a:off x="5297639" y="50857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8"/>
          <a:stretch>
            <a:fillRect/>
          </a:stretch>
        </p:blipFill>
        <p:spPr>
          <a:xfrm rot="20618759">
            <a:off x="5063782" y="5114447"/>
            <a:ext cx="253220" cy="257910"/>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3275866" y="1103372"/>
            <a:ext cx="5641288"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Let's talk about </a:t>
            </a:r>
            <a:r>
              <a:rPr lang="en-US" sz="2800" b="1" u="sng" dirty="0">
                <a:solidFill>
                  <a:srgbClr val="2D3E50"/>
                </a:solidFill>
                <a:latin typeface="Roboto" panose="02000000000000000000" pitchFamily="2" charset="0"/>
                <a:ea typeface="Roboto" panose="02000000000000000000" pitchFamily="2" charset="0"/>
              </a:rPr>
              <a:t>local</a:t>
            </a:r>
            <a:r>
              <a:rPr lang="en-US" sz="2800" dirty="0">
                <a:solidFill>
                  <a:srgbClr val="2D3E50"/>
                </a:solidFill>
                <a:latin typeface="Roboto" panose="02000000000000000000" pitchFamily="2" charset="0"/>
                <a:ea typeface="Roboto" panose="02000000000000000000" pitchFamily="2" charset="0"/>
              </a:rPr>
              <a:t> </a:t>
            </a:r>
            <a:r>
              <a:rPr lang="en-US" sz="2800" b="1" dirty="0">
                <a:solidFill>
                  <a:srgbClr val="2D3E50"/>
                </a:solidFill>
                <a:latin typeface="Roboto" panose="02000000000000000000" pitchFamily="2" charset="0"/>
                <a:ea typeface="Roboto" panose="02000000000000000000" pitchFamily="2" charset="0"/>
              </a:rPr>
              <a:t>voice control</a:t>
            </a:r>
          </a:p>
        </p:txBody>
      </p:sp>
      <p:grpSp>
        <p:nvGrpSpPr>
          <p:cNvPr id="3" name="!!Group 3">
            <a:extLst>
              <a:ext uri="{FF2B5EF4-FFF2-40B4-BE49-F238E27FC236}">
                <a16:creationId xmlns:a16="http://schemas.microsoft.com/office/drawing/2014/main" id="{D6CD7F5B-D4F8-FF70-A2A4-AA4E519A23C7}"/>
              </a:ext>
            </a:extLst>
          </p:cNvPr>
          <p:cNvGrpSpPr/>
          <p:nvPr/>
        </p:nvGrpSpPr>
        <p:grpSpPr>
          <a:xfrm>
            <a:off x="5146600" y="4681574"/>
            <a:ext cx="215900" cy="158305"/>
            <a:chOff x="1884367" y="4063518"/>
            <a:chExt cx="215900" cy="158305"/>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4" name="!!Speech Bubble: Rectangle 19">
            <a:extLst>
              <a:ext uri="{FF2B5EF4-FFF2-40B4-BE49-F238E27FC236}">
                <a16:creationId xmlns:a16="http://schemas.microsoft.com/office/drawing/2014/main" id="{C5552446-F28A-3346-6A5F-57176B41DE8E}"/>
              </a:ext>
            </a:extLst>
          </p:cNvPr>
          <p:cNvSpPr/>
          <p:nvPr/>
        </p:nvSpPr>
        <p:spPr>
          <a:xfrm>
            <a:off x="4587193" y="3672166"/>
            <a:ext cx="1614626" cy="654767"/>
          </a:xfrm>
          <a:prstGeom prst="wedgeRectCallout">
            <a:avLst>
              <a:gd name="adj1" fmla="val -13869"/>
              <a:gd name="adj2" fmla="val 7743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2">
            <a:extLst>
              <a:ext uri="{FF2B5EF4-FFF2-40B4-BE49-F238E27FC236}">
                <a16:creationId xmlns:a16="http://schemas.microsoft.com/office/drawing/2014/main" id="{68182B2D-E75E-57AA-378D-565043AD5C9B}"/>
              </a:ext>
            </a:extLst>
          </p:cNvPr>
          <p:cNvSpPr txBox="1"/>
          <p:nvPr/>
        </p:nvSpPr>
        <p:spPr>
          <a:xfrm>
            <a:off x="4587192" y="3672166"/>
            <a:ext cx="2104197" cy="646331"/>
          </a:xfrm>
          <a:prstGeom prst="rect">
            <a:avLst/>
          </a:prstGeom>
          <a:noFill/>
        </p:spPr>
        <p:txBody>
          <a:bodyPr wrap="square" rtlCol="0">
            <a:spAutoFit/>
          </a:bodyPr>
          <a:lstStyle/>
          <a:p>
            <a:r>
              <a:rPr lang="en-US" dirty="0">
                <a:latin typeface="Roboto Black" panose="02000000000000000000" pitchFamily="2" charset="0"/>
                <a:ea typeface="Roboto Black" panose="02000000000000000000" pitchFamily="2" charset="0"/>
              </a:rPr>
              <a:t>Hogwarts, </a:t>
            </a:r>
            <a:br>
              <a:rPr lang="en-US" dirty="0">
                <a:latin typeface="Roboto Black" panose="02000000000000000000" pitchFamily="2" charset="0"/>
                <a:ea typeface="Roboto Black" panose="02000000000000000000" pitchFamily="2" charset="0"/>
              </a:rPr>
            </a:br>
            <a:r>
              <a:rPr lang="en-US" dirty="0" err="1">
                <a:latin typeface="Roboto Black" panose="02000000000000000000" pitchFamily="2" charset="0"/>
                <a:ea typeface="Roboto Black" panose="02000000000000000000" pitchFamily="2" charset="0"/>
              </a:rPr>
              <a:t>lumos</a:t>
            </a:r>
            <a:r>
              <a:rPr lang="en-US" dirty="0">
                <a:latin typeface="Roboto Black" panose="02000000000000000000" pitchFamily="2" charset="0"/>
                <a:ea typeface="Roboto Black" panose="02000000000000000000" pitchFamily="2" charset="0"/>
              </a:rPr>
              <a:t>!</a:t>
            </a:r>
          </a:p>
        </p:txBody>
      </p:sp>
      <p:pic>
        <p:nvPicPr>
          <p:cNvPr id="4" name="Picture 3">
            <a:extLst>
              <a:ext uri="{FF2B5EF4-FFF2-40B4-BE49-F238E27FC236}">
                <a16:creationId xmlns:a16="http://schemas.microsoft.com/office/drawing/2014/main" id="{5705A221-4CD6-65B8-ACF9-D828249D1DEF}"/>
              </a:ext>
            </a:extLst>
          </p:cNvPr>
          <p:cNvPicPr>
            <a:picLocks noChangeAspect="1"/>
          </p:cNvPicPr>
          <p:nvPr/>
        </p:nvPicPr>
        <p:blipFill>
          <a:blip r:embed="rId9">
            <a:duotone>
              <a:prstClr val="black"/>
              <a:schemeClr val="accent4">
                <a:tint val="45000"/>
                <a:satMod val="400000"/>
              </a:schemeClr>
            </a:duotone>
          </a:blip>
          <a:srcRect/>
          <a:stretch/>
        </p:blipFill>
        <p:spPr>
          <a:xfrm>
            <a:off x="5671301" y="4925632"/>
            <a:ext cx="1098120" cy="982529"/>
          </a:xfrm>
          <a:prstGeom prst="rect">
            <a:avLst/>
          </a:prstGeom>
        </p:spPr>
      </p:pic>
      <p:sp>
        <p:nvSpPr>
          <p:cNvPr id="7" name="!!Header whiteout">
            <a:extLst>
              <a:ext uri="{FF2B5EF4-FFF2-40B4-BE49-F238E27FC236}">
                <a16:creationId xmlns:a16="http://schemas.microsoft.com/office/drawing/2014/main" id="{9243513A-36C9-FF92-D1AA-A7E8B8180D75}"/>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Header Text 1">
            <a:extLst>
              <a:ext uri="{FF2B5EF4-FFF2-40B4-BE49-F238E27FC236}">
                <a16:creationId xmlns:a16="http://schemas.microsoft.com/office/drawing/2014/main" id="{D8416030-312D-873E-8266-FD6A90139C05}"/>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10"/>
          <a:srcRect/>
          <a:stretch/>
        </p:blipFill>
        <p:spPr>
          <a:xfrm>
            <a:off x="5691315" y="2561790"/>
            <a:ext cx="838493" cy="868873"/>
          </a:xfrm>
          <a:prstGeom prst="rect">
            <a:avLst/>
          </a:prstGeom>
        </p:spPr>
      </p:pic>
    </p:spTree>
    <p:extLst>
      <p:ext uri="{BB962C8B-B14F-4D97-AF65-F5344CB8AC3E}">
        <p14:creationId xmlns:p14="http://schemas.microsoft.com/office/powerpoint/2010/main" val="375784935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5"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B80E330-B9DD-0C3C-3095-228D4E3231A1}"/>
              </a:ext>
            </a:extLst>
          </p:cNvPr>
          <p:cNvSpPr txBox="1"/>
          <p:nvPr/>
        </p:nvSpPr>
        <p:spPr>
          <a:xfrm>
            <a:off x="4214429" y="1178873"/>
            <a:ext cx="3764172"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What </a:t>
            </a:r>
            <a:r>
              <a:rPr lang="en-US" sz="2800" b="1" dirty="0">
                <a:solidFill>
                  <a:srgbClr val="2D3E50"/>
                </a:solidFill>
                <a:latin typeface="Roboto" panose="02000000000000000000" pitchFamily="2" charset="0"/>
                <a:ea typeface="Roboto" panose="02000000000000000000" pitchFamily="2" charset="0"/>
              </a:rPr>
              <a:t>else</a:t>
            </a:r>
            <a:r>
              <a:rPr lang="en-US" sz="2800" dirty="0">
                <a:solidFill>
                  <a:srgbClr val="2D3E50"/>
                </a:solidFill>
                <a:latin typeface="Roboto" panose="02000000000000000000" pitchFamily="2" charset="0"/>
                <a:ea typeface="Roboto" panose="02000000000000000000" pitchFamily="2" charset="0"/>
              </a:rPr>
              <a:t> can you do?</a:t>
            </a:r>
            <a:endParaRPr lang="en-US" sz="2800" b="1" dirty="0">
              <a:solidFill>
                <a:srgbClr val="2D3E50"/>
              </a:solidFill>
              <a:latin typeface="Roboto" panose="02000000000000000000" pitchFamily="2" charset="0"/>
              <a:ea typeface="Roboto" panose="02000000000000000000" pitchFamily="2" charset="0"/>
            </a:endParaRPr>
          </a:p>
        </p:txBody>
      </p:sp>
      <p:sp>
        <p:nvSpPr>
          <p:cNvPr id="30" name="ZWave3">
            <a:extLst>
              <a:ext uri="{FF2B5EF4-FFF2-40B4-BE49-F238E27FC236}">
                <a16:creationId xmlns:a16="http://schemas.microsoft.com/office/drawing/2014/main" id="{B09DF6BC-8D07-0378-FB21-6A730218B214}"/>
              </a:ext>
            </a:extLst>
          </p:cNvPr>
          <p:cNvSpPr txBox="1"/>
          <p:nvPr/>
        </p:nvSpPr>
        <p:spPr>
          <a:xfrm>
            <a:off x="12700838" y="2681518"/>
            <a:ext cx="7197177"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Home Assistant Cloud </a:t>
            </a:r>
            <a:r>
              <a:rPr lang="en-US" sz="2000" dirty="0">
                <a:solidFill>
                  <a:srgbClr val="2D3E50"/>
                </a:solidFill>
                <a:latin typeface="Roboto" panose="02000000000000000000" pitchFamily="2" charset="0"/>
                <a:ea typeface="Roboto" panose="02000000000000000000" pitchFamily="2" charset="0"/>
              </a:rPr>
              <a:t>(remote access + Alexa) </a:t>
            </a:r>
          </a:p>
        </p:txBody>
      </p:sp>
      <p:pic>
        <p:nvPicPr>
          <p:cNvPr id="31" name="!!ZWave4 Bulb">
            <a:extLst>
              <a:ext uri="{FF2B5EF4-FFF2-40B4-BE49-F238E27FC236}">
                <a16:creationId xmlns:a16="http://schemas.microsoft.com/office/drawing/2014/main" id="{72425617-3BF1-6882-E410-4E69809B2CB9}"/>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12201352" y="2652920"/>
            <a:ext cx="425758" cy="400110"/>
          </a:xfrm>
          <a:prstGeom prst="rect">
            <a:avLst/>
          </a:prstGeom>
        </p:spPr>
      </p:pic>
      <p:sp>
        <p:nvSpPr>
          <p:cNvPr id="32" name="ZWave3">
            <a:extLst>
              <a:ext uri="{FF2B5EF4-FFF2-40B4-BE49-F238E27FC236}">
                <a16:creationId xmlns:a16="http://schemas.microsoft.com/office/drawing/2014/main" id="{E7567B19-E2D9-E63C-9049-FDA311F42EC1}"/>
              </a:ext>
            </a:extLst>
          </p:cNvPr>
          <p:cNvSpPr txBox="1"/>
          <p:nvPr/>
        </p:nvSpPr>
        <p:spPr>
          <a:xfrm>
            <a:off x="12700839" y="3228945"/>
            <a:ext cx="7264288"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Voice Assistants </a:t>
            </a:r>
            <a:r>
              <a:rPr lang="en-US" sz="2000" dirty="0">
                <a:solidFill>
                  <a:srgbClr val="2D3E50"/>
                </a:solidFill>
                <a:latin typeface="Roboto" panose="02000000000000000000" pitchFamily="2" charset="0"/>
                <a:ea typeface="Roboto" panose="02000000000000000000" pitchFamily="2" charset="0"/>
              </a:rPr>
              <a:t>(local voice control)</a:t>
            </a:r>
          </a:p>
        </p:txBody>
      </p:sp>
      <p:pic>
        <p:nvPicPr>
          <p:cNvPr id="33" name="!!ZWave3 Bulb">
            <a:extLst>
              <a:ext uri="{FF2B5EF4-FFF2-40B4-BE49-F238E27FC236}">
                <a16:creationId xmlns:a16="http://schemas.microsoft.com/office/drawing/2014/main" id="{9D0685B2-1469-1ACD-6773-AF4B53058107}"/>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12201352" y="3200347"/>
            <a:ext cx="425758" cy="400110"/>
          </a:xfrm>
          <a:prstGeom prst="rect">
            <a:avLst/>
          </a:prstGeom>
        </p:spPr>
      </p:pic>
      <p:sp>
        <p:nvSpPr>
          <p:cNvPr id="34" name="ZWave3">
            <a:extLst>
              <a:ext uri="{FF2B5EF4-FFF2-40B4-BE49-F238E27FC236}">
                <a16:creationId xmlns:a16="http://schemas.microsoft.com/office/drawing/2014/main" id="{37BB2AAC-3C7A-88BF-6F54-8E576C38D878}"/>
              </a:ext>
            </a:extLst>
          </p:cNvPr>
          <p:cNvSpPr txBox="1"/>
          <p:nvPr/>
        </p:nvSpPr>
        <p:spPr>
          <a:xfrm>
            <a:off x="12700839" y="3776372"/>
            <a:ext cx="6802894"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M5 Atom Echo</a:t>
            </a:r>
            <a:r>
              <a:rPr lang="en-US" sz="2000" dirty="0">
                <a:solidFill>
                  <a:srgbClr val="2D3E50"/>
                </a:solidFill>
                <a:latin typeface="Roboto" panose="02000000000000000000" pitchFamily="2" charset="0"/>
                <a:ea typeface="Roboto" panose="02000000000000000000" pitchFamily="2" charset="0"/>
              </a:rPr>
              <a:t> (cheap mics w/ 1</a:t>
            </a:r>
            <a:r>
              <a:rPr lang="en-US" sz="2000" baseline="30000" dirty="0">
                <a:solidFill>
                  <a:srgbClr val="2D3E50"/>
                </a:solidFill>
                <a:latin typeface="Roboto" panose="02000000000000000000" pitchFamily="2" charset="0"/>
                <a:ea typeface="Roboto" panose="02000000000000000000" pitchFamily="2" charset="0"/>
              </a:rPr>
              <a:t>st</a:t>
            </a:r>
            <a:r>
              <a:rPr lang="en-US" sz="2000" dirty="0">
                <a:solidFill>
                  <a:srgbClr val="2D3E50"/>
                </a:solidFill>
                <a:latin typeface="Roboto" panose="02000000000000000000" pitchFamily="2" charset="0"/>
                <a:ea typeface="Roboto" panose="02000000000000000000" pitchFamily="2" charset="0"/>
              </a:rPr>
              <a:t> class support) </a:t>
            </a:r>
          </a:p>
        </p:txBody>
      </p:sp>
      <p:pic>
        <p:nvPicPr>
          <p:cNvPr id="35" name="!!ZWave2 Bulb">
            <a:extLst>
              <a:ext uri="{FF2B5EF4-FFF2-40B4-BE49-F238E27FC236}">
                <a16:creationId xmlns:a16="http://schemas.microsoft.com/office/drawing/2014/main" id="{7A2FD5BA-D7A1-835B-6059-957FE9FC5A16}"/>
              </a:ext>
            </a:extLst>
          </p:cNvPr>
          <p:cNvPicPr>
            <a:picLocks noChangeAspect="1"/>
          </p:cNvPicPr>
          <p:nvPr/>
        </p:nvPicPr>
        <p:blipFill>
          <a:blip r:embed="rId3" cstate="hqprint">
            <a:extLst>
              <a:ext uri="{28A0092B-C50C-407E-A947-70E740481C1C}">
                <a14:useLocalDpi xmlns:a14="http://schemas.microsoft.com/office/drawing/2010/main"/>
              </a:ext>
            </a:extLst>
          </a:blip>
          <a:srcRect/>
          <a:stretch/>
        </p:blipFill>
        <p:spPr>
          <a:xfrm>
            <a:off x="12201352" y="3747774"/>
            <a:ext cx="425758" cy="400110"/>
          </a:xfrm>
          <a:prstGeom prst="rect">
            <a:avLst/>
          </a:prstGeom>
        </p:spPr>
      </p:pic>
      <p:pic>
        <p:nvPicPr>
          <p:cNvPr id="5" name="Picture 4">
            <a:extLst>
              <a:ext uri="{FF2B5EF4-FFF2-40B4-BE49-F238E27FC236}">
                <a16:creationId xmlns:a16="http://schemas.microsoft.com/office/drawing/2014/main" id="{C76435FD-EC23-9E11-540B-C15508DACD4A}"/>
              </a:ext>
            </a:extLst>
          </p:cNvPr>
          <p:cNvPicPr>
            <a:picLocks noChangeAspect="1"/>
          </p:cNvPicPr>
          <p:nvPr/>
        </p:nvPicPr>
        <p:blipFill>
          <a:blip r:embed="rId4"/>
          <a:stretch>
            <a:fillRect/>
          </a:stretch>
        </p:blipFill>
        <p:spPr>
          <a:xfrm>
            <a:off x="12307896" y="1457826"/>
            <a:ext cx="2993878" cy="5400174"/>
          </a:xfrm>
          <a:prstGeom prst="rect">
            <a:avLst/>
          </a:prstGeom>
        </p:spPr>
      </p:pic>
      <p:pic>
        <p:nvPicPr>
          <p:cNvPr id="12" name="Picture 11">
            <a:extLst>
              <a:ext uri="{FF2B5EF4-FFF2-40B4-BE49-F238E27FC236}">
                <a16:creationId xmlns:a16="http://schemas.microsoft.com/office/drawing/2014/main" id="{993FA07E-C757-4798-4074-40865AEA11A4}"/>
              </a:ext>
            </a:extLst>
          </p:cNvPr>
          <p:cNvPicPr>
            <a:picLocks noChangeAspect="1"/>
          </p:cNvPicPr>
          <p:nvPr/>
        </p:nvPicPr>
        <p:blipFill>
          <a:blip r:embed="rId5"/>
          <a:stretch>
            <a:fillRect/>
          </a:stretch>
        </p:blipFill>
        <p:spPr>
          <a:xfrm>
            <a:off x="-7457852" y="1452298"/>
            <a:ext cx="7278116" cy="4305901"/>
          </a:xfrm>
          <a:prstGeom prst="rect">
            <a:avLst/>
          </a:prstGeom>
        </p:spPr>
      </p:pic>
      <p:pic>
        <p:nvPicPr>
          <p:cNvPr id="14" name="Picture 13">
            <a:extLst>
              <a:ext uri="{FF2B5EF4-FFF2-40B4-BE49-F238E27FC236}">
                <a16:creationId xmlns:a16="http://schemas.microsoft.com/office/drawing/2014/main" id="{B1C401C5-594E-A13D-708B-25211A681A8D}"/>
              </a:ext>
            </a:extLst>
          </p:cNvPr>
          <p:cNvPicPr>
            <a:picLocks noChangeAspect="1"/>
          </p:cNvPicPr>
          <p:nvPr/>
        </p:nvPicPr>
        <p:blipFill>
          <a:blip r:embed="rId6"/>
          <a:stretch>
            <a:fillRect/>
          </a:stretch>
        </p:blipFill>
        <p:spPr>
          <a:xfrm>
            <a:off x="4052267" y="6926830"/>
            <a:ext cx="6006441" cy="6271326"/>
          </a:xfrm>
          <a:prstGeom prst="rect">
            <a:avLst/>
          </a:prstGeom>
        </p:spPr>
      </p:pic>
      <p:sp>
        <p:nvSpPr>
          <p:cNvPr id="4" name="!!Header whiteout">
            <a:extLst>
              <a:ext uri="{FF2B5EF4-FFF2-40B4-BE49-F238E27FC236}">
                <a16:creationId xmlns:a16="http://schemas.microsoft.com/office/drawing/2014/main" id="{29B2AF04-DDAA-516E-0CC7-ECFC4EA52666}"/>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1A6F9572-4F5F-5329-C721-2676549ECA82}"/>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pic>
        <p:nvPicPr>
          <p:cNvPr id="10" name="Picture 9">
            <a:extLst>
              <a:ext uri="{FF2B5EF4-FFF2-40B4-BE49-F238E27FC236}">
                <a16:creationId xmlns:a16="http://schemas.microsoft.com/office/drawing/2014/main" id="{8A00389D-70D2-643F-C8C8-6E1F3BEA0F08}"/>
              </a:ext>
            </a:extLst>
          </p:cNvPr>
          <p:cNvPicPr>
            <a:picLocks noChangeAspect="1"/>
          </p:cNvPicPr>
          <p:nvPr/>
        </p:nvPicPr>
        <p:blipFill>
          <a:blip r:embed="rId7"/>
          <a:stretch>
            <a:fillRect/>
          </a:stretch>
        </p:blipFill>
        <p:spPr>
          <a:xfrm>
            <a:off x="-2280325" y="4522287"/>
            <a:ext cx="797849" cy="1498990"/>
          </a:xfrm>
          <a:prstGeom prst="rect">
            <a:avLst/>
          </a:prstGeom>
        </p:spPr>
      </p:pic>
      <p:pic>
        <p:nvPicPr>
          <p:cNvPr id="11" name="Picture 10">
            <a:extLst>
              <a:ext uri="{FF2B5EF4-FFF2-40B4-BE49-F238E27FC236}">
                <a16:creationId xmlns:a16="http://schemas.microsoft.com/office/drawing/2014/main" id="{5DD81B15-F243-2DFB-56C6-C68FE42B50D1}"/>
              </a:ext>
            </a:extLst>
          </p:cNvPr>
          <p:cNvPicPr>
            <a:picLocks noChangeAspect="1"/>
          </p:cNvPicPr>
          <p:nvPr/>
        </p:nvPicPr>
        <p:blipFill>
          <a:blip r:embed="rId8"/>
          <a:stretch>
            <a:fillRect/>
          </a:stretch>
        </p:blipFill>
        <p:spPr>
          <a:xfrm>
            <a:off x="-2077019" y="4668645"/>
            <a:ext cx="141454" cy="125516"/>
          </a:xfrm>
          <a:prstGeom prst="rect">
            <a:avLst/>
          </a:prstGeom>
        </p:spPr>
      </p:pic>
      <p:pic>
        <p:nvPicPr>
          <p:cNvPr id="13" name="Picture 12">
            <a:extLst>
              <a:ext uri="{FF2B5EF4-FFF2-40B4-BE49-F238E27FC236}">
                <a16:creationId xmlns:a16="http://schemas.microsoft.com/office/drawing/2014/main" id="{81139628-6FF1-6DD8-F908-EC9CDC2A3197}"/>
              </a:ext>
            </a:extLst>
          </p:cNvPr>
          <p:cNvPicPr>
            <a:picLocks noChangeAspect="1"/>
          </p:cNvPicPr>
          <p:nvPr/>
        </p:nvPicPr>
        <p:blipFill>
          <a:blip r:embed="rId8"/>
          <a:stretch>
            <a:fillRect/>
          </a:stretch>
        </p:blipFill>
        <p:spPr>
          <a:xfrm>
            <a:off x="-1932239" y="4668645"/>
            <a:ext cx="141454" cy="125516"/>
          </a:xfrm>
          <a:prstGeom prst="rect">
            <a:avLst/>
          </a:prstGeom>
        </p:spPr>
      </p:pic>
      <p:pic>
        <p:nvPicPr>
          <p:cNvPr id="15" name="Empty House">
            <a:extLst>
              <a:ext uri="{FF2B5EF4-FFF2-40B4-BE49-F238E27FC236}">
                <a16:creationId xmlns:a16="http://schemas.microsoft.com/office/drawing/2014/main" id="{4896CCD4-7662-1656-C2B1-E4422C8702BE}"/>
              </a:ext>
            </a:extLst>
          </p:cNvPr>
          <p:cNvPicPr>
            <a:picLocks noChangeAspect="1"/>
          </p:cNvPicPr>
          <p:nvPr/>
        </p:nvPicPr>
        <p:blipFill>
          <a:blip r:embed="rId9"/>
          <a:srcRect/>
          <a:stretch/>
        </p:blipFill>
        <p:spPr>
          <a:xfrm>
            <a:off x="-5093434" y="1457826"/>
            <a:ext cx="4147402" cy="5152279"/>
          </a:xfrm>
          <a:prstGeom prst="rect">
            <a:avLst/>
          </a:prstGeom>
        </p:spPr>
      </p:pic>
      <p:sp>
        <p:nvSpPr>
          <p:cNvPr id="16" name="!!Speech Bubble: Rect 3">
            <a:extLst>
              <a:ext uri="{FF2B5EF4-FFF2-40B4-BE49-F238E27FC236}">
                <a16:creationId xmlns:a16="http://schemas.microsoft.com/office/drawing/2014/main" id="{96C18783-4A8A-8748-B552-E9616A884097}"/>
              </a:ext>
            </a:extLst>
          </p:cNvPr>
          <p:cNvSpPr/>
          <p:nvPr/>
        </p:nvSpPr>
        <p:spPr>
          <a:xfrm>
            <a:off x="-2441032" y="3973327"/>
            <a:ext cx="797189" cy="369332"/>
          </a:xfrm>
          <a:prstGeom prst="wedgeRectCallout">
            <a:avLst>
              <a:gd name="adj1" fmla="val 19503"/>
              <a:gd name="adj2" fmla="val 882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23">
            <a:extLst>
              <a:ext uri="{FF2B5EF4-FFF2-40B4-BE49-F238E27FC236}">
                <a16:creationId xmlns:a16="http://schemas.microsoft.com/office/drawing/2014/main" id="{9DB0FD06-50D9-61D0-F160-0FD9438DBCAE}"/>
              </a:ext>
            </a:extLst>
          </p:cNvPr>
          <p:cNvSpPr txBox="1"/>
          <p:nvPr/>
        </p:nvSpPr>
        <p:spPr>
          <a:xfrm>
            <a:off x="-2445434" y="3973327"/>
            <a:ext cx="948889" cy="369332"/>
          </a:xfrm>
          <a:prstGeom prst="rect">
            <a:avLst/>
          </a:prstGeom>
          <a:noFill/>
        </p:spPr>
        <p:txBody>
          <a:bodyPr wrap="square" rtlCol="0">
            <a:spAutoFit/>
          </a:bodyPr>
          <a:lstStyle/>
          <a:p>
            <a:r>
              <a:rPr lang="en-US" i="1" dirty="0">
                <a:latin typeface="Candara Light" panose="020E0502030303020204" pitchFamily="34" charset="0"/>
                <a:ea typeface="Roboto Black" panose="02000000000000000000" pitchFamily="2" charset="0"/>
              </a:rPr>
              <a:t>Swoon</a:t>
            </a:r>
          </a:p>
        </p:txBody>
      </p:sp>
      <p:sp>
        <p:nvSpPr>
          <p:cNvPr id="18" name="Whiteout">
            <a:extLst>
              <a:ext uri="{FF2B5EF4-FFF2-40B4-BE49-F238E27FC236}">
                <a16:creationId xmlns:a16="http://schemas.microsoft.com/office/drawing/2014/main" id="{497F8140-0075-6AA1-B462-B463BEB37AFA}"/>
              </a:ext>
            </a:extLst>
          </p:cNvPr>
          <p:cNvSpPr/>
          <p:nvPr/>
        </p:nvSpPr>
        <p:spPr>
          <a:xfrm>
            <a:off x="-1279530" y="3819130"/>
            <a:ext cx="883920" cy="23835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Body">
            <a:extLst>
              <a:ext uri="{FF2B5EF4-FFF2-40B4-BE49-F238E27FC236}">
                <a16:creationId xmlns:a16="http://schemas.microsoft.com/office/drawing/2014/main" id="{039DF742-9790-201B-DB93-619800D2E8E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4208123" y="4481394"/>
            <a:ext cx="789764" cy="1482325"/>
          </a:xfrm>
          <a:prstGeom prst="rect">
            <a:avLst/>
          </a:prstGeom>
        </p:spPr>
      </p:pic>
      <p:pic>
        <p:nvPicPr>
          <p:cNvPr id="27" name="Arm right">
            <a:extLst>
              <a:ext uri="{FF2B5EF4-FFF2-40B4-BE49-F238E27FC236}">
                <a16:creationId xmlns:a16="http://schemas.microsoft.com/office/drawing/2014/main" id="{5A768976-D60F-E160-83C6-B6E4B034C9BB}"/>
              </a:ext>
            </a:extLst>
          </p:cNvPr>
          <p:cNvPicPr>
            <a:picLocks noChangeAspect="1"/>
          </p:cNvPicPr>
          <p:nvPr/>
        </p:nvPicPr>
        <p:blipFill>
          <a:blip r:embed="rId11"/>
          <a:stretch>
            <a:fillRect/>
          </a:stretch>
        </p:blipFill>
        <p:spPr>
          <a:xfrm rot="7121993">
            <a:off x="-3820961" y="5085736"/>
            <a:ext cx="203585" cy="326807"/>
          </a:xfrm>
          <a:prstGeom prst="rect">
            <a:avLst/>
          </a:prstGeom>
        </p:spPr>
      </p:pic>
      <p:pic>
        <p:nvPicPr>
          <p:cNvPr id="36" name="Arm left">
            <a:extLst>
              <a:ext uri="{FF2B5EF4-FFF2-40B4-BE49-F238E27FC236}">
                <a16:creationId xmlns:a16="http://schemas.microsoft.com/office/drawing/2014/main" id="{6FDFEFC2-364A-9C71-A2A7-21AED188A6FD}"/>
              </a:ext>
            </a:extLst>
          </p:cNvPr>
          <p:cNvPicPr>
            <a:picLocks noChangeAspect="1"/>
          </p:cNvPicPr>
          <p:nvPr/>
        </p:nvPicPr>
        <p:blipFill>
          <a:blip r:embed="rId12"/>
          <a:stretch>
            <a:fillRect/>
          </a:stretch>
        </p:blipFill>
        <p:spPr>
          <a:xfrm rot="20618759">
            <a:off x="-4054818" y="5114447"/>
            <a:ext cx="253220" cy="257910"/>
          </a:xfrm>
          <a:prstGeom prst="rect">
            <a:avLst/>
          </a:prstGeom>
        </p:spPr>
      </p:pic>
      <p:grpSp>
        <p:nvGrpSpPr>
          <p:cNvPr id="37" name="!!Group 3">
            <a:extLst>
              <a:ext uri="{FF2B5EF4-FFF2-40B4-BE49-F238E27FC236}">
                <a16:creationId xmlns:a16="http://schemas.microsoft.com/office/drawing/2014/main" id="{0E3B29C5-BCC6-FB08-A9E2-5B6540D88253}"/>
              </a:ext>
            </a:extLst>
          </p:cNvPr>
          <p:cNvGrpSpPr/>
          <p:nvPr/>
        </p:nvGrpSpPr>
        <p:grpSpPr>
          <a:xfrm>
            <a:off x="-3972000" y="4681574"/>
            <a:ext cx="215900" cy="158305"/>
            <a:chOff x="1884367" y="4063518"/>
            <a:chExt cx="215900" cy="158305"/>
          </a:xfrm>
        </p:grpSpPr>
        <p:sp>
          <p:nvSpPr>
            <p:cNvPr id="38" name="Eye 2">
              <a:extLst>
                <a:ext uri="{FF2B5EF4-FFF2-40B4-BE49-F238E27FC236}">
                  <a16:creationId xmlns:a16="http://schemas.microsoft.com/office/drawing/2014/main" id="{E5C427D3-21C4-699F-929F-45CCD6ADCA3A}"/>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9" name="Eye 1">
              <a:extLst>
                <a:ext uri="{FF2B5EF4-FFF2-40B4-BE49-F238E27FC236}">
                  <a16:creationId xmlns:a16="http://schemas.microsoft.com/office/drawing/2014/main" id="{7865EDF4-D6B1-12E9-70BC-4721D10F50F5}"/>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0" name="!!Smile">
              <a:extLst>
                <a:ext uri="{FF2B5EF4-FFF2-40B4-BE49-F238E27FC236}">
                  <a16:creationId xmlns:a16="http://schemas.microsoft.com/office/drawing/2014/main" id="{B5E27628-7067-5601-1FF2-6CE1B547CB15}"/>
                </a:ext>
              </a:extLst>
            </p:cNvPr>
            <p:cNvSpPr/>
            <p:nvPr/>
          </p:nvSpPr>
          <p:spPr>
            <a:xfrm flipV="1">
              <a:off x="1884367" y="4176104"/>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1" name="!!Speech Bubble: Rectangle 19">
            <a:extLst>
              <a:ext uri="{FF2B5EF4-FFF2-40B4-BE49-F238E27FC236}">
                <a16:creationId xmlns:a16="http://schemas.microsoft.com/office/drawing/2014/main" id="{A5F3730A-87C1-A233-EDCE-617A1946443C}"/>
              </a:ext>
            </a:extLst>
          </p:cNvPr>
          <p:cNvSpPr/>
          <p:nvPr/>
        </p:nvSpPr>
        <p:spPr>
          <a:xfrm>
            <a:off x="-4531407" y="3672166"/>
            <a:ext cx="1614626" cy="654767"/>
          </a:xfrm>
          <a:prstGeom prst="wedgeRectCallout">
            <a:avLst>
              <a:gd name="adj1" fmla="val -13869"/>
              <a:gd name="adj2" fmla="val 7743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22">
            <a:extLst>
              <a:ext uri="{FF2B5EF4-FFF2-40B4-BE49-F238E27FC236}">
                <a16:creationId xmlns:a16="http://schemas.microsoft.com/office/drawing/2014/main" id="{93CECBF6-D0CD-3BFD-120E-88111B11C615}"/>
              </a:ext>
            </a:extLst>
          </p:cNvPr>
          <p:cNvSpPr txBox="1"/>
          <p:nvPr/>
        </p:nvSpPr>
        <p:spPr>
          <a:xfrm>
            <a:off x="-4531408" y="3672166"/>
            <a:ext cx="2104197" cy="646331"/>
          </a:xfrm>
          <a:prstGeom prst="rect">
            <a:avLst/>
          </a:prstGeom>
          <a:noFill/>
        </p:spPr>
        <p:txBody>
          <a:bodyPr wrap="square" rtlCol="0">
            <a:spAutoFit/>
          </a:bodyPr>
          <a:lstStyle/>
          <a:p>
            <a:r>
              <a:rPr lang="en-US" dirty="0">
                <a:latin typeface="Roboto Black" panose="02000000000000000000" pitchFamily="2" charset="0"/>
                <a:ea typeface="Roboto Black" panose="02000000000000000000" pitchFamily="2" charset="0"/>
              </a:rPr>
              <a:t>Hogwarts, </a:t>
            </a:r>
            <a:br>
              <a:rPr lang="en-US" dirty="0">
                <a:latin typeface="Roboto Black" panose="02000000000000000000" pitchFamily="2" charset="0"/>
                <a:ea typeface="Roboto Black" panose="02000000000000000000" pitchFamily="2" charset="0"/>
              </a:rPr>
            </a:br>
            <a:r>
              <a:rPr lang="en-US" dirty="0" err="1">
                <a:latin typeface="Roboto Black" panose="02000000000000000000" pitchFamily="2" charset="0"/>
                <a:ea typeface="Roboto Black" panose="02000000000000000000" pitchFamily="2" charset="0"/>
              </a:rPr>
              <a:t>lumos</a:t>
            </a:r>
            <a:r>
              <a:rPr lang="en-US" dirty="0">
                <a:latin typeface="Roboto Black" panose="02000000000000000000" pitchFamily="2" charset="0"/>
                <a:ea typeface="Roboto Black" panose="02000000000000000000" pitchFamily="2" charset="0"/>
              </a:rPr>
              <a:t>!</a:t>
            </a:r>
          </a:p>
        </p:txBody>
      </p:sp>
      <p:pic>
        <p:nvPicPr>
          <p:cNvPr id="43" name="Picture 42">
            <a:extLst>
              <a:ext uri="{FF2B5EF4-FFF2-40B4-BE49-F238E27FC236}">
                <a16:creationId xmlns:a16="http://schemas.microsoft.com/office/drawing/2014/main" id="{164327C6-3957-D295-0612-9A65B0ACABF3}"/>
              </a:ext>
            </a:extLst>
          </p:cNvPr>
          <p:cNvPicPr>
            <a:picLocks noChangeAspect="1"/>
          </p:cNvPicPr>
          <p:nvPr/>
        </p:nvPicPr>
        <p:blipFill>
          <a:blip r:embed="rId13">
            <a:duotone>
              <a:prstClr val="black"/>
              <a:schemeClr val="accent4">
                <a:tint val="45000"/>
                <a:satMod val="400000"/>
              </a:schemeClr>
            </a:duotone>
          </a:blip>
          <a:srcRect/>
          <a:stretch/>
        </p:blipFill>
        <p:spPr>
          <a:xfrm>
            <a:off x="-3447299" y="4925632"/>
            <a:ext cx="1098120" cy="982529"/>
          </a:xfrm>
          <a:prstGeom prst="rect">
            <a:avLst/>
          </a:prstGeom>
        </p:spPr>
      </p:pic>
      <p:pic>
        <p:nvPicPr>
          <p:cNvPr id="44" name="!!HA Logo">
            <a:extLst>
              <a:ext uri="{FF2B5EF4-FFF2-40B4-BE49-F238E27FC236}">
                <a16:creationId xmlns:a16="http://schemas.microsoft.com/office/drawing/2014/main" id="{95C3B460-7C97-12A7-1C53-1E9675395104}"/>
              </a:ext>
            </a:extLst>
          </p:cNvPr>
          <p:cNvPicPr>
            <a:picLocks noChangeAspect="1"/>
          </p:cNvPicPr>
          <p:nvPr/>
        </p:nvPicPr>
        <p:blipFill>
          <a:blip r:embed="rId14"/>
          <a:srcRect/>
          <a:stretch/>
        </p:blipFill>
        <p:spPr>
          <a:xfrm>
            <a:off x="-3427285" y="2561790"/>
            <a:ext cx="838493" cy="868873"/>
          </a:xfrm>
          <a:prstGeom prst="rect">
            <a:avLst/>
          </a:prstGeom>
        </p:spPr>
      </p:pic>
    </p:spTree>
    <p:extLst>
      <p:ext uri="{BB962C8B-B14F-4D97-AF65-F5344CB8AC3E}">
        <p14:creationId xmlns:p14="http://schemas.microsoft.com/office/powerpoint/2010/main" val="163024824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4356034" y="1457826"/>
            <a:ext cx="4147402" cy="5152279"/>
          </a:xfrm>
          <a:prstGeom prst="rect">
            <a:avLst/>
          </a:prstGeom>
        </p:spPr>
      </p:pic>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470723" y="44813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3083561" y="50857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3317418" y="51144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2689885" y="2561790"/>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4214429" y="641977"/>
            <a:ext cx="3764172"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What </a:t>
            </a:r>
            <a:r>
              <a:rPr lang="en-US" sz="2800" b="1" dirty="0">
                <a:solidFill>
                  <a:srgbClr val="2D3E50"/>
                </a:solidFill>
                <a:latin typeface="Roboto" panose="02000000000000000000" pitchFamily="2" charset="0"/>
                <a:ea typeface="Roboto" panose="02000000000000000000" pitchFamily="2" charset="0"/>
              </a:rPr>
              <a:t>else</a:t>
            </a:r>
            <a:r>
              <a:rPr lang="en-US" sz="2800" dirty="0">
                <a:solidFill>
                  <a:srgbClr val="2D3E50"/>
                </a:solidFill>
                <a:latin typeface="Roboto" panose="02000000000000000000" pitchFamily="2" charset="0"/>
                <a:ea typeface="Roboto" panose="02000000000000000000" pitchFamily="2" charset="0"/>
              </a:rPr>
              <a:t> can you do?</a:t>
            </a:r>
            <a:endParaRPr lang="en-US" sz="2800" b="1" dirty="0">
              <a:solidFill>
                <a:srgbClr val="2D3E50"/>
              </a:solidFill>
              <a:latin typeface="Roboto" panose="02000000000000000000" pitchFamily="2" charset="0"/>
              <a:ea typeface="Roboto" panose="02000000000000000000" pitchFamily="2" charset="0"/>
            </a:endParaRPr>
          </a:p>
        </p:txBody>
      </p:sp>
      <p:grpSp>
        <p:nvGrpSpPr>
          <p:cNvPr id="3" name="!!Group 3">
            <a:extLst>
              <a:ext uri="{FF2B5EF4-FFF2-40B4-BE49-F238E27FC236}">
                <a16:creationId xmlns:a16="http://schemas.microsoft.com/office/drawing/2014/main" id="{D6CD7F5B-D4F8-FF70-A2A4-AA4E519A23C7}"/>
              </a:ext>
            </a:extLst>
          </p:cNvPr>
          <p:cNvGrpSpPr/>
          <p:nvPr/>
        </p:nvGrpSpPr>
        <p:grpSpPr>
          <a:xfrm>
            <a:off x="-3222098" y="4681574"/>
            <a:ext cx="215900" cy="158306"/>
            <a:chOff x="1896869" y="4063518"/>
            <a:chExt cx="215900" cy="158306"/>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rot="169699" flipV="1">
              <a:off x="1896869" y="4176105"/>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4" name="!!Speech Bubble: Rectangle 19">
            <a:extLst>
              <a:ext uri="{FF2B5EF4-FFF2-40B4-BE49-F238E27FC236}">
                <a16:creationId xmlns:a16="http://schemas.microsoft.com/office/drawing/2014/main" id="{C5552446-F28A-3346-6A5F-57176B41DE8E}"/>
              </a:ext>
            </a:extLst>
          </p:cNvPr>
          <p:cNvSpPr/>
          <p:nvPr/>
        </p:nvSpPr>
        <p:spPr>
          <a:xfrm>
            <a:off x="-3794007" y="3672166"/>
            <a:ext cx="1614626" cy="654767"/>
          </a:xfrm>
          <a:prstGeom prst="wedgeRectCallout">
            <a:avLst>
              <a:gd name="adj1" fmla="val -13869"/>
              <a:gd name="adj2" fmla="val 7743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3">
            <a:extLst>
              <a:ext uri="{FF2B5EF4-FFF2-40B4-BE49-F238E27FC236}">
                <a16:creationId xmlns:a16="http://schemas.microsoft.com/office/drawing/2014/main" id="{68182B2D-E75E-57AA-378D-565043AD5C9B}"/>
              </a:ext>
            </a:extLst>
          </p:cNvPr>
          <p:cNvSpPr txBox="1"/>
          <p:nvPr/>
        </p:nvSpPr>
        <p:spPr>
          <a:xfrm>
            <a:off x="-3794008" y="3672166"/>
            <a:ext cx="210419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Only $13!? </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Sweet! </a:t>
            </a:r>
          </a:p>
        </p:txBody>
      </p:sp>
      <p:pic>
        <p:nvPicPr>
          <p:cNvPr id="28" name="!!Picture 22">
            <a:extLst>
              <a:ext uri="{FF2B5EF4-FFF2-40B4-BE49-F238E27FC236}">
                <a16:creationId xmlns:a16="http://schemas.microsoft.com/office/drawing/2014/main" id="{BC1A52E6-5143-46E0-0EDA-0CC0397294E0}"/>
              </a:ext>
            </a:extLst>
          </p:cNvPr>
          <p:cNvPicPr>
            <a:picLocks noChangeAspect="1"/>
          </p:cNvPicPr>
          <p:nvPr/>
        </p:nvPicPr>
        <p:blipFill>
          <a:blip r:embed="rId8"/>
          <a:stretch>
            <a:fillRect/>
          </a:stretch>
        </p:blipFill>
        <p:spPr>
          <a:xfrm>
            <a:off x="-1922821" y="4148529"/>
            <a:ext cx="1082323" cy="1085003"/>
          </a:xfrm>
          <a:prstGeom prst="rect">
            <a:avLst/>
          </a:prstGeom>
        </p:spPr>
      </p:pic>
      <p:pic>
        <p:nvPicPr>
          <p:cNvPr id="29" name="!!Picture 26">
            <a:extLst>
              <a:ext uri="{FF2B5EF4-FFF2-40B4-BE49-F238E27FC236}">
                <a16:creationId xmlns:a16="http://schemas.microsoft.com/office/drawing/2014/main" id="{4D4D0297-5AE7-A2E9-642D-7FF410DBC19A}"/>
              </a:ext>
            </a:extLst>
          </p:cNvPr>
          <p:cNvPicPr>
            <a:picLocks noChangeAspect="1"/>
          </p:cNvPicPr>
          <p:nvPr/>
        </p:nvPicPr>
        <p:blipFill>
          <a:blip r:embed="rId8"/>
          <a:stretch>
            <a:fillRect/>
          </a:stretch>
        </p:blipFill>
        <p:spPr>
          <a:xfrm>
            <a:off x="-1944383" y="5146627"/>
            <a:ext cx="1082323" cy="1085002"/>
          </a:xfrm>
          <a:prstGeom prst="rect">
            <a:avLst/>
          </a:prstGeom>
        </p:spPr>
      </p:pic>
      <p:pic>
        <p:nvPicPr>
          <p:cNvPr id="23" name="Picture 22">
            <a:extLst>
              <a:ext uri="{FF2B5EF4-FFF2-40B4-BE49-F238E27FC236}">
                <a16:creationId xmlns:a16="http://schemas.microsoft.com/office/drawing/2014/main" id="{AFE5DF41-14A4-0FDA-4A0E-7E05A08B17F5}"/>
              </a:ext>
            </a:extLst>
          </p:cNvPr>
          <p:cNvPicPr>
            <a:picLocks noChangeAspect="1"/>
          </p:cNvPicPr>
          <p:nvPr/>
        </p:nvPicPr>
        <p:blipFill>
          <a:blip r:embed="rId8"/>
          <a:stretch>
            <a:fillRect/>
          </a:stretch>
        </p:blipFill>
        <p:spPr>
          <a:xfrm>
            <a:off x="-1851392" y="3203493"/>
            <a:ext cx="978759" cy="981182"/>
          </a:xfrm>
          <a:prstGeom prst="rect">
            <a:avLst/>
          </a:prstGeom>
        </p:spPr>
      </p:pic>
      <p:sp>
        <p:nvSpPr>
          <p:cNvPr id="30" name="ZWave3">
            <a:extLst>
              <a:ext uri="{FF2B5EF4-FFF2-40B4-BE49-F238E27FC236}">
                <a16:creationId xmlns:a16="http://schemas.microsoft.com/office/drawing/2014/main" id="{B09DF6BC-8D07-0378-FB21-6A730218B214}"/>
              </a:ext>
            </a:extLst>
          </p:cNvPr>
          <p:cNvSpPr txBox="1"/>
          <p:nvPr/>
        </p:nvSpPr>
        <p:spPr>
          <a:xfrm>
            <a:off x="12700838" y="2681518"/>
            <a:ext cx="7197177"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Home Assistant Cloud </a:t>
            </a:r>
            <a:r>
              <a:rPr lang="en-US" sz="2000" dirty="0">
                <a:solidFill>
                  <a:srgbClr val="2D3E50"/>
                </a:solidFill>
                <a:latin typeface="Roboto" panose="02000000000000000000" pitchFamily="2" charset="0"/>
                <a:ea typeface="Roboto" panose="02000000000000000000" pitchFamily="2" charset="0"/>
              </a:rPr>
              <a:t>(remote access + Alexa) </a:t>
            </a:r>
          </a:p>
        </p:txBody>
      </p:sp>
      <p:pic>
        <p:nvPicPr>
          <p:cNvPr id="31" name="!!ZWave4 Bulb">
            <a:extLst>
              <a:ext uri="{FF2B5EF4-FFF2-40B4-BE49-F238E27FC236}">
                <a16:creationId xmlns:a16="http://schemas.microsoft.com/office/drawing/2014/main" id="{72425617-3BF1-6882-E410-4E69809B2CB9}"/>
              </a:ext>
            </a:extLst>
          </p:cNvPr>
          <p:cNvPicPr>
            <a:picLocks noChangeAspect="1"/>
          </p:cNvPicPr>
          <p:nvPr/>
        </p:nvPicPr>
        <p:blipFill>
          <a:blip r:embed="rId9" cstate="hqprint">
            <a:extLst>
              <a:ext uri="{28A0092B-C50C-407E-A947-70E740481C1C}">
                <a14:useLocalDpi xmlns:a14="http://schemas.microsoft.com/office/drawing/2010/main"/>
              </a:ext>
            </a:extLst>
          </a:blip>
          <a:srcRect/>
          <a:stretch/>
        </p:blipFill>
        <p:spPr>
          <a:xfrm>
            <a:off x="12201352" y="2652920"/>
            <a:ext cx="425758" cy="400110"/>
          </a:xfrm>
          <a:prstGeom prst="rect">
            <a:avLst/>
          </a:prstGeom>
        </p:spPr>
      </p:pic>
      <p:sp>
        <p:nvSpPr>
          <p:cNvPr id="32" name="ZWave3">
            <a:extLst>
              <a:ext uri="{FF2B5EF4-FFF2-40B4-BE49-F238E27FC236}">
                <a16:creationId xmlns:a16="http://schemas.microsoft.com/office/drawing/2014/main" id="{E7567B19-E2D9-E63C-9049-FDA311F42EC1}"/>
              </a:ext>
            </a:extLst>
          </p:cNvPr>
          <p:cNvSpPr txBox="1"/>
          <p:nvPr/>
        </p:nvSpPr>
        <p:spPr>
          <a:xfrm>
            <a:off x="12700839" y="3228945"/>
            <a:ext cx="7264288"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Voice Assistants </a:t>
            </a:r>
            <a:r>
              <a:rPr lang="en-US" sz="2000" dirty="0">
                <a:solidFill>
                  <a:srgbClr val="2D3E50"/>
                </a:solidFill>
                <a:latin typeface="Roboto" panose="02000000000000000000" pitchFamily="2" charset="0"/>
                <a:ea typeface="Roboto" panose="02000000000000000000" pitchFamily="2" charset="0"/>
              </a:rPr>
              <a:t>(local voice control)</a:t>
            </a:r>
          </a:p>
        </p:txBody>
      </p:sp>
      <p:pic>
        <p:nvPicPr>
          <p:cNvPr id="33" name="!!ZWave3 Bulb">
            <a:extLst>
              <a:ext uri="{FF2B5EF4-FFF2-40B4-BE49-F238E27FC236}">
                <a16:creationId xmlns:a16="http://schemas.microsoft.com/office/drawing/2014/main" id="{9D0685B2-1469-1ACD-6773-AF4B53058107}"/>
              </a:ext>
            </a:extLst>
          </p:cNvPr>
          <p:cNvPicPr>
            <a:picLocks noChangeAspect="1"/>
          </p:cNvPicPr>
          <p:nvPr/>
        </p:nvPicPr>
        <p:blipFill>
          <a:blip r:embed="rId9" cstate="hqprint">
            <a:extLst>
              <a:ext uri="{28A0092B-C50C-407E-A947-70E740481C1C}">
                <a14:useLocalDpi xmlns:a14="http://schemas.microsoft.com/office/drawing/2010/main"/>
              </a:ext>
            </a:extLst>
          </a:blip>
          <a:srcRect/>
          <a:stretch/>
        </p:blipFill>
        <p:spPr>
          <a:xfrm>
            <a:off x="12201352" y="3200347"/>
            <a:ext cx="425758" cy="400110"/>
          </a:xfrm>
          <a:prstGeom prst="rect">
            <a:avLst/>
          </a:prstGeom>
        </p:spPr>
      </p:pic>
      <p:sp>
        <p:nvSpPr>
          <p:cNvPr id="34" name="ZWave3">
            <a:extLst>
              <a:ext uri="{FF2B5EF4-FFF2-40B4-BE49-F238E27FC236}">
                <a16:creationId xmlns:a16="http://schemas.microsoft.com/office/drawing/2014/main" id="{37BB2AAC-3C7A-88BF-6F54-8E576C38D878}"/>
              </a:ext>
            </a:extLst>
          </p:cNvPr>
          <p:cNvSpPr txBox="1"/>
          <p:nvPr/>
        </p:nvSpPr>
        <p:spPr>
          <a:xfrm>
            <a:off x="12700839" y="3776372"/>
            <a:ext cx="6802894"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M5 Atom Echo</a:t>
            </a:r>
            <a:r>
              <a:rPr lang="en-US" sz="2000" dirty="0">
                <a:solidFill>
                  <a:srgbClr val="2D3E50"/>
                </a:solidFill>
                <a:latin typeface="Roboto" panose="02000000000000000000" pitchFamily="2" charset="0"/>
                <a:ea typeface="Roboto" panose="02000000000000000000" pitchFamily="2" charset="0"/>
              </a:rPr>
              <a:t> (cheap mics w/ 1</a:t>
            </a:r>
            <a:r>
              <a:rPr lang="en-US" sz="2000" baseline="30000" dirty="0">
                <a:solidFill>
                  <a:srgbClr val="2D3E50"/>
                </a:solidFill>
                <a:latin typeface="Roboto" panose="02000000000000000000" pitchFamily="2" charset="0"/>
                <a:ea typeface="Roboto" panose="02000000000000000000" pitchFamily="2" charset="0"/>
              </a:rPr>
              <a:t>st</a:t>
            </a:r>
            <a:r>
              <a:rPr lang="en-US" sz="2000" dirty="0">
                <a:solidFill>
                  <a:srgbClr val="2D3E50"/>
                </a:solidFill>
                <a:latin typeface="Roboto" panose="02000000000000000000" pitchFamily="2" charset="0"/>
                <a:ea typeface="Roboto" panose="02000000000000000000" pitchFamily="2" charset="0"/>
              </a:rPr>
              <a:t> class support) </a:t>
            </a:r>
          </a:p>
        </p:txBody>
      </p:sp>
      <p:pic>
        <p:nvPicPr>
          <p:cNvPr id="35" name="!!ZWave2 Bulb">
            <a:extLst>
              <a:ext uri="{FF2B5EF4-FFF2-40B4-BE49-F238E27FC236}">
                <a16:creationId xmlns:a16="http://schemas.microsoft.com/office/drawing/2014/main" id="{7A2FD5BA-D7A1-835B-6059-957FE9FC5A16}"/>
              </a:ext>
            </a:extLst>
          </p:cNvPr>
          <p:cNvPicPr>
            <a:picLocks noChangeAspect="1"/>
          </p:cNvPicPr>
          <p:nvPr/>
        </p:nvPicPr>
        <p:blipFill>
          <a:blip r:embed="rId9" cstate="hqprint">
            <a:extLst>
              <a:ext uri="{28A0092B-C50C-407E-A947-70E740481C1C}">
                <a14:useLocalDpi xmlns:a14="http://schemas.microsoft.com/office/drawing/2010/main"/>
              </a:ext>
            </a:extLst>
          </a:blip>
          <a:srcRect/>
          <a:stretch/>
        </p:blipFill>
        <p:spPr>
          <a:xfrm>
            <a:off x="12201352" y="3747774"/>
            <a:ext cx="425758" cy="400110"/>
          </a:xfrm>
          <a:prstGeom prst="rect">
            <a:avLst/>
          </a:prstGeom>
        </p:spPr>
      </p:pic>
      <p:pic>
        <p:nvPicPr>
          <p:cNvPr id="5" name="Picture 4">
            <a:extLst>
              <a:ext uri="{FF2B5EF4-FFF2-40B4-BE49-F238E27FC236}">
                <a16:creationId xmlns:a16="http://schemas.microsoft.com/office/drawing/2014/main" id="{C76435FD-EC23-9E11-540B-C15508DACD4A}"/>
              </a:ext>
            </a:extLst>
          </p:cNvPr>
          <p:cNvPicPr>
            <a:picLocks noChangeAspect="1"/>
          </p:cNvPicPr>
          <p:nvPr/>
        </p:nvPicPr>
        <p:blipFill>
          <a:blip r:embed="rId10"/>
          <a:stretch>
            <a:fillRect/>
          </a:stretch>
        </p:blipFill>
        <p:spPr>
          <a:xfrm>
            <a:off x="9187188" y="1457826"/>
            <a:ext cx="2993878" cy="5400174"/>
          </a:xfrm>
          <a:prstGeom prst="rect">
            <a:avLst/>
          </a:prstGeom>
        </p:spPr>
      </p:pic>
      <p:pic>
        <p:nvPicPr>
          <p:cNvPr id="12" name="Picture 11">
            <a:extLst>
              <a:ext uri="{FF2B5EF4-FFF2-40B4-BE49-F238E27FC236}">
                <a16:creationId xmlns:a16="http://schemas.microsoft.com/office/drawing/2014/main" id="{993FA07E-C757-4798-4074-40865AEA11A4}"/>
              </a:ext>
            </a:extLst>
          </p:cNvPr>
          <p:cNvPicPr>
            <a:picLocks noChangeAspect="1"/>
          </p:cNvPicPr>
          <p:nvPr/>
        </p:nvPicPr>
        <p:blipFill>
          <a:blip r:embed="rId11"/>
          <a:stretch>
            <a:fillRect/>
          </a:stretch>
        </p:blipFill>
        <p:spPr>
          <a:xfrm>
            <a:off x="16747" y="1452298"/>
            <a:ext cx="7278116" cy="4305901"/>
          </a:xfrm>
          <a:prstGeom prst="rect">
            <a:avLst/>
          </a:prstGeom>
        </p:spPr>
      </p:pic>
      <p:pic>
        <p:nvPicPr>
          <p:cNvPr id="14" name="Picture 13">
            <a:extLst>
              <a:ext uri="{FF2B5EF4-FFF2-40B4-BE49-F238E27FC236}">
                <a16:creationId xmlns:a16="http://schemas.microsoft.com/office/drawing/2014/main" id="{B1C401C5-594E-A13D-708B-25211A681A8D}"/>
              </a:ext>
            </a:extLst>
          </p:cNvPr>
          <p:cNvPicPr>
            <a:picLocks noChangeAspect="1"/>
          </p:cNvPicPr>
          <p:nvPr/>
        </p:nvPicPr>
        <p:blipFill>
          <a:blip r:embed="rId12"/>
          <a:stretch>
            <a:fillRect/>
          </a:stretch>
        </p:blipFill>
        <p:spPr>
          <a:xfrm>
            <a:off x="4052267" y="1448813"/>
            <a:ext cx="6006441" cy="6271326"/>
          </a:xfrm>
          <a:prstGeom prst="rect">
            <a:avLst/>
          </a:prstGeom>
        </p:spPr>
      </p:pic>
      <p:sp>
        <p:nvSpPr>
          <p:cNvPr id="4" name="!!Header whiteout">
            <a:extLst>
              <a:ext uri="{FF2B5EF4-FFF2-40B4-BE49-F238E27FC236}">
                <a16:creationId xmlns:a16="http://schemas.microsoft.com/office/drawing/2014/main" id="{EC3915A6-034A-0068-AE1F-B9CBCFF41DBC}"/>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ader Text 1">
            <a:extLst>
              <a:ext uri="{FF2B5EF4-FFF2-40B4-BE49-F238E27FC236}">
                <a16:creationId xmlns:a16="http://schemas.microsoft.com/office/drawing/2014/main" id="{4C1FE28A-4479-662F-0E6D-A163B2358A86}"/>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2279646152"/>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4356034" y="1457826"/>
            <a:ext cx="4147402" cy="5152279"/>
          </a:xfrm>
          <a:prstGeom prst="rect">
            <a:avLst/>
          </a:prstGeom>
        </p:spPr>
      </p:pic>
      <p:pic>
        <p:nvPicPr>
          <p:cNvPr id="19" name="Body">
            <a:extLst>
              <a:ext uri="{FF2B5EF4-FFF2-40B4-BE49-F238E27FC236}">
                <a16:creationId xmlns:a16="http://schemas.microsoft.com/office/drawing/2014/main" id="{1336C184-8E01-CD8C-8F60-988B0371D99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470723" y="4481394"/>
            <a:ext cx="789764" cy="1482325"/>
          </a:xfrm>
          <a:prstGeom prst="rect">
            <a:avLst/>
          </a:prstGeom>
        </p:spPr>
      </p:pic>
      <p:pic>
        <p:nvPicPr>
          <p:cNvPr id="20" name="Arm right">
            <a:extLst>
              <a:ext uri="{FF2B5EF4-FFF2-40B4-BE49-F238E27FC236}">
                <a16:creationId xmlns:a16="http://schemas.microsoft.com/office/drawing/2014/main" id="{73FCC847-0B72-CE78-D357-06AB3F858689}"/>
              </a:ext>
            </a:extLst>
          </p:cNvPr>
          <p:cNvPicPr>
            <a:picLocks noChangeAspect="1"/>
          </p:cNvPicPr>
          <p:nvPr/>
        </p:nvPicPr>
        <p:blipFill>
          <a:blip r:embed="rId5"/>
          <a:stretch>
            <a:fillRect/>
          </a:stretch>
        </p:blipFill>
        <p:spPr>
          <a:xfrm rot="7121993">
            <a:off x="-3083561" y="5085736"/>
            <a:ext cx="203585" cy="326807"/>
          </a:xfrm>
          <a:prstGeom prst="rect">
            <a:avLst/>
          </a:prstGeom>
        </p:spPr>
      </p:pic>
      <p:pic>
        <p:nvPicPr>
          <p:cNvPr id="21" name="Arm left">
            <a:extLst>
              <a:ext uri="{FF2B5EF4-FFF2-40B4-BE49-F238E27FC236}">
                <a16:creationId xmlns:a16="http://schemas.microsoft.com/office/drawing/2014/main" id="{0D36B92B-1A38-68AF-4D88-0C1B31DBD038}"/>
              </a:ext>
            </a:extLst>
          </p:cNvPr>
          <p:cNvPicPr>
            <a:picLocks noChangeAspect="1"/>
          </p:cNvPicPr>
          <p:nvPr/>
        </p:nvPicPr>
        <p:blipFill>
          <a:blip r:embed="rId6"/>
          <a:stretch>
            <a:fillRect/>
          </a:stretch>
        </p:blipFill>
        <p:spPr>
          <a:xfrm rot="20618759">
            <a:off x="-3317418" y="5114447"/>
            <a:ext cx="253220" cy="257910"/>
          </a:xfrm>
          <a:prstGeom prst="rect">
            <a:avLst/>
          </a:prstGeom>
        </p:spPr>
      </p:pic>
      <p:pic>
        <p:nvPicPr>
          <p:cNvPr id="48" name="!!HA Logo">
            <a:extLst>
              <a:ext uri="{FF2B5EF4-FFF2-40B4-BE49-F238E27FC236}">
                <a16:creationId xmlns:a16="http://schemas.microsoft.com/office/drawing/2014/main" id="{D25BA078-FF1D-4F95-B8AD-7FC62CA3073C}"/>
              </a:ext>
            </a:extLst>
          </p:cNvPr>
          <p:cNvPicPr>
            <a:picLocks noChangeAspect="1"/>
          </p:cNvPicPr>
          <p:nvPr/>
        </p:nvPicPr>
        <p:blipFill>
          <a:blip r:embed="rId7"/>
          <a:srcRect/>
          <a:stretch/>
        </p:blipFill>
        <p:spPr>
          <a:xfrm>
            <a:off x="-2689885" y="2561790"/>
            <a:ext cx="838493" cy="868873"/>
          </a:xfrm>
          <a:prstGeom prst="rect">
            <a:avLst/>
          </a:prstGeom>
        </p:spPr>
      </p:pic>
      <p:sp>
        <p:nvSpPr>
          <p:cNvPr id="2" name="!!Title">
            <a:extLst>
              <a:ext uri="{FF2B5EF4-FFF2-40B4-BE49-F238E27FC236}">
                <a16:creationId xmlns:a16="http://schemas.microsoft.com/office/drawing/2014/main" id="{FB80E330-B9DD-0C3C-3095-228D4E3231A1}"/>
              </a:ext>
            </a:extLst>
          </p:cNvPr>
          <p:cNvSpPr txBox="1"/>
          <p:nvPr/>
        </p:nvSpPr>
        <p:spPr>
          <a:xfrm>
            <a:off x="4214429" y="641977"/>
            <a:ext cx="3764172"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What </a:t>
            </a:r>
            <a:r>
              <a:rPr lang="en-US" sz="2800" b="1" dirty="0">
                <a:solidFill>
                  <a:srgbClr val="2D3E50"/>
                </a:solidFill>
                <a:latin typeface="Roboto" panose="02000000000000000000" pitchFamily="2" charset="0"/>
                <a:ea typeface="Roboto" panose="02000000000000000000" pitchFamily="2" charset="0"/>
              </a:rPr>
              <a:t>else</a:t>
            </a:r>
            <a:r>
              <a:rPr lang="en-US" sz="2800" dirty="0">
                <a:solidFill>
                  <a:srgbClr val="2D3E50"/>
                </a:solidFill>
                <a:latin typeface="Roboto" panose="02000000000000000000" pitchFamily="2" charset="0"/>
                <a:ea typeface="Roboto" panose="02000000000000000000" pitchFamily="2" charset="0"/>
              </a:rPr>
              <a:t> can you do?</a:t>
            </a:r>
            <a:endParaRPr lang="en-US" sz="2800" b="1" dirty="0">
              <a:solidFill>
                <a:srgbClr val="2D3E50"/>
              </a:solidFill>
              <a:latin typeface="Roboto" panose="02000000000000000000" pitchFamily="2" charset="0"/>
              <a:ea typeface="Roboto" panose="02000000000000000000" pitchFamily="2" charset="0"/>
            </a:endParaRPr>
          </a:p>
        </p:txBody>
      </p:sp>
      <p:grpSp>
        <p:nvGrpSpPr>
          <p:cNvPr id="3" name="!!Group 3">
            <a:extLst>
              <a:ext uri="{FF2B5EF4-FFF2-40B4-BE49-F238E27FC236}">
                <a16:creationId xmlns:a16="http://schemas.microsoft.com/office/drawing/2014/main" id="{D6CD7F5B-D4F8-FF70-A2A4-AA4E519A23C7}"/>
              </a:ext>
            </a:extLst>
          </p:cNvPr>
          <p:cNvGrpSpPr/>
          <p:nvPr/>
        </p:nvGrpSpPr>
        <p:grpSpPr>
          <a:xfrm>
            <a:off x="-3222098" y="4681574"/>
            <a:ext cx="215900" cy="158306"/>
            <a:chOff x="1896869" y="4063518"/>
            <a:chExt cx="215900" cy="158306"/>
          </a:xfrm>
        </p:grpSpPr>
        <p:sp>
          <p:nvSpPr>
            <p:cNvPr id="6" name="Eye 2">
              <a:extLst>
                <a:ext uri="{FF2B5EF4-FFF2-40B4-BE49-F238E27FC236}">
                  <a16:creationId xmlns:a16="http://schemas.microsoft.com/office/drawing/2014/main" id="{B181FE0D-CEA8-62C1-71E2-E6FCC6170B0E}"/>
                </a:ext>
              </a:extLst>
            </p:cNvPr>
            <p:cNvSpPr/>
            <p:nvPr/>
          </p:nvSpPr>
          <p:spPr>
            <a:xfrm>
              <a:off x="1897085" y="4068283"/>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Eye 1">
              <a:extLst>
                <a:ext uri="{FF2B5EF4-FFF2-40B4-BE49-F238E27FC236}">
                  <a16:creationId xmlns:a16="http://schemas.microsoft.com/office/drawing/2014/main" id="{6B07D3FB-3463-0E8B-9CA3-47F67AE27A31}"/>
                </a:ext>
              </a:extLst>
            </p:cNvPr>
            <p:cNvSpPr/>
            <p:nvPr/>
          </p:nvSpPr>
          <p:spPr>
            <a:xfrm>
              <a:off x="2034481" y="4063518"/>
              <a:ext cx="45719" cy="45719"/>
            </a:xfrm>
            <a:prstGeom prst="ellipse">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Smile">
              <a:extLst>
                <a:ext uri="{FF2B5EF4-FFF2-40B4-BE49-F238E27FC236}">
                  <a16:creationId xmlns:a16="http://schemas.microsoft.com/office/drawing/2014/main" id="{D361E6C2-AAA4-A277-6BC8-F0A2A80FCC75}"/>
                </a:ext>
              </a:extLst>
            </p:cNvPr>
            <p:cNvSpPr/>
            <p:nvPr/>
          </p:nvSpPr>
          <p:spPr>
            <a:xfrm rot="169699" flipV="1">
              <a:off x="1896869" y="4176105"/>
              <a:ext cx="215900" cy="45719"/>
            </a:xfrm>
            <a:custGeom>
              <a:avLst/>
              <a:gdLst>
                <a:gd name="connsiteX0" fmla="*/ 0 w 215900"/>
                <a:gd name="connsiteY0" fmla="*/ 92079 h 95254"/>
                <a:gd name="connsiteX1" fmla="*/ 120650 w 215900"/>
                <a:gd name="connsiteY1" fmla="*/ 4 h 95254"/>
                <a:gd name="connsiteX2" fmla="*/ 215900 w 215900"/>
                <a:gd name="connsiteY2" fmla="*/ 95254 h 95254"/>
              </a:gdLst>
              <a:ahLst/>
              <a:cxnLst>
                <a:cxn ang="0">
                  <a:pos x="connsiteX0" y="connsiteY0"/>
                </a:cxn>
                <a:cxn ang="0">
                  <a:pos x="connsiteX1" y="connsiteY1"/>
                </a:cxn>
                <a:cxn ang="0">
                  <a:pos x="connsiteX2" y="connsiteY2"/>
                </a:cxn>
              </a:cxnLst>
              <a:rect l="l" t="t" r="r" b="b"/>
              <a:pathLst>
                <a:path w="215900" h="95254">
                  <a:moveTo>
                    <a:pt x="0" y="92079"/>
                  </a:moveTo>
                  <a:cubicBezTo>
                    <a:pt x="42333" y="45777"/>
                    <a:pt x="84667" y="-525"/>
                    <a:pt x="120650" y="4"/>
                  </a:cubicBezTo>
                  <a:cubicBezTo>
                    <a:pt x="156633" y="533"/>
                    <a:pt x="193146" y="80437"/>
                    <a:pt x="215900" y="95254"/>
                  </a:cubicBezTo>
                </a:path>
              </a:pathLst>
            </a:cu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4" name="!!Speech Bubble: Rectangle 19">
            <a:extLst>
              <a:ext uri="{FF2B5EF4-FFF2-40B4-BE49-F238E27FC236}">
                <a16:creationId xmlns:a16="http://schemas.microsoft.com/office/drawing/2014/main" id="{C5552446-F28A-3346-6A5F-57176B41DE8E}"/>
              </a:ext>
            </a:extLst>
          </p:cNvPr>
          <p:cNvSpPr/>
          <p:nvPr/>
        </p:nvSpPr>
        <p:spPr>
          <a:xfrm>
            <a:off x="-3794007" y="3672166"/>
            <a:ext cx="1614626" cy="654767"/>
          </a:xfrm>
          <a:prstGeom prst="wedgeRectCallout">
            <a:avLst>
              <a:gd name="adj1" fmla="val -13869"/>
              <a:gd name="adj2" fmla="val 7743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3">
            <a:extLst>
              <a:ext uri="{FF2B5EF4-FFF2-40B4-BE49-F238E27FC236}">
                <a16:creationId xmlns:a16="http://schemas.microsoft.com/office/drawing/2014/main" id="{68182B2D-E75E-57AA-378D-565043AD5C9B}"/>
              </a:ext>
            </a:extLst>
          </p:cNvPr>
          <p:cNvSpPr txBox="1"/>
          <p:nvPr/>
        </p:nvSpPr>
        <p:spPr>
          <a:xfrm>
            <a:off x="-3794008" y="3672166"/>
            <a:ext cx="2104197"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Only $13!? </a:t>
            </a:r>
            <a:br>
              <a:rPr lang="en-US" dirty="0">
                <a:latin typeface="Roboto Light" panose="02000000000000000000" pitchFamily="2" charset="0"/>
                <a:ea typeface="Roboto Light" panose="02000000000000000000" pitchFamily="2" charset="0"/>
              </a:rPr>
            </a:br>
            <a:r>
              <a:rPr lang="en-US" dirty="0">
                <a:latin typeface="Roboto Light" panose="02000000000000000000" pitchFamily="2" charset="0"/>
                <a:ea typeface="Roboto Light" panose="02000000000000000000" pitchFamily="2" charset="0"/>
              </a:rPr>
              <a:t>Sweet! </a:t>
            </a:r>
          </a:p>
        </p:txBody>
      </p:sp>
      <p:pic>
        <p:nvPicPr>
          <p:cNvPr id="28" name="!!Picture 22">
            <a:extLst>
              <a:ext uri="{FF2B5EF4-FFF2-40B4-BE49-F238E27FC236}">
                <a16:creationId xmlns:a16="http://schemas.microsoft.com/office/drawing/2014/main" id="{BC1A52E6-5143-46E0-0EDA-0CC0397294E0}"/>
              </a:ext>
            </a:extLst>
          </p:cNvPr>
          <p:cNvPicPr>
            <a:picLocks noChangeAspect="1"/>
          </p:cNvPicPr>
          <p:nvPr/>
        </p:nvPicPr>
        <p:blipFill>
          <a:blip r:embed="rId8"/>
          <a:stretch>
            <a:fillRect/>
          </a:stretch>
        </p:blipFill>
        <p:spPr>
          <a:xfrm>
            <a:off x="-1922821" y="4148529"/>
            <a:ext cx="1082323" cy="1085003"/>
          </a:xfrm>
          <a:prstGeom prst="rect">
            <a:avLst/>
          </a:prstGeom>
        </p:spPr>
      </p:pic>
      <p:pic>
        <p:nvPicPr>
          <p:cNvPr id="29" name="!!Picture 26">
            <a:extLst>
              <a:ext uri="{FF2B5EF4-FFF2-40B4-BE49-F238E27FC236}">
                <a16:creationId xmlns:a16="http://schemas.microsoft.com/office/drawing/2014/main" id="{4D4D0297-5AE7-A2E9-642D-7FF410DBC19A}"/>
              </a:ext>
            </a:extLst>
          </p:cNvPr>
          <p:cNvPicPr>
            <a:picLocks noChangeAspect="1"/>
          </p:cNvPicPr>
          <p:nvPr/>
        </p:nvPicPr>
        <p:blipFill>
          <a:blip r:embed="rId8"/>
          <a:stretch>
            <a:fillRect/>
          </a:stretch>
        </p:blipFill>
        <p:spPr>
          <a:xfrm>
            <a:off x="-1944383" y="5146627"/>
            <a:ext cx="1082323" cy="1085002"/>
          </a:xfrm>
          <a:prstGeom prst="rect">
            <a:avLst/>
          </a:prstGeom>
        </p:spPr>
      </p:pic>
      <p:pic>
        <p:nvPicPr>
          <p:cNvPr id="23" name="Picture 22">
            <a:extLst>
              <a:ext uri="{FF2B5EF4-FFF2-40B4-BE49-F238E27FC236}">
                <a16:creationId xmlns:a16="http://schemas.microsoft.com/office/drawing/2014/main" id="{AFE5DF41-14A4-0FDA-4A0E-7E05A08B17F5}"/>
              </a:ext>
            </a:extLst>
          </p:cNvPr>
          <p:cNvPicPr>
            <a:picLocks noChangeAspect="1"/>
          </p:cNvPicPr>
          <p:nvPr/>
        </p:nvPicPr>
        <p:blipFill>
          <a:blip r:embed="rId8"/>
          <a:stretch>
            <a:fillRect/>
          </a:stretch>
        </p:blipFill>
        <p:spPr>
          <a:xfrm>
            <a:off x="-1851392" y="3203493"/>
            <a:ext cx="978759" cy="981182"/>
          </a:xfrm>
          <a:prstGeom prst="rect">
            <a:avLst/>
          </a:prstGeom>
        </p:spPr>
      </p:pic>
      <p:sp>
        <p:nvSpPr>
          <p:cNvPr id="30" name="ZWave3">
            <a:extLst>
              <a:ext uri="{FF2B5EF4-FFF2-40B4-BE49-F238E27FC236}">
                <a16:creationId xmlns:a16="http://schemas.microsoft.com/office/drawing/2014/main" id="{B09DF6BC-8D07-0378-FB21-6A730218B214}"/>
              </a:ext>
            </a:extLst>
          </p:cNvPr>
          <p:cNvSpPr txBox="1"/>
          <p:nvPr/>
        </p:nvSpPr>
        <p:spPr>
          <a:xfrm>
            <a:off x="12700838" y="2681518"/>
            <a:ext cx="7197177"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Home Assistant Cloud </a:t>
            </a:r>
            <a:r>
              <a:rPr lang="en-US" sz="2000" dirty="0">
                <a:solidFill>
                  <a:srgbClr val="2D3E50"/>
                </a:solidFill>
                <a:latin typeface="Roboto" panose="02000000000000000000" pitchFamily="2" charset="0"/>
                <a:ea typeface="Roboto" panose="02000000000000000000" pitchFamily="2" charset="0"/>
              </a:rPr>
              <a:t>(remote access + Alexa) </a:t>
            </a:r>
          </a:p>
        </p:txBody>
      </p:sp>
      <p:pic>
        <p:nvPicPr>
          <p:cNvPr id="31" name="!!ZWave4 Bulb">
            <a:extLst>
              <a:ext uri="{FF2B5EF4-FFF2-40B4-BE49-F238E27FC236}">
                <a16:creationId xmlns:a16="http://schemas.microsoft.com/office/drawing/2014/main" id="{72425617-3BF1-6882-E410-4E69809B2CB9}"/>
              </a:ext>
            </a:extLst>
          </p:cNvPr>
          <p:cNvPicPr>
            <a:picLocks noChangeAspect="1"/>
          </p:cNvPicPr>
          <p:nvPr/>
        </p:nvPicPr>
        <p:blipFill>
          <a:blip r:embed="rId9" cstate="hqprint">
            <a:extLst>
              <a:ext uri="{28A0092B-C50C-407E-A947-70E740481C1C}">
                <a14:useLocalDpi xmlns:a14="http://schemas.microsoft.com/office/drawing/2010/main"/>
              </a:ext>
            </a:extLst>
          </a:blip>
          <a:srcRect/>
          <a:stretch/>
        </p:blipFill>
        <p:spPr>
          <a:xfrm>
            <a:off x="12201352" y="2652920"/>
            <a:ext cx="425758" cy="400110"/>
          </a:xfrm>
          <a:prstGeom prst="rect">
            <a:avLst/>
          </a:prstGeom>
        </p:spPr>
      </p:pic>
      <p:sp>
        <p:nvSpPr>
          <p:cNvPr id="32" name="ZWave3">
            <a:extLst>
              <a:ext uri="{FF2B5EF4-FFF2-40B4-BE49-F238E27FC236}">
                <a16:creationId xmlns:a16="http://schemas.microsoft.com/office/drawing/2014/main" id="{E7567B19-E2D9-E63C-9049-FDA311F42EC1}"/>
              </a:ext>
            </a:extLst>
          </p:cNvPr>
          <p:cNvSpPr txBox="1"/>
          <p:nvPr/>
        </p:nvSpPr>
        <p:spPr>
          <a:xfrm>
            <a:off x="12700839" y="3228945"/>
            <a:ext cx="7264288"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Voice Assistants </a:t>
            </a:r>
            <a:r>
              <a:rPr lang="en-US" sz="2000" dirty="0">
                <a:solidFill>
                  <a:srgbClr val="2D3E50"/>
                </a:solidFill>
                <a:latin typeface="Roboto" panose="02000000000000000000" pitchFamily="2" charset="0"/>
                <a:ea typeface="Roboto" panose="02000000000000000000" pitchFamily="2" charset="0"/>
              </a:rPr>
              <a:t>(local voice control)</a:t>
            </a:r>
          </a:p>
        </p:txBody>
      </p:sp>
      <p:pic>
        <p:nvPicPr>
          <p:cNvPr id="33" name="!!ZWave3 Bulb">
            <a:extLst>
              <a:ext uri="{FF2B5EF4-FFF2-40B4-BE49-F238E27FC236}">
                <a16:creationId xmlns:a16="http://schemas.microsoft.com/office/drawing/2014/main" id="{9D0685B2-1469-1ACD-6773-AF4B53058107}"/>
              </a:ext>
            </a:extLst>
          </p:cNvPr>
          <p:cNvPicPr>
            <a:picLocks noChangeAspect="1"/>
          </p:cNvPicPr>
          <p:nvPr/>
        </p:nvPicPr>
        <p:blipFill>
          <a:blip r:embed="rId9" cstate="hqprint">
            <a:extLst>
              <a:ext uri="{28A0092B-C50C-407E-A947-70E740481C1C}">
                <a14:useLocalDpi xmlns:a14="http://schemas.microsoft.com/office/drawing/2010/main"/>
              </a:ext>
            </a:extLst>
          </a:blip>
          <a:srcRect/>
          <a:stretch/>
        </p:blipFill>
        <p:spPr>
          <a:xfrm>
            <a:off x="12201352" y="3200347"/>
            <a:ext cx="425758" cy="400110"/>
          </a:xfrm>
          <a:prstGeom prst="rect">
            <a:avLst/>
          </a:prstGeom>
        </p:spPr>
      </p:pic>
      <p:sp>
        <p:nvSpPr>
          <p:cNvPr id="34" name="ZWave3">
            <a:extLst>
              <a:ext uri="{FF2B5EF4-FFF2-40B4-BE49-F238E27FC236}">
                <a16:creationId xmlns:a16="http://schemas.microsoft.com/office/drawing/2014/main" id="{37BB2AAC-3C7A-88BF-6F54-8E576C38D878}"/>
              </a:ext>
            </a:extLst>
          </p:cNvPr>
          <p:cNvSpPr txBox="1"/>
          <p:nvPr/>
        </p:nvSpPr>
        <p:spPr>
          <a:xfrm>
            <a:off x="12700839" y="3776372"/>
            <a:ext cx="6802894"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M5 Atom Echo</a:t>
            </a:r>
            <a:r>
              <a:rPr lang="en-US" sz="2000" dirty="0">
                <a:solidFill>
                  <a:srgbClr val="2D3E50"/>
                </a:solidFill>
                <a:latin typeface="Roboto" panose="02000000000000000000" pitchFamily="2" charset="0"/>
                <a:ea typeface="Roboto" panose="02000000000000000000" pitchFamily="2" charset="0"/>
              </a:rPr>
              <a:t> (cheap mics w/ 1</a:t>
            </a:r>
            <a:r>
              <a:rPr lang="en-US" sz="2000" baseline="30000" dirty="0">
                <a:solidFill>
                  <a:srgbClr val="2D3E50"/>
                </a:solidFill>
                <a:latin typeface="Roboto" panose="02000000000000000000" pitchFamily="2" charset="0"/>
                <a:ea typeface="Roboto" panose="02000000000000000000" pitchFamily="2" charset="0"/>
              </a:rPr>
              <a:t>st</a:t>
            </a:r>
            <a:r>
              <a:rPr lang="en-US" sz="2000" dirty="0">
                <a:solidFill>
                  <a:srgbClr val="2D3E50"/>
                </a:solidFill>
                <a:latin typeface="Roboto" panose="02000000000000000000" pitchFamily="2" charset="0"/>
                <a:ea typeface="Roboto" panose="02000000000000000000" pitchFamily="2" charset="0"/>
              </a:rPr>
              <a:t> class support) </a:t>
            </a:r>
          </a:p>
        </p:txBody>
      </p:sp>
      <p:pic>
        <p:nvPicPr>
          <p:cNvPr id="35" name="!!ZWave2 Bulb">
            <a:extLst>
              <a:ext uri="{FF2B5EF4-FFF2-40B4-BE49-F238E27FC236}">
                <a16:creationId xmlns:a16="http://schemas.microsoft.com/office/drawing/2014/main" id="{7A2FD5BA-D7A1-835B-6059-957FE9FC5A16}"/>
              </a:ext>
            </a:extLst>
          </p:cNvPr>
          <p:cNvPicPr>
            <a:picLocks noChangeAspect="1"/>
          </p:cNvPicPr>
          <p:nvPr/>
        </p:nvPicPr>
        <p:blipFill>
          <a:blip r:embed="rId9" cstate="hqprint">
            <a:extLst>
              <a:ext uri="{28A0092B-C50C-407E-A947-70E740481C1C}">
                <a14:useLocalDpi xmlns:a14="http://schemas.microsoft.com/office/drawing/2010/main"/>
              </a:ext>
            </a:extLst>
          </a:blip>
          <a:srcRect/>
          <a:stretch/>
        </p:blipFill>
        <p:spPr>
          <a:xfrm>
            <a:off x="12201352" y="3747774"/>
            <a:ext cx="425758" cy="400110"/>
          </a:xfrm>
          <a:prstGeom prst="rect">
            <a:avLst/>
          </a:prstGeom>
        </p:spPr>
      </p:pic>
      <p:pic>
        <p:nvPicPr>
          <p:cNvPr id="5" name="Picture 4">
            <a:extLst>
              <a:ext uri="{FF2B5EF4-FFF2-40B4-BE49-F238E27FC236}">
                <a16:creationId xmlns:a16="http://schemas.microsoft.com/office/drawing/2014/main" id="{C76435FD-EC23-9E11-540B-C15508DACD4A}"/>
              </a:ext>
            </a:extLst>
          </p:cNvPr>
          <p:cNvPicPr>
            <a:picLocks noChangeAspect="1"/>
          </p:cNvPicPr>
          <p:nvPr/>
        </p:nvPicPr>
        <p:blipFill>
          <a:blip r:embed="rId10"/>
          <a:stretch>
            <a:fillRect/>
          </a:stretch>
        </p:blipFill>
        <p:spPr>
          <a:xfrm>
            <a:off x="12249173" y="1457826"/>
            <a:ext cx="2993878" cy="5400174"/>
          </a:xfrm>
          <a:prstGeom prst="rect">
            <a:avLst/>
          </a:prstGeom>
        </p:spPr>
      </p:pic>
      <p:pic>
        <p:nvPicPr>
          <p:cNvPr id="12" name="Picture 11">
            <a:extLst>
              <a:ext uri="{FF2B5EF4-FFF2-40B4-BE49-F238E27FC236}">
                <a16:creationId xmlns:a16="http://schemas.microsoft.com/office/drawing/2014/main" id="{993FA07E-C757-4798-4074-40865AEA11A4}"/>
              </a:ext>
            </a:extLst>
          </p:cNvPr>
          <p:cNvPicPr>
            <a:picLocks noChangeAspect="1"/>
          </p:cNvPicPr>
          <p:nvPr/>
        </p:nvPicPr>
        <p:blipFill>
          <a:blip r:embed="rId11"/>
          <a:stretch>
            <a:fillRect/>
          </a:stretch>
        </p:blipFill>
        <p:spPr>
          <a:xfrm>
            <a:off x="-4144197" y="1452298"/>
            <a:ext cx="7278116" cy="4305901"/>
          </a:xfrm>
          <a:prstGeom prst="rect">
            <a:avLst/>
          </a:prstGeom>
        </p:spPr>
      </p:pic>
      <p:pic>
        <p:nvPicPr>
          <p:cNvPr id="14" name="Picture 13">
            <a:extLst>
              <a:ext uri="{FF2B5EF4-FFF2-40B4-BE49-F238E27FC236}">
                <a16:creationId xmlns:a16="http://schemas.microsoft.com/office/drawing/2014/main" id="{B1C401C5-594E-A13D-708B-25211A681A8D}"/>
              </a:ext>
            </a:extLst>
          </p:cNvPr>
          <p:cNvPicPr>
            <a:picLocks noChangeAspect="1"/>
          </p:cNvPicPr>
          <p:nvPr/>
        </p:nvPicPr>
        <p:blipFill>
          <a:blip r:embed="rId12"/>
          <a:stretch>
            <a:fillRect/>
          </a:stretch>
        </p:blipFill>
        <p:spPr>
          <a:xfrm>
            <a:off x="4052267" y="6918441"/>
            <a:ext cx="6006441" cy="6271326"/>
          </a:xfrm>
          <a:prstGeom prst="rect">
            <a:avLst/>
          </a:prstGeom>
        </p:spPr>
      </p:pic>
      <p:pic>
        <p:nvPicPr>
          <p:cNvPr id="7" name="Picture 6">
            <a:extLst>
              <a:ext uri="{FF2B5EF4-FFF2-40B4-BE49-F238E27FC236}">
                <a16:creationId xmlns:a16="http://schemas.microsoft.com/office/drawing/2014/main" id="{1E4D2345-26EC-3648-C4F9-CC87A4DDA8B7}"/>
              </a:ext>
            </a:extLst>
          </p:cNvPr>
          <p:cNvPicPr>
            <a:picLocks noChangeAspect="1"/>
          </p:cNvPicPr>
          <p:nvPr/>
        </p:nvPicPr>
        <p:blipFill>
          <a:blip r:embed="rId13"/>
          <a:stretch>
            <a:fillRect/>
          </a:stretch>
        </p:blipFill>
        <p:spPr>
          <a:xfrm>
            <a:off x="3137296" y="1452195"/>
            <a:ext cx="7225300" cy="4305900"/>
          </a:xfrm>
          <a:prstGeom prst="rect">
            <a:avLst/>
          </a:prstGeom>
        </p:spPr>
      </p:pic>
      <p:sp>
        <p:nvSpPr>
          <p:cNvPr id="4" name="!!Header whiteout">
            <a:extLst>
              <a:ext uri="{FF2B5EF4-FFF2-40B4-BE49-F238E27FC236}">
                <a16:creationId xmlns:a16="http://schemas.microsoft.com/office/drawing/2014/main" id="{F91332D0-60D7-A7CE-4D85-78869A999A28}"/>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ader Text 1">
            <a:extLst>
              <a:ext uri="{FF2B5EF4-FFF2-40B4-BE49-F238E27FC236}">
                <a16:creationId xmlns:a16="http://schemas.microsoft.com/office/drawing/2014/main" id="{B6489F93-3903-2F93-2B01-56D7174F8E4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3586427952"/>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B80E330-B9DD-0C3C-3095-228D4E3231A1}"/>
              </a:ext>
            </a:extLst>
          </p:cNvPr>
          <p:cNvSpPr txBox="1"/>
          <p:nvPr/>
        </p:nvSpPr>
        <p:spPr>
          <a:xfrm>
            <a:off x="4214429" y="641977"/>
            <a:ext cx="3764172" cy="523220"/>
          </a:xfrm>
          <a:prstGeom prst="rect">
            <a:avLst/>
          </a:prstGeom>
          <a:noFill/>
        </p:spPr>
        <p:txBody>
          <a:bodyPr wrap="none" rtlCol="0">
            <a:spAutoFit/>
          </a:bodyPr>
          <a:lstStyle/>
          <a:p>
            <a:pPr algn="ctr"/>
            <a:r>
              <a:rPr lang="en-US" sz="2800" dirty="0">
                <a:solidFill>
                  <a:srgbClr val="2D3E50"/>
                </a:solidFill>
                <a:latin typeface="Roboto" panose="02000000000000000000" pitchFamily="2" charset="0"/>
                <a:ea typeface="Roboto" panose="02000000000000000000" pitchFamily="2" charset="0"/>
              </a:rPr>
              <a:t>What </a:t>
            </a:r>
            <a:r>
              <a:rPr lang="en-US" sz="2800" b="1" dirty="0">
                <a:solidFill>
                  <a:srgbClr val="2D3E50"/>
                </a:solidFill>
                <a:latin typeface="Roboto" panose="02000000000000000000" pitchFamily="2" charset="0"/>
                <a:ea typeface="Roboto" panose="02000000000000000000" pitchFamily="2" charset="0"/>
              </a:rPr>
              <a:t>else</a:t>
            </a:r>
            <a:r>
              <a:rPr lang="en-US" sz="2800" dirty="0">
                <a:solidFill>
                  <a:srgbClr val="2D3E50"/>
                </a:solidFill>
                <a:latin typeface="Roboto" panose="02000000000000000000" pitchFamily="2" charset="0"/>
                <a:ea typeface="Roboto" panose="02000000000000000000" pitchFamily="2" charset="0"/>
              </a:rPr>
              <a:t> can you do?</a:t>
            </a:r>
            <a:endParaRPr lang="en-US" sz="2800" b="1" dirty="0">
              <a:solidFill>
                <a:srgbClr val="2D3E50"/>
              </a:solidFill>
              <a:latin typeface="Roboto" panose="02000000000000000000" pitchFamily="2" charset="0"/>
              <a:ea typeface="Roboto" panose="02000000000000000000" pitchFamily="2" charset="0"/>
            </a:endParaRPr>
          </a:p>
        </p:txBody>
      </p:sp>
      <p:pic>
        <p:nvPicPr>
          <p:cNvPr id="10" name="Picture 9">
            <a:extLst>
              <a:ext uri="{FF2B5EF4-FFF2-40B4-BE49-F238E27FC236}">
                <a16:creationId xmlns:a16="http://schemas.microsoft.com/office/drawing/2014/main" id="{F55CF322-8C1A-8663-7330-8F33CBB18CC0}"/>
              </a:ext>
            </a:extLst>
          </p:cNvPr>
          <p:cNvPicPr>
            <a:picLocks noChangeAspect="1"/>
          </p:cNvPicPr>
          <p:nvPr/>
        </p:nvPicPr>
        <p:blipFill>
          <a:blip r:embed="rId3"/>
          <a:stretch>
            <a:fillRect/>
          </a:stretch>
        </p:blipFill>
        <p:spPr>
          <a:xfrm>
            <a:off x="0" y="1623412"/>
            <a:ext cx="5353797" cy="3067478"/>
          </a:xfrm>
          <a:prstGeom prst="rect">
            <a:avLst/>
          </a:prstGeom>
        </p:spPr>
      </p:pic>
      <p:pic>
        <p:nvPicPr>
          <p:cNvPr id="13" name="Picture 12">
            <a:extLst>
              <a:ext uri="{FF2B5EF4-FFF2-40B4-BE49-F238E27FC236}">
                <a16:creationId xmlns:a16="http://schemas.microsoft.com/office/drawing/2014/main" id="{F8E1C291-18A8-6A59-0F90-D17140660CD5}"/>
              </a:ext>
            </a:extLst>
          </p:cNvPr>
          <p:cNvPicPr>
            <a:picLocks noChangeAspect="1"/>
          </p:cNvPicPr>
          <p:nvPr/>
        </p:nvPicPr>
        <p:blipFill>
          <a:blip r:embed="rId4"/>
          <a:stretch>
            <a:fillRect/>
          </a:stretch>
        </p:blipFill>
        <p:spPr>
          <a:xfrm>
            <a:off x="3885724" y="2502168"/>
            <a:ext cx="4945238" cy="3346698"/>
          </a:xfrm>
          <a:prstGeom prst="rect">
            <a:avLst/>
          </a:prstGeom>
        </p:spPr>
      </p:pic>
      <p:pic>
        <p:nvPicPr>
          <p:cNvPr id="16" name="Picture 15">
            <a:extLst>
              <a:ext uri="{FF2B5EF4-FFF2-40B4-BE49-F238E27FC236}">
                <a16:creationId xmlns:a16="http://schemas.microsoft.com/office/drawing/2014/main" id="{7F0D55B6-7AA4-2AD1-60D5-E8400B600DB5}"/>
              </a:ext>
            </a:extLst>
          </p:cNvPr>
          <p:cNvPicPr>
            <a:picLocks noChangeAspect="1"/>
          </p:cNvPicPr>
          <p:nvPr/>
        </p:nvPicPr>
        <p:blipFill>
          <a:blip r:embed="rId5"/>
          <a:stretch>
            <a:fillRect/>
          </a:stretch>
        </p:blipFill>
        <p:spPr>
          <a:xfrm>
            <a:off x="8419574" y="3006301"/>
            <a:ext cx="3772426" cy="5458587"/>
          </a:xfrm>
          <a:prstGeom prst="rect">
            <a:avLst/>
          </a:prstGeom>
        </p:spPr>
      </p:pic>
      <p:sp>
        <p:nvSpPr>
          <p:cNvPr id="3" name="!!Header whiteout">
            <a:extLst>
              <a:ext uri="{FF2B5EF4-FFF2-40B4-BE49-F238E27FC236}">
                <a16:creationId xmlns:a16="http://schemas.microsoft.com/office/drawing/2014/main" id="{9A0F8A82-3AC6-801C-36FC-887E8BD72544}"/>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eader Text 1">
            <a:extLst>
              <a:ext uri="{FF2B5EF4-FFF2-40B4-BE49-F238E27FC236}">
                <a16:creationId xmlns:a16="http://schemas.microsoft.com/office/drawing/2014/main" id="{1BA185F3-1D75-DA24-1DDD-7F89DF184210}"/>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171069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A5A25-FF38-1880-930C-802242D7F41F}"/>
            </a:ext>
          </a:extLst>
        </p:cNvPr>
        <p:cNvGrpSpPr/>
        <p:nvPr/>
      </p:nvGrpSpPr>
      <p:grpSpPr>
        <a:xfrm>
          <a:off x="0" y="0"/>
          <a:ext cx="0" cy="0"/>
          <a:chOff x="0" y="0"/>
          <a:chExt cx="0" cy="0"/>
        </a:xfrm>
      </p:grpSpPr>
      <p:pic>
        <p:nvPicPr>
          <p:cNvPr id="22" name="Empty House">
            <a:extLst>
              <a:ext uri="{FF2B5EF4-FFF2-40B4-BE49-F238E27FC236}">
                <a16:creationId xmlns:a16="http://schemas.microsoft.com/office/drawing/2014/main" id="{5E4B966E-B45F-586A-C2EC-C6156918A027}"/>
              </a:ext>
            </a:extLst>
          </p:cNvPr>
          <p:cNvPicPr>
            <a:picLocks noChangeAspect="1"/>
          </p:cNvPicPr>
          <p:nvPr/>
        </p:nvPicPr>
        <p:blipFill>
          <a:blip r:embed="rId3"/>
          <a:srcRect/>
          <a:stretch/>
        </p:blipFill>
        <p:spPr>
          <a:xfrm>
            <a:off x="549113" y="492626"/>
            <a:ext cx="4147402" cy="5152279"/>
          </a:xfrm>
          <a:prstGeom prst="rect">
            <a:avLst/>
          </a:prstGeom>
        </p:spPr>
      </p:pic>
      <p:sp>
        <p:nvSpPr>
          <p:cNvPr id="24" name="Rectangle: Rounded Corners 23">
            <a:extLst>
              <a:ext uri="{FF2B5EF4-FFF2-40B4-BE49-F238E27FC236}">
                <a16:creationId xmlns:a16="http://schemas.microsoft.com/office/drawing/2014/main" id="{81815511-7F45-09E3-9C47-F6A127402FD6}"/>
              </a:ext>
            </a:extLst>
          </p:cNvPr>
          <p:cNvSpPr/>
          <p:nvPr/>
        </p:nvSpPr>
        <p:spPr>
          <a:xfrm>
            <a:off x="4884932" y="3884621"/>
            <a:ext cx="7031520" cy="580322"/>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1" name="Rectangle: Rounded Corners 20">
            <a:extLst>
              <a:ext uri="{FF2B5EF4-FFF2-40B4-BE49-F238E27FC236}">
                <a16:creationId xmlns:a16="http://schemas.microsoft.com/office/drawing/2014/main" id="{73493724-390A-3527-2613-744FACC38A12}"/>
              </a:ext>
            </a:extLst>
          </p:cNvPr>
          <p:cNvSpPr/>
          <p:nvPr/>
        </p:nvSpPr>
        <p:spPr>
          <a:xfrm>
            <a:off x="4889995" y="1621759"/>
            <a:ext cx="7031520" cy="561102"/>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0" name="Rectangle: Rounded Corners 19">
            <a:extLst>
              <a:ext uri="{FF2B5EF4-FFF2-40B4-BE49-F238E27FC236}">
                <a16:creationId xmlns:a16="http://schemas.microsoft.com/office/drawing/2014/main" id="{62DAC3BA-92DC-0C59-B269-F63E0D478A5E}"/>
              </a:ext>
            </a:extLst>
          </p:cNvPr>
          <p:cNvSpPr/>
          <p:nvPr/>
        </p:nvSpPr>
        <p:spPr>
          <a:xfrm>
            <a:off x="4868380" y="944178"/>
            <a:ext cx="7031520" cy="561102"/>
          </a:xfrm>
          <a:prstGeom prst="roundRect">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3" name="Rectangle: Rounded Corners 22">
            <a:extLst>
              <a:ext uri="{FF2B5EF4-FFF2-40B4-BE49-F238E27FC236}">
                <a16:creationId xmlns:a16="http://schemas.microsoft.com/office/drawing/2014/main" id="{FEF63303-9C8D-155F-6835-A7FD74F1D962}"/>
              </a:ext>
            </a:extLst>
          </p:cNvPr>
          <p:cNvSpPr/>
          <p:nvPr/>
        </p:nvSpPr>
        <p:spPr>
          <a:xfrm>
            <a:off x="4889995" y="2290098"/>
            <a:ext cx="7031520" cy="558459"/>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5" name="Rectangle: Rounded Corners 24">
            <a:extLst>
              <a:ext uri="{FF2B5EF4-FFF2-40B4-BE49-F238E27FC236}">
                <a16:creationId xmlns:a16="http://schemas.microsoft.com/office/drawing/2014/main" id="{539950C0-D2FF-A3B6-A0CD-42309380DFC8}"/>
              </a:ext>
            </a:extLst>
          </p:cNvPr>
          <p:cNvSpPr/>
          <p:nvPr/>
        </p:nvSpPr>
        <p:spPr>
          <a:xfrm>
            <a:off x="4884932" y="4574125"/>
            <a:ext cx="7031520" cy="580322"/>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pic>
        <p:nvPicPr>
          <p:cNvPr id="239" name="!!Cloud">
            <a:extLst>
              <a:ext uri="{FF2B5EF4-FFF2-40B4-BE49-F238E27FC236}">
                <a16:creationId xmlns:a16="http://schemas.microsoft.com/office/drawing/2014/main" id="{8F524340-4BD3-A89F-5DE7-9AF973A0D912}"/>
              </a:ext>
            </a:extLst>
          </p:cNvPr>
          <p:cNvPicPr>
            <a:picLocks noChangeAspect="1"/>
          </p:cNvPicPr>
          <p:nvPr/>
        </p:nvPicPr>
        <p:blipFill>
          <a:blip r:embed="rId4"/>
          <a:srcRect/>
          <a:stretch/>
        </p:blipFill>
        <p:spPr>
          <a:xfrm>
            <a:off x="11085018" y="3904848"/>
            <a:ext cx="809244" cy="481418"/>
          </a:xfrm>
          <a:prstGeom prst="rect">
            <a:avLst/>
          </a:prstGeom>
        </p:spPr>
      </p:pic>
      <p:pic>
        <p:nvPicPr>
          <p:cNvPr id="348" name="!!MQTT">
            <a:extLst>
              <a:ext uri="{FF2B5EF4-FFF2-40B4-BE49-F238E27FC236}">
                <a16:creationId xmlns:a16="http://schemas.microsoft.com/office/drawing/2014/main" id="{FE4DE0B9-E891-E38C-82FA-10564D932B5D}"/>
              </a:ext>
            </a:extLst>
          </p:cNvPr>
          <p:cNvPicPr>
            <a:picLocks noChangeAspect="1" noChangeArrowheads="1"/>
          </p:cNvPicPr>
          <p:nvPr/>
        </p:nvPicPr>
        <p:blipFill>
          <a:blip r:embed="rId5"/>
          <a:srcRect/>
          <a:stretch/>
        </p:blipFill>
        <p:spPr bwMode="auto">
          <a:xfrm>
            <a:off x="10760097" y="4746191"/>
            <a:ext cx="1133257" cy="286783"/>
          </a:xfrm>
          <a:prstGeom prst="rect">
            <a:avLst/>
          </a:prstGeom>
          <a:noFill/>
          <a:extLst>
            <a:ext uri="{909E8E84-426E-40DD-AFC4-6F175D3DCCD1}">
              <a14:hiddenFill xmlns:a14="http://schemas.microsoft.com/office/drawing/2010/main">
                <a:solidFill>
                  <a:srgbClr val="FFFFFF"/>
                </a:solidFill>
              </a14:hiddenFill>
            </a:ext>
          </a:extLst>
        </p:spPr>
      </p:pic>
      <p:pic>
        <p:nvPicPr>
          <p:cNvPr id="350" name="Picture 349">
            <a:extLst>
              <a:ext uri="{FF2B5EF4-FFF2-40B4-BE49-F238E27FC236}">
                <a16:creationId xmlns:a16="http://schemas.microsoft.com/office/drawing/2014/main" id="{B8E789DE-CD2B-DF3B-35BE-9688A5143A6C}"/>
              </a:ext>
            </a:extLst>
          </p:cNvPr>
          <p:cNvPicPr>
            <a:picLocks noChangeAspect="1"/>
          </p:cNvPicPr>
          <p:nvPr/>
        </p:nvPicPr>
        <p:blipFill>
          <a:blip r:embed="rId6"/>
          <a:stretch>
            <a:fillRect/>
          </a:stretch>
        </p:blipFill>
        <p:spPr>
          <a:xfrm>
            <a:off x="10188438" y="4642079"/>
            <a:ext cx="446072" cy="495008"/>
          </a:xfrm>
          <a:prstGeom prst="rect">
            <a:avLst/>
          </a:prstGeom>
        </p:spPr>
      </p:pic>
      <p:sp>
        <p:nvSpPr>
          <p:cNvPr id="351" name="Red text 2">
            <a:extLst>
              <a:ext uri="{FF2B5EF4-FFF2-40B4-BE49-F238E27FC236}">
                <a16:creationId xmlns:a16="http://schemas.microsoft.com/office/drawing/2014/main" id="{AFD8971B-7473-7DB0-08C1-37E5764CFC24}"/>
              </a:ext>
            </a:extLst>
          </p:cNvPr>
          <p:cNvSpPr txBox="1"/>
          <p:nvPr/>
        </p:nvSpPr>
        <p:spPr>
          <a:xfrm>
            <a:off x="4542553" y="11423237"/>
            <a:ext cx="2602594" cy="1015663"/>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DIY sensors / </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custom HA</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integrations</a:t>
            </a:r>
          </a:p>
        </p:txBody>
      </p:sp>
      <p:pic>
        <p:nvPicPr>
          <p:cNvPr id="559" name="Picture 558">
            <a:extLst>
              <a:ext uri="{FF2B5EF4-FFF2-40B4-BE49-F238E27FC236}">
                <a16:creationId xmlns:a16="http://schemas.microsoft.com/office/drawing/2014/main" id="{D294B5B6-A31A-76D9-F9C5-476D225A247A}"/>
              </a:ext>
            </a:extLst>
          </p:cNvPr>
          <p:cNvPicPr>
            <a:picLocks noChangeAspect="1"/>
          </p:cNvPicPr>
          <p:nvPr/>
        </p:nvPicPr>
        <p:blipFill>
          <a:blip r:embed="rId7"/>
          <a:stretch>
            <a:fillRect/>
          </a:stretch>
        </p:blipFill>
        <p:spPr>
          <a:xfrm>
            <a:off x="11390992" y="2315210"/>
            <a:ext cx="328300" cy="483914"/>
          </a:xfrm>
          <a:prstGeom prst="rect">
            <a:avLst/>
          </a:prstGeom>
        </p:spPr>
      </p:pic>
      <p:pic>
        <p:nvPicPr>
          <p:cNvPr id="561" name="Picture 560">
            <a:extLst>
              <a:ext uri="{FF2B5EF4-FFF2-40B4-BE49-F238E27FC236}">
                <a16:creationId xmlns:a16="http://schemas.microsoft.com/office/drawing/2014/main" id="{F3FE7BB5-2B90-3D98-6D61-A5BB44A27347}"/>
              </a:ext>
            </a:extLst>
          </p:cNvPr>
          <p:cNvPicPr>
            <a:picLocks noChangeAspect="1"/>
          </p:cNvPicPr>
          <p:nvPr/>
        </p:nvPicPr>
        <p:blipFill>
          <a:blip r:embed="rId8"/>
          <a:srcRect/>
          <a:stretch/>
        </p:blipFill>
        <p:spPr>
          <a:xfrm>
            <a:off x="10844959" y="2376569"/>
            <a:ext cx="395968" cy="419966"/>
          </a:xfrm>
          <a:prstGeom prst="rect">
            <a:avLst/>
          </a:prstGeom>
        </p:spPr>
      </p:pic>
      <p:pic>
        <p:nvPicPr>
          <p:cNvPr id="563" name="Picture 562">
            <a:extLst>
              <a:ext uri="{FF2B5EF4-FFF2-40B4-BE49-F238E27FC236}">
                <a16:creationId xmlns:a16="http://schemas.microsoft.com/office/drawing/2014/main" id="{192B873A-35C2-0071-AF73-5741F89730BC}"/>
              </a:ext>
            </a:extLst>
          </p:cNvPr>
          <p:cNvPicPr>
            <a:picLocks noChangeAspect="1"/>
          </p:cNvPicPr>
          <p:nvPr/>
        </p:nvPicPr>
        <p:blipFill>
          <a:blip r:embed="rId9"/>
          <a:stretch>
            <a:fillRect/>
          </a:stretch>
        </p:blipFill>
        <p:spPr>
          <a:xfrm>
            <a:off x="10252534" y="2328169"/>
            <a:ext cx="395967" cy="496393"/>
          </a:xfrm>
          <a:prstGeom prst="rect">
            <a:avLst/>
          </a:prstGeom>
        </p:spPr>
      </p:pic>
      <p:pic>
        <p:nvPicPr>
          <p:cNvPr id="669" name="Picture 668">
            <a:extLst>
              <a:ext uri="{FF2B5EF4-FFF2-40B4-BE49-F238E27FC236}">
                <a16:creationId xmlns:a16="http://schemas.microsoft.com/office/drawing/2014/main" id="{62C6C40D-1C63-4FA2-DF66-CF0197AE580F}"/>
              </a:ext>
            </a:extLst>
          </p:cNvPr>
          <p:cNvPicPr>
            <a:picLocks noChangeAspect="1"/>
          </p:cNvPicPr>
          <p:nvPr/>
        </p:nvPicPr>
        <p:blipFill>
          <a:blip r:embed="rId10"/>
          <a:stretch>
            <a:fillRect/>
          </a:stretch>
        </p:blipFill>
        <p:spPr>
          <a:xfrm>
            <a:off x="1463026" y="2743201"/>
            <a:ext cx="2317891" cy="2321684"/>
          </a:xfrm>
          <a:prstGeom prst="rect">
            <a:avLst/>
          </a:prstGeom>
        </p:spPr>
      </p:pic>
      <p:sp>
        <p:nvSpPr>
          <p:cNvPr id="670" name="Red text 2">
            <a:extLst>
              <a:ext uri="{FF2B5EF4-FFF2-40B4-BE49-F238E27FC236}">
                <a16:creationId xmlns:a16="http://schemas.microsoft.com/office/drawing/2014/main" id="{1196EA07-F7F2-4A62-BDAA-CBA51E5816EE}"/>
              </a:ext>
            </a:extLst>
          </p:cNvPr>
          <p:cNvSpPr txBox="1"/>
          <p:nvPr/>
        </p:nvSpPr>
        <p:spPr>
          <a:xfrm>
            <a:off x="282677" y="5566069"/>
            <a:ext cx="4642999" cy="461665"/>
          </a:xfrm>
          <a:prstGeom prst="rect">
            <a:avLst/>
          </a:prstGeom>
          <a:noFill/>
        </p:spPr>
        <p:txBody>
          <a:bodyPr wrap="square" rtlCol="0">
            <a:spAutoFit/>
          </a:bodyPr>
          <a:lstStyle/>
          <a:p>
            <a:pPr algn="ctr"/>
            <a:r>
              <a:rPr lang="en-US" sz="2400" dirty="0">
                <a:solidFill>
                  <a:srgbClr val="2A5BD7"/>
                </a:solidFill>
                <a:latin typeface="Segoe Print" panose="02000600000000000000" pitchFamily="2" charset="0"/>
              </a:rPr>
              <a:t>bit.ly</a:t>
            </a:r>
            <a:r>
              <a:rPr lang="en-US" sz="2400" b="1" dirty="0">
                <a:solidFill>
                  <a:srgbClr val="2A5BD7"/>
                </a:solidFill>
                <a:latin typeface="Segoe Print" panose="02000600000000000000" pitchFamily="2" charset="0"/>
              </a:rPr>
              <a:t>/</a:t>
            </a:r>
            <a:r>
              <a:rPr lang="en-US" sz="2400" b="1" dirty="0" err="1">
                <a:solidFill>
                  <a:srgbClr val="2A5BD7"/>
                </a:solidFill>
                <a:latin typeface="Segoe Print" panose="02000600000000000000" pitchFamily="2" charset="0"/>
              </a:rPr>
              <a:t>LocalSmarthomeFTW</a:t>
            </a:r>
            <a:endParaRPr lang="en-US" sz="2400" b="1" dirty="0">
              <a:solidFill>
                <a:srgbClr val="2A5BD7"/>
              </a:solidFill>
              <a:latin typeface="Segoe Print" panose="02000600000000000000" pitchFamily="2" charset="0"/>
            </a:endParaRPr>
          </a:p>
        </p:txBody>
      </p:sp>
      <p:pic>
        <p:nvPicPr>
          <p:cNvPr id="135" name="ZWave pic">
            <a:extLst>
              <a:ext uri="{FF2B5EF4-FFF2-40B4-BE49-F238E27FC236}">
                <a16:creationId xmlns:a16="http://schemas.microsoft.com/office/drawing/2014/main" id="{2C65A3B0-CB5F-773F-D264-75C2297B92E9}"/>
              </a:ext>
            </a:extLst>
          </p:cNvPr>
          <p:cNvPicPr>
            <a:picLocks noChangeAspect="1"/>
          </p:cNvPicPr>
          <p:nvPr/>
        </p:nvPicPr>
        <p:blipFill>
          <a:blip r:embed="rId11"/>
          <a:srcRect/>
          <a:stretch/>
        </p:blipFill>
        <p:spPr>
          <a:xfrm>
            <a:off x="9979558" y="1639978"/>
            <a:ext cx="835689" cy="347827"/>
          </a:xfrm>
          <a:prstGeom prst="rect">
            <a:avLst/>
          </a:prstGeom>
        </p:spPr>
      </p:pic>
      <p:pic>
        <p:nvPicPr>
          <p:cNvPr id="136" name="Zigbee pic">
            <a:extLst>
              <a:ext uri="{FF2B5EF4-FFF2-40B4-BE49-F238E27FC236}">
                <a16:creationId xmlns:a16="http://schemas.microsoft.com/office/drawing/2014/main" id="{D8391110-F660-098E-D546-39402EC0940E}"/>
              </a:ext>
            </a:extLst>
          </p:cNvPr>
          <p:cNvPicPr>
            <a:picLocks noChangeAspect="1" noChangeArrowheads="1"/>
          </p:cNvPicPr>
          <p:nvPr/>
        </p:nvPicPr>
        <p:blipFill>
          <a:blip r:embed="rId12"/>
          <a:srcRect/>
          <a:stretch/>
        </p:blipFill>
        <p:spPr bwMode="auto">
          <a:xfrm>
            <a:off x="10967725" y="1760375"/>
            <a:ext cx="797957" cy="192022"/>
          </a:xfrm>
          <a:prstGeom prst="rect">
            <a:avLst/>
          </a:prstGeom>
          <a:noFill/>
          <a:extLst>
            <a:ext uri="{909E8E84-426E-40DD-AFC4-6F175D3DCCD1}">
              <a14:hiddenFill xmlns:a14="http://schemas.microsoft.com/office/drawing/2010/main">
                <a:solidFill>
                  <a:srgbClr val="FFFFFF"/>
                </a:solidFill>
              </a14:hiddenFill>
            </a:ext>
          </a:extLst>
        </p:spPr>
      </p:pic>
      <p:sp>
        <p:nvSpPr>
          <p:cNvPr id="2" name="ZWave3">
            <a:extLst>
              <a:ext uri="{FF2B5EF4-FFF2-40B4-BE49-F238E27FC236}">
                <a16:creationId xmlns:a16="http://schemas.microsoft.com/office/drawing/2014/main" id="{162B95F7-E615-A8AB-4F73-7FE370D8B922}"/>
              </a:ext>
            </a:extLst>
          </p:cNvPr>
          <p:cNvSpPr txBox="1"/>
          <p:nvPr/>
        </p:nvSpPr>
        <p:spPr>
          <a:xfrm>
            <a:off x="5367866" y="1017226"/>
            <a:ext cx="6212241"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Pick a local hub</a:t>
            </a:r>
            <a:r>
              <a:rPr lang="en-US" sz="2000" dirty="0">
                <a:solidFill>
                  <a:srgbClr val="2D3E50"/>
                </a:solidFill>
                <a:latin typeface="Roboto" panose="02000000000000000000" pitchFamily="2" charset="0"/>
                <a:ea typeface="Roboto" panose="02000000000000000000" pitchFamily="2" charset="0"/>
              </a:rPr>
              <a:t> (Home Assistant, </a:t>
            </a:r>
            <a:r>
              <a:rPr lang="en-US" sz="2000" dirty="0" err="1">
                <a:solidFill>
                  <a:srgbClr val="2D3E50"/>
                </a:solidFill>
                <a:latin typeface="Roboto" panose="02000000000000000000" pitchFamily="2" charset="0"/>
                <a:ea typeface="Roboto" panose="02000000000000000000" pitchFamily="2" charset="0"/>
              </a:rPr>
              <a:t>etc</a:t>
            </a:r>
            <a:r>
              <a:rPr lang="en-US" sz="2000" dirty="0">
                <a:solidFill>
                  <a:srgbClr val="2D3E50"/>
                </a:solidFill>
                <a:latin typeface="Roboto" panose="02000000000000000000" pitchFamily="2" charset="0"/>
                <a:ea typeface="Roboto" panose="02000000000000000000" pitchFamily="2" charset="0"/>
              </a:rPr>
              <a:t>)</a:t>
            </a:r>
          </a:p>
        </p:txBody>
      </p:sp>
      <p:pic>
        <p:nvPicPr>
          <p:cNvPr id="3" name="ZWave4 Bulb">
            <a:extLst>
              <a:ext uri="{FF2B5EF4-FFF2-40B4-BE49-F238E27FC236}">
                <a16:creationId xmlns:a16="http://schemas.microsoft.com/office/drawing/2014/main" id="{E5143EAC-230A-A579-D36B-D2A2E0DF61DB}"/>
              </a:ext>
            </a:extLst>
          </p:cNvPr>
          <p:cNvPicPr>
            <a:picLocks noChangeAspect="1"/>
          </p:cNvPicPr>
          <p:nvPr/>
        </p:nvPicPr>
        <p:blipFill>
          <a:blip r:embed="rId13" cstate="hqprint">
            <a:extLst>
              <a:ext uri="{28A0092B-C50C-407E-A947-70E740481C1C}">
                <a14:useLocalDpi xmlns:a14="http://schemas.microsoft.com/office/drawing/2010/main"/>
              </a:ext>
            </a:extLst>
          </a:blip>
          <a:srcRect/>
          <a:stretch/>
        </p:blipFill>
        <p:spPr>
          <a:xfrm>
            <a:off x="4892761" y="1000119"/>
            <a:ext cx="425758" cy="400110"/>
          </a:xfrm>
          <a:prstGeom prst="rect">
            <a:avLst/>
          </a:prstGeom>
        </p:spPr>
      </p:pic>
      <p:sp>
        <p:nvSpPr>
          <p:cNvPr id="4" name="ZWave3">
            <a:extLst>
              <a:ext uri="{FF2B5EF4-FFF2-40B4-BE49-F238E27FC236}">
                <a16:creationId xmlns:a16="http://schemas.microsoft.com/office/drawing/2014/main" id="{859D7D30-62B4-B523-F441-27FA01853A2A}"/>
              </a:ext>
            </a:extLst>
          </p:cNvPr>
          <p:cNvSpPr txBox="1"/>
          <p:nvPr/>
        </p:nvSpPr>
        <p:spPr>
          <a:xfrm>
            <a:off x="5367866" y="1708860"/>
            <a:ext cx="6212241"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Pick a protocol </a:t>
            </a:r>
            <a:r>
              <a:rPr lang="en-US" sz="2000" dirty="0">
                <a:solidFill>
                  <a:srgbClr val="2D3E50"/>
                </a:solidFill>
                <a:latin typeface="Roboto" panose="02000000000000000000" pitchFamily="2" charset="0"/>
                <a:ea typeface="Roboto" panose="02000000000000000000" pitchFamily="2" charset="0"/>
              </a:rPr>
              <a:t>for your devices to use</a:t>
            </a:r>
          </a:p>
        </p:txBody>
      </p:sp>
      <p:pic>
        <p:nvPicPr>
          <p:cNvPr id="5" name="ZWave4 Bulb">
            <a:extLst>
              <a:ext uri="{FF2B5EF4-FFF2-40B4-BE49-F238E27FC236}">
                <a16:creationId xmlns:a16="http://schemas.microsoft.com/office/drawing/2014/main" id="{0963899A-5F57-A43C-708C-1803D493B0E5}"/>
              </a:ext>
            </a:extLst>
          </p:cNvPr>
          <p:cNvPicPr>
            <a:picLocks noChangeAspect="1"/>
          </p:cNvPicPr>
          <p:nvPr/>
        </p:nvPicPr>
        <p:blipFill>
          <a:blip r:embed="rId13" cstate="hqprint">
            <a:extLst>
              <a:ext uri="{28A0092B-C50C-407E-A947-70E740481C1C}">
                <a14:useLocalDpi xmlns:a14="http://schemas.microsoft.com/office/drawing/2010/main"/>
              </a:ext>
            </a:extLst>
          </a:blip>
          <a:srcRect/>
          <a:stretch/>
        </p:blipFill>
        <p:spPr>
          <a:xfrm>
            <a:off x="4894637" y="1697953"/>
            <a:ext cx="425758" cy="400110"/>
          </a:xfrm>
          <a:prstGeom prst="rect">
            <a:avLst/>
          </a:prstGeom>
        </p:spPr>
      </p:pic>
      <p:sp>
        <p:nvSpPr>
          <p:cNvPr id="6" name="ZWave3">
            <a:extLst>
              <a:ext uri="{FF2B5EF4-FFF2-40B4-BE49-F238E27FC236}">
                <a16:creationId xmlns:a16="http://schemas.microsoft.com/office/drawing/2014/main" id="{09582C66-893A-1456-8885-00CC6B978446}"/>
              </a:ext>
            </a:extLst>
          </p:cNvPr>
          <p:cNvSpPr txBox="1"/>
          <p:nvPr/>
        </p:nvSpPr>
        <p:spPr>
          <a:xfrm>
            <a:off x="5394123" y="2362911"/>
            <a:ext cx="6212241"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Get some devices </a:t>
            </a:r>
            <a:r>
              <a:rPr lang="en-US" sz="2000" dirty="0">
                <a:solidFill>
                  <a:srgbClr val="2D3E50"/>
                </a:solidFill>
                <a:latin typeface="Roboto" panose="02000000000000000000" pitchFamily="2" charset="0"/>
                <a:ea typeface="Roboto" panose="02000000000000000000" pitchFamily="2" charset="0"/>
              </a:rPr>
              <a:t>that use that protocol</a:t>
            </a:r>
          </a:p>
        </p:txBody>
      </p:sp>
      <p:pic>
        <p:nvPicPr>
          <p:cNvPr id="8" name="ZWave4 Bulb">
            <a:extLst>
              <a:ext uri="{FF2B5EF4-FFF2-40B4-BE49-F238E27FC236}">
                <a16:creationId xmlns:a16="http://schemas.microsoft.com/office/drawing/2014/main" id="{EFEB7910-F448-3F6B-1253-9DE5A5469902}"/>
              </a:ext>
            </a:extLst>
          </p:cNvPr>
          <p:cNvPicPr>
            <a:picLocks noChangeAspect="1"/>
          </p:cNvPicPr>
          <p:nvPr/>
        </p:nvPicPr>
        <p:blipFill>
          <a:blip r:embed="rId13" cstate="hqprint">
            <a:extLst>
              <a:ext uri="{28A0092B-C50C-407E-A947-70E740481C1C}">
                <a14:useLocalDpi xmlns:a14="http://schemas.microsoft.com/office/drawing/2010/main"/>
              </a:ext>
            </a:extLst>
          </a:blip>
          <a:srcRect/>
          <a:stretch/>
        </p:blipFill>
        <p:spPr>
          <a:xfrm>
            <a:off x="4894637" y="2372413"/>
            <a:ext cx="425758" cy="400110"/>
          </a:xfrm>
          <a:prstGeom prst="rect">
            <a:avLst/>
          </a:prstGeom>
        </p:spPr>
      </p:pic>
      <p:sp>
        <p:nvSpPr>
          <p:cNvPr id="9" name="ZWave3">
            <a:extLst>
              <a:ext uri="{FF2B5EF4-FFF2-40B4-BE49-F238E27FC236}">
                <a16:creationId xmlns:a16="http://schemas.microsoft.com/office/drawing/2014/main" id="{CCE163E5-C9DE-39A9-1F49-0BB431DA6970}"/>
              </a:ext>
            </a:extLst>
          </p:cNvPr>
          <p:cNvSpPr txBox="1"/>
          <p:nvPr/>
        </p:nvSpPr>
        <p:spPr>
          <a:xfrm>
            <a:off x="5362804" y="3978198"/>
            <a:ext cx="5827184"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Home Assistant Cloud</a:t>
            </a:r>
            <a:r>
              <a:rPr lang="en-US" sz="2000" dirty="0">
                <a:solidFill>
                  <a:srgbClr val="2D3E50"/>
                </a:solidFill>
                <a:latin typeface="Roboto" panose="02000000000000000000" pitchFamily="2" charset="0"/>
                <a:ea typeface="Roboto" panose="02000000000000000000" pitchFamily="2" charset="0"/>
              </a:rPr>
              <a:t> for remote access + Alexa</a:t>
            </a:r>
          </a:p>
        </p:txBody>
      </p:sp>
      <p:pic>
        <p:nvPicPr>
          <p:cNvPr id="10" name="ZWave4 Bulb">
            <a:extLst>
              <a:ext uri="{FF2B5EF4-FFF2-40B4-BE49-F238E27FC236}">
                <a16:creationId xmlns:a16="http://schemas.microsoft.com/office/drawing/2014/main" id="{3D4D6994-B314-5015-544C-5B790A080F1A}"/>
              </a:ext>
            </a:extLst>
          </p:cNvPr>
          <p:cNvPicPr>
            <a:picLocks noChangeAspect="1"/>
          </p:cNvPicPr>
          <p:nvPr/>
        </p:nvPicPr>
        <p:blipFill>
          <a:blip r:embed="rId13" cstate="hqprint">
            <a:extLst>
              <a:ext uri="{28A0092B-C50C-407E-A947-70E740481C1C}">
                <a14:useLocalDpi xmlns:a14="http://schemas.microsoft.com/office/drawing/2010/main"/>
              </a:ext>
            </a:extLst>
          </a:blip>
          <a:srcRect/>
          <a:stretch/>
        </p:blipFill>
        <p:spPr>
          <a:xfrm>
            <a:off x="4894637" y="3974727"/>
            <a:ext cx="425758" cy="400110"/>
          </a:xfrm>
          <a:prstGeom prst="rect">
            <a:avLst/>
          </a:prstGeom>
        </p:spPr>
      </p:pic>
      <p:sp>
        <p:nvSpPr>
          <p:cNvPr id="11" name="ZWave3">
            <a:extLst>
              <a:ext uri="{FF2B5EF4-FFF2-40B4-BE49-F238E27FC236}">
                <a16:creationId xmlns:a16="http://schemas.microsoft.com/office/drawing/2014/main" id="{49DA1AAA-03E7-CE7F-F9F2-857F8BBFE7A6}"/>
              </a:ext>
            </a:extLst>
          </p:cNvPr>
          <p:cNvSpPr txBox="1"/>
          <p:nvPr/>
        </p:nvSpPr>
        <p:spPr>
          <a:xfrm>
            <a:off x="5384418" y="4663956"/>
            <a:ext cx="6212241" cy="400110"/>
          </a:xfrm>
          <a:prstGeom prst="rect">
            <a:avLst/>
          </a:prstGeom>
          <a:noFill/>
        </p:spPr>
        <p:txBody>
          <a:bodyPr wrap="square" rtlCol="0">
            <a:spAutoFit/>
          </a:bodyPr>
          <a:lstStyle/>
          <a:p>
            <a:r>
              <a:rPr lang="en-US" sz="2000" b="1" dirty="0" err="1">
                <a:solidFill>
                  <a:srgbClr val="2D3E50"/>
                </a:solidFill>
                <a:latin typeface="Roboto" panose="02000000000000000000" pitchFamily="2" charset="0"/>
                <a:ea typeface="Roboto" panose="02000000000000000000" pitchFamily="2" charset="0"/>
              </a:rPr>
              <a:t>RaspPi</a:t>
            </a:r>
            <a:r>
              <a:rPr lang="en-US" sz="2000" b="1" dirty="0">
                <a:solidFill>
                  <a:srgbClr val="2D3E50"/>
                </a:solidFill>
                <a:latin typeface="Roboto" panose="02000000000000000000" pitchFamily="2" charset="0"/>
                <a:ea typeface="Roboto" panose="02000000000000000000" pitchFamily="2" charset="0"/>
              </a:rPr>
              <a:t> + Python + MQTT</a:t>
            </a:r>
            <a:r>
              <a:rPr lang="en-US" sz="2000" dirty="0">
                <a:solidFill>
                  <a:srgbClr val="2D3E50"/>
                </a:solidFill>
                <a:latin typeface="Roboto" panose="02000000000000000000" pitchFamily="2" charset="0"/>
                <a:ea typeface="Roboto" panose="02000000000000000000" pitchFamily="2" charset="0"/>
              </a:rPr>
              <a:t> for DIY stuff</a:t>
            </a:r>
          </a:p>
        </p:txBody>
      </p:sp>
      <p:pic>
        <p:nvPicPr>
          <p:cNvPr id="12" name="ZWave4 Bulb">
            <a:extLst>
              <a:ext uri="{FF2B5EF4-FFF2-40B4-BE49-F238E27FC236}">
                <a16:creationId xmlns:a16="http://schemas.microsoft.com/office/drawing/2014/main" id="{1252BCAA-910A-6F94-9533-39FA06FC8B7C}"/>
              </a:ext>
            </a:extLst>
          </p:cNvPr>
          <p:cNvPicPr>
            <a:picLocks noChangeAspect="1"/>
          </p:cNvPicPr>
          <p:nvPr/>
        </p:nvPicPr>
        <p:blipFill>
          <a:blip r:embed="rId13" cstate="hqprint">
            <a:extLst>
              <a:ext uri="{28A0092B-C50C-407E-A947-70E740481C1C}">
                <a14:useLocalDpi xmlns:a14="http://schemas.microsoft.com/office/drawing/2010/main"/>
              </a:ext>
            </a:extLst>
          </a:blip>
          <a:srcRect/>
          <a:stretch/>
        </p:blipFill>
        <p:spPr>
          <a:xfrm>
            <a:off x="4894637" y="4627662"/>
            <a:ext cx="425758" cy="400110"/>
          </a:xfrm>
          <a:prstGeom prst="rect">
            <a:avLst/>
          </a:prstGeom>
        </p:spPr>
      </p:pic>
      <p:pic>
        <p:nvPicPr>
          <p:cNvPr id="13" name="Bulb">
            <a:extLst>
              <a:ext uri="{FF2B5EF4-FFF2-40B4-BE49-F238E27FC236}">
                <a16:creationId xmlns:a16="http://schemas.microsoft.com/office/drawing/2014/main" id="{15761CA4-1195-79D0-3790-B09B830422C1}"/>
              </a:ext>
            </a:extLst>
          </p:cNvPr>
          <p:cNvPicPr>
            <a:picLocks noChangeAspect="1"/>
          </p:cNvPicPr>
          <p:nvPr/>
        </p:nvPicPr>
        <p:blipFill>
          <a:blip r:embed="rId14"/>
          <a:stretch>
            <a:fillRect/>
          </a:stretch>
        </p:blipFill>
        <p:spPr>
          <a:xfrm>
            <a:off x="2146859" y="1647210"/>
            <a:ext cx="939241" cy="986852"/>
          </a:xfrm>
          <a:prstGeom prst="rect">
            <a:avLst/>
          </a:prstGeom>
        </p:spPr>
      </p:pic>
      <p:sp>
        <p:nvSpPr>
          <p:cNvPr id="19" name="ZWave3">
            <a:extLst>
              <a:ext uri="{FF2B5EF4-FFF2-40B4-BE49-F238E27FC236}">
                <a16:creationId xmlns:a16="http://schemas.microsoft.com/office/drawing/2014/main" id="{C5D3D12D-171E-FC9B-6E12-6407C99591DF}"/>
              </a:ext>
            </a:extLst>
          </p:cNvPr>
          <p:cNvSpPr txBox="1"/>
          <p:nvPr/>
        </p:nvSpPr>
        <p:spPr>
          <a:xfrm>
            <a:off x="330301" y="6346114"/>
            <a:ext cx="4642999" cy="400110"/>
          </a:xfrm>
          <a:prstGeom prst="rect">
            <a:avLst/>
          </a:prstGeom>
          <a:noFill/>
        </p:spPr>
        <p:txBody>
          <a:bodyPr wrap="square" rtlCol="0">
            <a:spAutoFit/>
          </a:bodyPr>
          <a:lstStyle/>
          <a:p>
            <a:r>
              <a:rPr lang="en-US" sz="2000" dirty="0" err="1">
                <a:solidFill>
                  <a:srgbClr val="2D3E50"/>
                </a:solidFill>
                <a:latin typeface="Roboto" panose="02000000000000000000" pitchFamily="2" charset="0"/>
                <a:ea typeface="Roboto" panose="02000000000000000000" pitchFamily="2" charset="0"/>
              </a:rPr>
              <a:t>seth@petry-johnson</a:t>
            </a:r>
            <a:r>
              <a:rPr lang="en-US" sz="2000" dirty="0">
                <a:solidFill>
                  <a:srgbClr val="2D3E50"/>
                </a:solidFill>
                <a:latin typeface="Roboto" panose="02000000000000000000" pitchFamily="2" charset="0"/>
                <a:ea typeface="Roboto" panose="02000000000000000000" pitchFamily="2" charset="0"/>
              </a:rPr>
              <a:t> / @spetryjohnson</a:t>
            </a:r>
          </a:p>
        </p:txBody>
      </p:sp>
      <p:pic>
        <p:nvPicPr>
          <p:cNvPr id="7" name="!!HA Logo">
            <a:extLst>
              <a:ext uri="{FF2B5EF4-FFF2-40B4-BE49-F238E27FC236}">
                <a16:creationId xmlns:a16="http://schemas.microsoft.com/office/drawing/2014/main" id="{44352394-B92B-9F01-EB63-CA901D81971D}"/>
              </a:ext>
            </a:extLst>
          </p:cNvPr>
          <p:cNvPicPr>
            <a:picLocks noChangeAspect="1"/>
          </p:cNvPicPr>
          <p:nvPr/>
        </p:nvPicPr>
        <p:blipFill>
          <a:blip r:embed="rId15"/>
          <a:srcRect/>
          <a:stretch/>
        </p:blipFill>
        <p:spPr>
          <a:xfrm>
            <a:off x="10168905" y="1000809"/>
            <a:ext cx="423629" cy="438978"/>
          </a:xfrm>
          <a:prstGeom prst="rect">
            <a:avLst/>
          </a:prstGeom>
        </p:spPr>
      </p:pic>
      <p:pic>
        <p:nvPicPr>
          <p:cNvPr id="15" name="Picture 14">
            <a:extLst>
              <a:ext uri="{FF2B5EF4-FFF2-40B4-BE49-F238E27FC236}">
                <a16:creationId xmlns:a16="http://schemas.microsoft.com/office/drawing/2014/main" id="{04691DD3-EAAF-0641-488B-71A7840CBA5D}"/>
              </a:ext>
            </a:extLst>
          </p:cNvPr>
          <p:cNvPicPr>
            <a:picLocks noChangeAspect="1"/>
          </p:cNvPicPr>
          <p:nvPr/>
        </p:nvPicPr>
        <p:blipFill>
          <a:blip r:embed="rId16"/>
          <a:stretch>
            <a:fillRect/>
          </a:stretch>
        </p:blipFill>
        <p:spPr>
          <a:xfrm>
            <a:off x="10767367" y="1060601"/>
            <a:ext cx="1055991" cy="312398"/>
          </a:xfrm>
          <a:prstGeom prst="rect">
            <a:avLst/>
          </a:prstGeom>
        </p:spPr>
      </p:pic>
      <p:sp>
        <p:nvSpPr>
          <p:cNvPr id="26" name="Rectangle: Rounded Corners 25">
            <a:extLst>
              <a:ext uri="{FF2B5EF4-FFF2-40B4-BE49-F238E27FC236}">
                <a16:creationId xmlns:a16="http://schemas.microsoft.com/office/drawing/2014/main" id="{7047F654-454A-5CFC-7ED4-E4961CF215C2}"/>
              </a:ext>
            </a:extLst>
          </p:cNvPr>
          <p:cNvSpPr/>
          <p:nvPr/>
        </p:nvSpPr>
        <p:spPr>
          <a:xfrm>
            <a:off x="4884932" y="2950860"/>
            <a:ext cx="7031520" cy="843510"/>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8" name="ZWave3">
            <a:extLst>
              <a:ext uri="{FF2B5EF4-FFF2-40B4-BE49-F238E27FC236}">
                <a16:creationId xmlns:a16="http://schemas.microsoft.com/office/drawing/2014/main" id="{BFBE2491-155F-A3AE-6286-C9775899F2BA}"/>
              </a:ext>
            </a:extLst>
          </p:cNvPr>
          <p:cNvSpPr txBox="1"/>
          <p:nvPr/>
        </p:nvSpPr>
        <p:spPr>
          <a:xfrm>
            <a:off x="5362804" y="3019037"/>
            <a:ext cx="6433876" cy="707886"/>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Make smart automations </a:t>
            </a:r>
            <a:r>
              <a:rPr lang="en-US" sz="2000" dirty="0">
                <a:solidFill>
                  <a:srgbClr val="2D3E50"/>
                </a:solidFill>
                <a:latin typeface="Roboto" panose="02000000000000000000" pitchFamily="2" charset="0"/>
                <a:ea typeface="Roboto" panose="02000000000000000000" pitchFamily="2" charset="0"/>
              </a:rPr>
              <a:t>that do cool stuff </a:t>
            </a:r>
            <a:br>
              <a:rPr lang="en-US" sz="2000" dirty="0">
                <a:solidFill>
                  <a:srgbClr val="2D3E50"/>
                </a:solidFill>
                <a:latin typeface="Roboto" panose="02000000000000000000" pitchFamily="2" charset="0"/>
                <a:ea typeface="Roboto" panose="02000000000000000000" pitchFamily="2" charset="0"/>
              </a:rPr>
            </a:br>
            <a:r>
              <a:rPr lang="en-US" sz="2000" dirty="0">
                <a:solidFill>
                  <a:srgbClr val="2D3E50"/>
                </a:solidFill>
                <a:latin typeface="Roboto" panose="02000000000000000000" pitchFamily="2" charset="0"/>
                <a:ea typeface="Roboto" panose="02000000000000000000" pitchFamily="2" charset="0"/>
              </a:rPr>
              <a:t>(but don't forget the kill switch!)</a:t>
            </a:r>
          </a:p>
        </p:txBody>
      </p:sp>
      <p:pic>
        <p:nvPicPr>
          <p:cNvPr id="29" name="ZWave4 Bulb">
            <a:extLst>
              <a:ext uri="{FF2B5EF4-FFF2-40B4-BE49-F238E27FC236}">
                <a16:creationId xmlns:a16="http://schemas.microsoft.com/office/drawing/2014/main" id="{51F13121-4A03-96A8-1828-D9E64758D36B}"/>
              </a:ext>
            </a:extLst>
          </p:cNvPr>
          <p:cNvPicPr>
            <a:picLocks noChangeAspect="1"/>
          </p:cNvPicPr>
          <p:nvPr/>
        </p:nvPicPr>
        <p:blipFill>
          <a:blip r:embed="rId13" cstate="hqprint">
            <a:extLst>
              <a:ext uri="{28A0092B-C50C-407E-A947-70E740481C1C}">
                <a14:useLocalDpi xmlns:a14="http://schemas.microsoft.com/office/drawing/2010/main"/>
              </a:ext>
            </a:extLst>
          </a:blip>
          <a:srcRect/>
          <a:stretch/>
        </p:blipFill>
        <p:spPr>
          <a:xfrm>
            <a:off x="4894637" y="3030395"/>
            <a:ext cx="425758" cy="400110"/>
          </a:xfrm>
          <a:prstGeom prst="rect">
            <a:avLst/>
          </a:prstGeom>
        </p:spPr>
      </p:pic>
      <p:pic>
        <p:nvPicPr>
          <p:cNvPr id="31" name="Picture 30">
            <a:extLst>
              <a:ext uri="{FF2B5EF4-FFF2-40B4-BE49-F238E27FC236}">
                <a16:creationId xmlns:a16="http://schemas.microsoft.com/office/drawing/2014/main" id="{22C213A1-2A12-F14F-89A0-5C901705196D}"/>
              </a:ext>
            </a:extLst>
          </p:cNvPr>
          <p:cNvPicPr>
            <a:picLocks noChangeAspect="1"/>
          </p:cNvPicPr>
          <p:nvPr/>
        </p:nvPicPr>
        <p:blipFill>
          <a:blip r:embed="rId17"/>
          <a:stretch>
            <a:fillRect/>
          </a:stretch>
        </p:blipFill>
        <p:spPr>
          <a:xfrm>
            <a:off x="10740690" y="2961334"/>
            <a:ext cx="1107474" cy="815847"/>
          </a:xfrm>
          <a:prstGeom prst="rect">
            <a:avLst/>
          </a:prstGeom>
        </p:spPr>
      </p:pic>
      <p:sp>
        <p:nvSpPr>
          <p:cNvPr id="14" name="!!Header whiteout">
            <a:extLst>
              <a:ext uri="{FF2B5EF4-FFF2-40B4-BE49-F238E27FC236}">
                <a16:creationId xmlns:a16="http://schemas.microsoft.com/office/drawing/2014/main" id="{4B9BA364-BD82-1670-D9CD-C160B70F07F3}"/>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Header Text 1">
            <a:extLst>
              <a:ext uri="{FF2B5EF4-FFF2-40B4-BE49-F238E27FC236}">
                <a16:creationId xmlns:a16="http://schemas.microsoft.com/office/drawing/2014/main" id="{420B7702-7161-A88F-E0F5-C6AFF9BF0748}"/>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
        <p:nvSpPr>
          <p:cNvPr id="17" name="Rectangle: Rounded Corners 16">
            <a:extLst>
              <a:ext uri="{FF2B5EF4-FFF2-40B4-BE49-F238E27FC236}">
                <a16:creationId xmlns:a16="http://schemas.microsoft.com/office/drawing/2014/main" id="{5908AABB-B126-01B9-CA98-6FAB25D18476}"/>
              </a:ext>
            </a:extLst>
          </p:cNvPr>
          <p:cNvSpPr/>
          <p:nvPr/>
        </p:nvSpPr>
        <p:spPr>
          <a:xfrm>
            <a:off x="4894637" y="5259847"/>
            <a:ext cx="7031520" cy="843509"/>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32" name="ZWave3">
            <a:extLst>
              <a:ext uri="{FF2B5EF4-FFF2-40B4-BE49-F238E27FC236}">
                <a16:creationId xmlns:a16="http://schemas.microsoft.com/office/drawing/2014/main" id="{91F768AB-6BED-E4B1-E9D1-5FD1A24CFE88}"/>
              </a:ext>
            </a:extLst>
          </p:cNvPr>
          <p:cNvSpPr txBox="1"/>
          <p:nvPr/>
        </p:nvSpPr>
        <p:spPr>
          <a:xfrm>
            <a:off x="5394123" y="5349679"/>
            <a:ext cx="6212241" cy="707886"/>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Local voice control</a:t>
            </a:r>
            <a:r>
              <a:rPr lang="en-US" sz="2000" dirty="0">
                <a:solidFill>
                  <a:srgbClr val="2D3E50"/>
                </a:solidFill>
                <a:latin typeface="Roboto" panose="02000000000000000000" pitchFamily="2" charset="0"/>
                <a:ea typeface="Roboto" panose="02000000000000000000" pitchFamily="2" charset="0"/>
              </a:rPr>
              <a:t> if you have the right hardware</a:t>
            </a:r>
            <a:br>
              <a:rPr lang="en-US" sz="2000" dirty="0">
                <a:solidFill>
                  <a:srgbClr val="2D3E50"/>
                </a:solidFill>
                <a:latin typeface="Roboto" panose="02000000000000000000" pitchFamily="2" charset="0"/>
                <a:ea typeface="Roboto" panose="02000000000000000000" pitchFamily="2" charset="0"/>
              </a:rPr>
            </a:br>
            <a:r>
              <a:rPr lang="en-US" sz="2000" dirty="0">
                <a:solidFill>
                  <a:srgbClr val="2D3E50"/>
                </a:solidFill>
                <a:latin typeface="Roboto" panose="02000000000000000000" pitchFamily="2" charset="0"/>
                <a:ea typeface="Roboto" panose="02000000000000000000" pitchFamily="2" charset="0"/>
              </a:rPr>
              <a:t>(and you're OK with an 80% solution)</a:t>
            </a:r>
          </a:p>
        </p:txBody>
      </p:sp>
      <p:pic>
        <p:nvPicPr>
          <p:cNvPr id="33" name="ZWave4 Bulb">
            <a:extLst>
              <a:ext uri="{FF2B5EF4-FFF2-40B4-BE49-F238E27FC236}">
                <a16:creationId xmlns:a16="http://schemas.microsoft.com/office/drawing/2014/main" id="{32F5B7FF-DC21-FB16-5714-6F09EA717B5F}"/>
              </a:ext>
            </a:extLst>
          </p:cNvPr>
          <p:cNvPicPr>
            <a:picLocks noChangeAspect="1"/>
          </p:cNvPicPr>
          <p:nvPr/>
        </p:nvPicPr>
        <p:blipFill>
          <a:blip r:embed="rId13" cstate="hqprint">
            <a:extLst>
              <a:ext uri="{28A0092B-C50C-407E-A947-70E740481C1C}">
                <a14:useLocalDpi xmlns:a14="http://schemas.microsoft.com/office/drawing/2010/main"/>
              </a:ext>
            </a:extLst>
          </a:blip>
          <a:srcRect/>
          <a:stretch/>
        </p:blipFill>
        <p:spPr>
          <a:xfrm>
            <a:off x="4904342" y="5313385"/>
            <a:ext cx="425758" cy="400110"/>
          </a:xfrm>
          <a:prstGeom prst="rect">
            <a:avLst/>
          </a:prstGeom>
        </p:spPr>
      </p:pic>
      <p:pic>
        <p:nvPicPr>
          <p:cNvPr id="34" name="Picture 33">
            <a:extLst>
              <a:ext uri="{FF2B5EF4-FFF2-40B4-BE49-F238E27FC236}">
                <a16:creationId xmlns:a16="http://schemas.microsoft.com/office/drawing/2014/main" id="{44D9C998-21D0-3000-20CE-A011BD5E4B3A}"/>
              </a:ext>
            </a:extLst>
          </p:cNvPr>
          <p:cNvPicPr>
            <a:picLocks noChangeAspect="1"/>
          </p:cNvPicPr>
          <p:nvPr/>
        </p:nvPicPr>
        <p:blipFill>
          <a:blip r:embed="rId18"/>
          <a:stretch>
            <a:fillRect/>
          </a:stretch>
        </p:blipFill>
        <p:spPr>
          <a:xfrm>
            <a:off x="11129203" y="5326513"/>
            <a:ext cx="763146" cy="711114"/>
          </a:xfrm>
          <a:prstGeom prst="rect">
            <a:avLst/>
          </a:prstGeom>
        </p:spPr>
      </p:pic>
    </p:spTree>
    <p:extLst>
      <p:ext uri="{BB962C8B-B14F-4D97-AF65-F5344CB8AC3E}">
        <p14:creationId xmlns:p14="http://schemas.microsoft.com/office/powerpoint/2010/main" val="485953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Empty House">
            <a:extLst>
              <a:ext uri="{FF2B5EF4-FFF2-40B4-BE49-F238E27FC236}">
                <a16:creationId xmlns:a16="http://schemas.microsoft.com/office/drawing/2014/main" id="{CEA0F253-1EF1-4832-81A4-0E3D451518C3}"/>
              </a:ext>
            </a:extLst>
          </p:cNvPr>
          <p:cNvPicPr>
            <a:picLocks noChangeAspect="1"/>
          </p:cNvPicPr>
          <p:nvPr/>
        </p:nvPicPr>
        <p:blipFill>
          <a:blip r:embed="rId3"/>
          <a:srcRect/>
          <a:stretch/>
        </p:blipFill>
        <p:spPr>
          <a:xfrm>
            <a:off x="549113" y="492626"/>
            <a:ext cx="4147402" cy="5152279"/>
          </a:xfrm>
          <a:prstGeom prst="rect">
            <a:avLst/>
          </a:prstGeom>
        </p:spPr>
      </p:pic>
      <p:sp>
        <p:nvSpPr>
          <p:cNvPr id="24" name="Rectangle: Rounded Corners 23">
            <a:extLst>
              <a:ext uri="{FF2B5EF4-FFF2-40B4-BE49-F238E27FC236}">
                <a16:creationId xmlns:a16="http://schemas.microsoft.com/office/drawing/2014/main" id="{E7FD458F-90F9-F688-72BE-F7F1FF70EA17}"/>
              </a:ext>
            </a:extLst>
          </p:cNvPr>
          <p:cNvSpPr/>
          <p:nvPr/>
        </p:nvSpPr>
        <p:spPr>
          <a:xfrm>
            <a:off x="5062732" y="4557721"/>
            <a:ext cx="7031520" cy="580322"/>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1" name="Rectangle: Rounded Corners 20">
            <a:extLst>
              <a:ext uri="{FF2B5EF4-FFF2-40B4-BE49-F238E27FC236}">
                <a16:creationId xmlns:a16="http://schemas.microsoft.com/office/drawing/2014/main" id="{0CA83051-463B-3F8F-0B61-00F4720A83A7}"/>
              </a:ext>
            </a:extLst>
          </p:cNvPr>
          <p:cNvSpPr/>
          <p:nvPr/>
        </p:nvSpPr>
        <p:spPr>
          <a:xfrm>
            <a:off x="5067795" y="1405859"/>
            <a:ext cx="7031520" cy="819808"/>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0" name="Rectangle: Rounded Corners 19">
            <a:extLst>
              <a:ext uri="{FF2B5EF4-FFF2-40B4-BE49-F238E27FC236}">
                <a16:creationId xmlns:a16="http://schemas.microsoft.com/office/drawing/2014/main" id="{EFFBEA7E-4C36-3899-B4C7-60887C70EC15}"/>
              </a:ext>
            </a:extLst>
          </p:cNvPr>
          <p:cNvSpPr/>
          <p:nvPr/>
        </p:nvSpPr>
        <p:spPr>
          <a:xfrm>
            <a:off x="5046180" y="766378"/>
            <a:ext cx="7031520" cy="561102"/>
          </a:xfrm>
          <a:prstGeom prst="roundRect">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3" name="Rectangle: Rounded Corners 22">
            <a:extLst>
              <a:ext uri="{FF2B5EF4-FFF2-40B4-BE49-F238E27FC236}">
                <a16:creationId xmlns:a16="http://schemas.microsoft.com/office/drawing/2014/main" id="{7780949B-69B2-EE90-3E8A-761B895CF9DB}"/>
              </a:ext>
            </a:extLst>
          </p:cNvPr>
          <p:cNvSpPr/>
          <p:nvPr/>
        </p:nvSpPr>
        <p:spPr>
          <a:xfrm>
            <a:off x="5067795" y="2302798"/>
            <a:ext cx="7031520" cy="1236723"/>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5" name="Rectangle: Rounded Corners 24">
            <a:extLst>
              <a:ext uri="{FF2B5EF4-FFF2-40B4-BE49-F238E27FC236}">
                <a16:creationId xmlns:a16="http://schemas.microsoft.com/office/drawing/2014/main" id="{1E71802A-5B0F-B04A-A774-66E0E3E8E17A}"/>
              </a:ext>
            </a:extLst>
          </p:cNvPr>
          <p:cNvSpPr/>
          <p:nvPr/>
        </p:nvSpPr>
        <p:spPr>
          <a:xfrm>
            <a:off x="5062732" y="5234525"/>
            <a:ext cx="7031520" cy="1214124"/>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pic>
        <p:nvPicPr>
          <p:cNvPr id="239" name="!!Cloud">
            <a:extLst>
              <a:ext uri="{FF2B5EF4-FFF2-40B4-BE49-F238E27FC236}">
                <a16:creationId xmlns:a16="http://schemas.microsoft.com/office/drawing/2014/main" id="{AA9F9503-0852-E465-6D85-841973547F96}"/>
              </a:ext>
            </a:extLst>
          </p:cNvPr>
          <p:cNvPicPr>
            <a:picLocks noChangeAspect="1"/>
          </p:cNvPicPr>
          <p:nvPr/>
        </p:nvPicPr>
        <p:blipFill>
          <a:blip r:embed="rId4"/>
          <a:srcRect/>
          <a:stretch/>
        </p:blipFill>
        <p:spPr>
          <a:xfrm>
            <a:off x="11262818" y="4577948"/>
            <a:ext cx="809244" cy="481418"/>
          </a:xfrm>
          <a:prstGeom prst="rect">
            <a:avLst/>
          </a:prstGeom>
        </p:spPr>
      </p:pic>
      <p:pic>
        <p:nvPicPr>
          <p:cNvPr id="348" name="!!MQTT">
            <a:extLst>
              <a:ext uri="{FF2B5EF4-FFF2-40B4-BE49-F238E27FC236}">
                <a16:creationId xmlns:a16="http://schemas.microsoft.com/office/drawing/2014/main" id="{6AE87421-74EF-2C3E-E199-9CC49623DAD2}"/>
              </a:ext>
            </a:extLst>
          </p:cNvPr>
          <p:cNvPicPr>
            <a:picLocks noChangeAspect="1" noChangeArrowheads="1"/>
          </p:cNvPicPr>
          <p:nvPr/>
        </p:nvPicPr>
        <p:blipFill>
          <a:blip r:embed="rId5"/>
          <a:srcRect/>
          <a:stretch/>
        </p:blipFill>
        <p:spPr bwMode="auto">
          <a:xfrm>
            <a:off x="10884343" y="5800546"/>
            <a:ext cx="1133257" cy="286783"/>
          </a:xfrm>
          <a:prstGeom prst="rect">
            <a:avLst/>
          </a:prstGeom>
          <a:noFill/>
          <a:extLst>
            <a:ext uri="{909E8E84-426E-40DD-AFC4-6F175D3DCCD1}">
              <a14:hiddenFill xmlns:a14="http://schemas.microsoft.com/office/drawing/2010/main">
                <a:solidFill>
                  <a:srgbClr val="FFFFFF"/>
                </a:solidFill>
              </a14:hiddenFill>
            </a:ext>
          </a:extLst>
        </p:spPr>
      </p:pic>
      <p:pic>
        <p:nvPicPr>
          <p:cNvPr id="350" name="Picture 349">
            <a:extLst>
              <a:ext uri="{FF2B5EF4-FFF2-40B4-BE49-F238E27FC236}">
                <a16:creationId xmlns:a16="http://schemas.microsoft.com/office/drawing/2014/main" id="{83841160-1176-8FF7-6FA6-57E8D350E4E3}"/>
              </a:ext>
            </a:extLst>
          </p:cNvPr>
          <p:cNvPicPr>
            <a:picLocks noChangeAspect="1"/>
          </p:cNvPicPr>
          <p:nvPr/>
        </p:nvPicPr>
        <p:blipFill>
          <a:blip r:embed="rId6"/>
          <a:stretch>
            <a:fillRect/>
          </a:stretch>
        </p:blipFill>
        <p:spPr>
          <a:xfrm>
            <a:off x="10236981" y="5754745"/>
            <a:ext cx="567739" cy="630023"/>
          </a:xfrm>
          <a:prstGeom prst="rect">
            <a:avLst/>
          </a:prstGeom>
        </p:spPr>
      </p:pic>
      <p:sp>
        <p:nvSpPr>
          <p:cNvPr id="351" name="Red text 2">
            <a:extLst>
              <a:ext uri="{FF2B5EF4-FFF2-40B4-BE49-F238E27FC236}">
                <a16:creationId xmlns:a16="http://schemas.microsoft.com/office/drawing/2014/main" id="{23CAA7CA-19B7-B017-ED6D-46C6FB7C9651}"/>
              </a:ext>
            </a:extLst>
          </p:cNvPr>
          <p:cNvSpPr txBox="1"/>
          <p:nvPr/>
        </p:nvSpPr>
        <p:spPr>
          <a:xfrm>
            <a:off x="4542553" y="11423237"/>
            <a:ext cx="2602594" cy="1015663"/>
          </a:xfrm>
          <a:prstGeom prst="rect">
            <a:avLst/>
          </a:prstGeom>
          <a:noFill/>
        </p:spPr>
        <p:txBody>
          <a:bodyPr wrap="square" rtlCol="0">
            <a:spAutoFit/>
          </a:bodyPr>
          <a:lstStyle/>
          <a:p>
            <a:pPr algn="ctr"/>
            <a:r>
              <a:rPr lang="en-US" sz="2000" dirty="0">
                <a:solidFill>
                  <a:srgbClr val="C00000"/>
                </a:solidFill>
                <a:latin typeface="Segoe Print" panose="02000600000000000000" pitchFamily="2" charset="0"/>
              </a:rPr>
              <a:t>DIY sensors / </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custom HA</a:t>
            </a:r>
            <a:br>
              <a:rPr lang="en-US" sz="2000" dirty="0">
                <a:solidFill>
                  <a:srgbClr val="C00000"/>
                </a:solidFill>
                <a:latin typeface="Segoe Print" panose="02000600000000000000" pitchFamily="2" charset="0"/>
              </a:rPr>
            </a:br>
            <a:r>
              <a:rPr lang="en-US" sz="2000" dirty="0">
                <a:solidFill>
                  <a:srgbClr val="C00000"/>
                </a:solidFill>
                <a:latin typeface="Segoe Print" panose="02000600000000000000" pitchFamily="2" charset="0"/>
              </a:rPr>
              <a:t>integrations</a:t>
            </a:r>
          </a:p>
        </p:txBody>
      </p:sp>
      <p:pic>
        <p:nvPicPr>
          <p:cNvPr id="557" name="Picture 556">
            <a:extLst>
              <a:ext uri="{FF2B5EF4-FFF2-40B4-BE49-F238E27FC236}">
                <a16:creationId xmlns:a16="http://schemas.microsoft.com/office/drawing/2014/main" id="{AD9257C0-4ABE-20C7-00C3-17B44839FA95}"/>
              </a:ext>
            </a:extLst>
          </p:cNvPr>
          <p:cNvPicPr>
            <a:picLocks noChangeAspect="1"/>
          </p:cNvPicPr>
          <p:nvPr/>
        </p:nvPicPr>
        <p:blipFill>
          <a:blip r:embed="rId7"/>
          <a:stretch>
            <a:fillRect/>
          </a:stretch>
        </p:blipFill>
        <p:spPr>
          <a:xfrm>
            <a:off x="10886930" y="2838740"/>
            <a:ext cx="606039" cy="606039"/>
          </a:xfrm>
          <a:prstGeom prst="rect">
            <a:avLst/>
          </a:prstGeom>
        </p:spPr>
      </p:pic>
      <p:pic>
        <p:nvPicPr>
          <p:cNvPr id="559" name="Picture 558">
            <a:extLst>
              <a:ext uri="{FF2B5EF4-FFF2-40B4-BE49-F238E27FC236}">
                <a16:creationId xmlns:a16="http://schemas.microsoft.com/office/drawing/2014/main" id="{A61F05F6-1F2E-C4EB-F534-F89CE32628E4}"/>
              </a:ext>
            </a:extLst>
          </p:cNvPr>
          <p:cNvPicPr>
            <a:picLocks noChangeAspect="1"/>
          </p:cNvPicPr>
          <p:nvPr/>
        </p:nvPicPr>
        <p:blipFill>
          <a:blip r:embed="rId8"/>
          <a:stretch>
            <a:fillRect/>
          </a:stretch>
        </p:blipFill>
        <p:spPr>
          <a:xfrm>
            <a:off x="11503012" y="2644448"/>
            <a:ext cx="536207" cy="790369"/>
          </a:xfrm>
          <a:prstGeom prst="rect">
            <a:avLst/>
          </a:prstGeom>
        </p:spPr>
      </p:pic>
      <p:pic>
        <p:nvPicPr>
          <p:cNvPr id="560" name="Picture 559">
            <a:extLst>
              <a:ext uri="{FF2B5EF4-FFF2-40B4-BE49-F238E27FC236}">
                <a16:creationId xmlns:a16="http://schemas.microsoft.com/office/drawing/2014/main" id="{60A38347-39E6-B43E-7C88-38C478347442}"/>
              </a:ext>
            </a:extLst>
          </p:cNvPr>
          <p:cNvPicPr>
            <a:picLocks noChangeAspect="1"/>
          </p:cNvPicPr>
          <p:nvPr/>
        </p:nvPicPr>
        <p:blipFill>
          <a:blip r:embed="rId9"/>
          <a:srcRect/>
          <a:stretch/>
        </p:blipFill>
        <p:spPr>
          <a:xfrm>
            <a:off x="10391216" y="2913020"/>
            <a:ext cx="472777" cy="450566"/>
          </a:xfrm>
          <a:prstGeom prst="rect">
            <a:avLst/>
          </a:prstGeom>
        </p:spPr>
      </p:pic>
      <p:pic>
        <p:nvPicPr>
          <p:cNvPr id="561" name="Picture 560">
            <a:extLst>
              <a:ext uri="{FF2B5EF4-FFF2-40B4-BE49-F238E27FC236}">
                <a16:creationId xmlns:a16="http://schemas.microsoft.com/office/drawing/2014/main" id="{1F416ECE-D0FA-48E5-CFFC-6ACF3351E895}"/>
              </a:ext>
            </a:extLst>
          </p:cNvPr>
          <p:cNvPicPr>
            <a:picLocks noChangeAspect="1"/>
          </p:cNvPicPr>
          <p:nvPr/>
        </p:nvPicPr>
        <p:blipFill>
          <a:blip r:embed="rId10"/>
          <a:srcRect/>
          <a:stretch/>
        </p:blipFill>
        <p:spPr>
          <a:xfrm>
            <a:off x="9829623" y="2858373"/>
            <a:ext cx="501497" cy="531891"/>
          </a:xfrm>
          <a:prstGeom prst="rect">
            <a:avLst/>
          </a:prstGeom>
        </p:spPr>
      </p:pic>
      <p:pic>
        <p:nvPicPr>
          <p:cNvPr id="563" name="Picture 562">
            <a:extLst>
              <a:ext uri="{FF2B5EF4-FFF2-40B4-BE49-F238E27FC236}">
                <a16:creationId xmlns:a16="http://schemas.microsoft.com/office/drawing/2014/main" id="{3056FA56-DC37-8C8A-C39C-BFF934E8EF14}"/>
              </a:ext>
            </a:extLst>
          </p:cNvPr>
          <p:cNvPicPr>
            <a:picLocks noChangeAspect="1"/>
          </p:cNvPicPr>
          <p:nvPr/>
        </p:nvPicPr>
        <p:blipFill>
          <a:blip r:embed="rId11"/>
          <a:stretch>
            <a:fillRect/>
          </a:stretch>
        </p:blipFill>
        <p:spPr>
          <a:xfrm>
            <a:off x="9299967" y="2774914"/>
            <a:ext cx="501497" cy="628688"/>
          </a:xfrm>
          <a:prstGeom prst="rect">
            <a:avLst/>
          </a:prstGeom>
        </p:spPr>
      </p:pic>
      <p:pic>
        <p:nvPicPr>
          <p:cNvPr id="669" name="Picture 668">
            <a:extLst>
              <a:ext uri="{FF2B5EF4-FFF2-40B4-BE49-F238E27FC236}">
                <a16:creationId xmlns:a16="http://schemas.microsoft.com/office/drawing/2014/main" id="{F659C99F-E919-3AC9-CC6E-CFA04C44EEAE}"/>
              </a:ext>
            </a:extLst>
          </p:cNvPr>
          <p:cNvPicPr>
            <a:picLocks noChangeAspect="1"/>
          </p:cNvPicPr>
          <p:nvPr/>
        </p:nvPicPr>
        <p:blipFill>
          <a:blip r:embed="rId12"/>
          <a:stretch>
            <a:fillRect/>
          </a:stretch>
        </p:blipFill>
        <p:spPr>
          <a:xfrm>
            <a:off x="1463026" y="2743201"/>
            <a:ext cx="2317891" cy="2321684"/>
          </a:xfrm>
          <a:prstGeom prst="rect">
            <a:avLst/>
          </a:prstGeom>
        </p:spPr>
      </p:pic>
      <p:sp>
        <p:nvSpPr>
          <p:cNvPr id="670" name="Red text 2">
            <a:extLst>
              <a:ext uri="{FF2B5EF4-FFF2-40B4-BE49-F238E27FC236}">
                <a16:creationId xmlns:a16="http://schemas.microsoft.com/office/drawing/2014/main" id="{DBF2F37F-B850-1105-8A7E-C89819CC7C56}"/>
              </a:ext>
            </a:extLst>
          </p:cNvPr>
          <p:cNvSpPr txBox="1"/>
          <p:nvPr/>
        </p:nvSpPr>
        <p:spPr>
          <a:xfrm>
            <a:off x="282677" y="5566069"/>
            <a:ext cx="4642999" cy="461665"/>
          </a:xfrm>
          <a:prstGeom prst="rect">
            <a:avLst/>
          </a:prstGeom>
          <a:noFill/>
        </p:spPr>
        <p:txBody>
          <a:bodyPr wrap="square" rtlCol="0">
            <a:spAutoFit/>
          </a:bodyPr>
          <a:lstStyle/>
          <a:p>
            <a:pPr algn="ctr"/>
            <a:r>
              <a:rPr lang="en-US" sz="2400" dirty="0">
                <a:solidFill>
                  <a:srgbClr val="2A5BD7"/>
                </a:solidFill>
                <a:latin typeface="Segoe Print" panose="02000600000000000000" pitchFamily="2" charset="0"/>
              </a:rPr>
              <a:t>bit.ly</a:t>
            </a:r>
            <a:r>
              <a:rPr lang="en-US" sz="2400" b="1" dirty="0">
                <a:solidFill>
                  <a:srgbClr val="2A5BD7"/>
                </a:solidFill>
                <a:latin typeface="Segoe Print" panose="02000600000000000000" pitchFamily="2" charset="0"/>
              </a:rPr>
              <a:t>/</a:t>
            </a:r>
            <a:r>
              <a:rPr lang="en-US" sz="2400" b="1" dirty="0" err="1">
                <a:solidFill>
                  <a:srgbClr val="2A5BD7"/>
                </a:solidFill>
                <a:latin typeface="Segoe Print" panose="02000600000000000000" pitchFamily="2" charset="0"/>
              </a:rPr>
              <a:t>LocalSmarthomeFTW</a:t>
            </a:r>
            <a:endParaRPr lang="en-US" sz="2400" b="1" dirty="0">
              <a:solidFill>
                <a:srgbClr val="2A5BD7"/>
              </a:solidFill>
              <a:latin typeface="Segoe Print" panose="02000600000000000000" pitchFamily="2" charset="0"/>
            </a:endParaRPr>
          </a:p>
        </p:txBody>
      </p:sp>
      <p:pic>
        <p:nvPicPr>
          <p:cNvPr id="135" name="ZWave pic">
            <a:extLst>
              <a:ext uri="{FF2B5EF4-FFF2-40B4-BE49-F238E27FC236}">
                <a16:creationId xmlns:a16="http://schemas.microsoft.com/office/drawing/2014/main" id="{EC42C901-9EE9-9664-A7FA-60C7D69B8E0E}"/>
              </a:ext>
            </a:extLst>
          </p:cNvPr>
          <p:cNvPicPr>
            <a:picLocks noChangeAspect="1"/>
          </p:cNvPicPr>
          <p:nvPr/>
        </p:nvPicPr>
        <p:blipFill>
          <a:blip r:embed="rId13"/>
          <a:srcRect/>
          <a:stretch/>
        </p:blipFill>
        <p:spPr>
          <a:xfrm>
            <a:off x="9123779" y="1818355"/>
            <a:ext cx="835689" cy="347827"/>
          </a:xfrm>
          <a:prstGeom prst="rect">
            <a:avLst/>
          </a:prstGeom>
        </p:spPr>
      </p:pic>
      <p:pic>
        <p:nvPicPr>
          <p:cNvPr id="136" name="Zigbee pic">
            <a:extLst>
              <a:ext uri="{FF2B5EF4-FFF2-40B4-BE49-F238E27FC236}">
                <a16:creationId xmlns:a16="http://schemas.microsoft.com/office/drawing/2014/main" id="{DE20D389-98E8-B931-8D64-B8E2A8D97EAC}"/>
              </a:ext>
            </a:extLst>
          </p:cNvPr>
          <p:cNvPicPr>
            <a:picLocks noChangeAspect="1" noChangeArrowheads="1"/>
          </p:cNvPicPr>
          <p:nvPr/>
        </p:nvPicPr>
        <p:blipFill>
          <a:blip r:embed="rId14"/>
          <a:srcRect/>
          <a:stretch/>
        </p:blipFill>
        <p:spPr bwMode="auto">
          <a:xfrm>
            <a:off x="10088973" y="1951055"/>
            <a:ext cx="797957" cy="192022"/>
          </a:xfrm>
          <a:prstGeom prst="rect">
            <a:avLst/>
          </a:prstGeom>
          <a:noFill/>
          <a:extLst>
            <a:ext uri="{909E8E84-426E-40DD-AFC4-6F175D3DCCD1}">
              <a14:hiddenFill xmlns:a14="http://schemas.microsoft.com/office/drawing/2010/main">
                <a:solidFill>
                  <a:srgbClr val="FFFFFF"/>
                </a:solidFill>
              </a14:hiddenFill>
            </a:ext>
          </a:extLst>
        </p:spPr>
      </p:pic>
      <p:pic>
        <p:nvPicPr>
          <p:cNvPr id="137" name="Matter pic">
            <a:extLst>
              <a:ext uri="{FF2B5EF4-FFF2-40B4-BE49-F238E27FC236}">
                <a16:creationId xmlns:a16="http://schemas.microsoft.com/office/drawing/2014/main" id="{E71F8C30-4028-256F-80CE-388DCDA91364}"/>
              </a:ext>
            </a:extLst>
          </p:cNvPr>
          <p:cNvPicPr>
            <a:picLocks noChangeAspect="1"/>
          </p:cNvPicPr>
          <p:nvPr/>
        </p:nvPicPr>
        <p:blipFill>
          <a:blip r:embed="rId15" cstate="hqprint">
            <a:extLst>
              <a:ext uri="{28A0092B-C50C-407E-A947-70E740481C1C}">
                <a14:useLocalDpi xmlns:a14="http://schemas.microsoft.com/office/drawing/2010/main"/>
              </a:ext>
            </a:extLst>
          </a:blip>
          <a:stretch>
            <a:fillRect/>
          </a:stretch>
        </p:blipFill>
        <p:spPr>
          <a:xfrm>
            <a:off x="11045422" y="1870026"/>
            <a:ext cx="955736" cy="331036"/>
          </a:xfrm>
          <a:prstGeom prst="rect">
            <a:avLst/>
          </a:prstGeom>
        </p:spPr>
      </p:pic>
      <p:sp>
        <p:nvSpPr>
          <p:cNvPr id="2" name="ZWave3">
            <a:extLst>
              <a:ext uri="{FF2B5EF4-FFF2-40B4-BE49-F238E27FC236}">
                <a16:creationId xmlns:a16="http://schemas.microsoft.com/office/drawing/2014/main" id="{AD0124E1-24E2-F82D-7E20-A6DF817D9303}"/>
              </a:ext>
            </a:extLst>
          </p:cNvPr>
          <p:cNvSpPr txBox="1"/>
          <p:nvPr/>
        </p:nvSpPr>
        <p:spPr>
          <a:xfrm>
            <a:off x="5545666" y="852126"/>
            <a:ext cx="6212241"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Pick a local hub</a:t>
            </a:r>
            <a:r>
              <a:rPr lang="en-US" sz="2000" dirty="0">
                <a:solidFill>
                  <a:srgbClr val="2D3E50"/>
                </a:solidFill>
                <a:latin typeface="Roboto" panose="02000000000000000000" pitchFamily="2" charset="0"/>
                <a:ea typeface="Roboto" panose="02000000000000000000" pitchFamily="2" charset="0"/>
              </a:rPr>
              <a:t> (Home Assistant, </a:t>
            </a:r>
            <a:r>
              <a:rPr lang="en-US" sz="2000" dirty="0" err="1">
                <a:solidFill>
                  <a:srgbClr val="2D3E50"/>
                </a:solidFill>
                <a:latin typeface="Roboto" panose="02000000000000000000" pitchFamily="2" charset="0"/>
                <a:ea typeface="Roboto" panose="02000000000000000000" pitchFamily="2" charset="0"/>
              </a:rPr>
              <a:t>etc</a:t>
            </a:r>
            <a:r>
              <a:rPr lang="en-US" sz="2000" dirty="0">
                <a:solidFill>
                  <a:srgbClr val="2D3E50"/>
                </a:solidFill>
                <a:latin typeface="Roboto" panose="02000000000000000000" pitchFamily="2" charset="0"/>
                <a:ea typeface="Roboto" panose="02000000000000000000" pitchFamily="2" charset="0"/>
              </a:rPr>
              <a:t>)</a:t>
            </a:r>
          </a:p>
        </p:txBody>
      </p:sp>
      <p:pic>
        <p:nvPicPr>
          <p:cNvPr id="3" name="ZWave4 Bulb">
            <a:extLst>
              <a:ext uri="{FF2B5EF4-FFF2-40B4-BE49-F238E27FC236}">
                <a16:creationId xmlns:a16="http://schemas.microsoft.com/office/drawing/2014/main" id="{61CC95CF-EE82-6805-E7C0-B6D242F9222F}"/>
              </a:ext>
            </a:extLst>
          </p:cNvPr>
          <p:cNvPicPr>
            <a:picLocks noChangeAspect="1"/>
          </p:cNvPicPr>
          <p:nvPr/>
        </p:nvPicPr>
        <p:blipFill>
          <a:blip r:embed="rId16" cstate="hqprint">
            <a:extLst>
              <a:ext uri="{28A0092B-C50C-407E-A947-70E740481C1C}">
                <a14:useLocalDpi xmlns:a14="http://schemas.microsoft.com/office/drawing/2010/main"/>
              </a:ext>
            </a:extLst>
          </a:blip>
          <a:srcRect/>
          <a:stretch/>
        </p:blipFill>
        <p:spPr>
          <a:xfrm>
            <a:off x="5070561" y="822319"/>
            <a:ext cx="425758" cy="400110"/>
          </a:xfrm>
          <a:prstGeom prst="rect">
            <a:avLst/>
          </a:prstGeom>
        </p:spPr>
      </p:pic>
      <p:sp>
        <p:nvSpPr>
          <p:cNvPr id="4" name="ZWave3">
            <a:extLst>
              <a:ext uri="{FF2B5EF4-FFF2-40B4-BE49-F238E27FC236}">
                <a16:creationId xmlns:a16="http://schemas.microsoft.com/office/drawing/2014/main" id="{ED15A347-F091-728A-EF75-EA8DE75C41AC}"/>
              </a:ext>
            </a:extLst>
          </p:cNvPr>
          <p:cNvSpPr txBox="1"/>
          <p:nvPr/>
        </p:nvSpPr>
        <p:spPr>
          <a:xfrm>
            <a:off x="5545666" y="1492960"/>
            <a:ext cx="6212241"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Pick a protocol </a:t>
            </a:r>
            <a:r>
              <a:rPr lang="en-US" sz="2000" dirty="0">
                <a:solidFill>
                  <a:srgbClr val="2D3E50"/>
                </a:solidFill>
                <a:latin typeface="Roboto" panose="02000000000000000000" pitchFamily="2" charset="0"/>
                <a:ea typeface="Roboto" panose="02000000000000000000" pitchFamily="2" charset="0"/>
              </a:rPr>
              <a:t>for your devices to use</a:t>
            </a:r>
          </a:p>
        </p:txBody>
      </p:sp>
      <p:pic>
        <p:nvPicPr>
          <p:cNvPr id="5" name="ZWave4 Bulb">
            <a:extLst>
              <a:ext uri="{FF2B5EF4-FFF2-40B4-BE49-F238E27FC236}">
                <a16:creationId xmlns:a16="http://schemas.microsoft.com/office/drawing/2014/main" id="{E2EFB2C6-85AE-ACE5-3273-69B1AE3DF540}"/>
              </a:ext>
            </a:extLst>
          </p:cNvPr>
          <p:cNvPicPr>
            <a:picLocks noChangeAspect="1"/>
          </p:cNvPicPr>
          <p:nvPr/>
        </p:nvPicPr>
        <p:blipFill>
          <a:blip r:embed="rId16" cstate="hqprint">
            <a:extLst>
              <a:ext uri="{28A0092B-C50C-407E-A947-70E740481C1C}">
                <a14:useLocalDpi xmlns:a14="http://schemas.microsoft.com/office/drawing/2010/main"/>
              </a:ext>
            </a:extLst>
          </a:blip>
          <a:srcRect/>
          <a:stretch/>
        </p:blipFill>
        <p:spPr>
          <a:xfrm>
            <a:off x="5072437" y="1482053"/>
            <a:ext cx="425758" cy="400110"/>
          </a:xfrm>
          <a:prstGeom prst="rect">
            <a:avLst/>
          </a:prstGeom>
        </p:spPr>
      </p:pic>
      <p:sp>
        <p:nvSpPr>
          <p:cNvPr id="6" name="ZWave3">
            <a:extLst>
              <a:ext uri="{FF2B5EF4-FFF2-40B4-BE49-F238E27FC236}">
                <a16:creationId xmlns:a16="http://schemas.microsoft.com/office/drawing/2014/main" id="{9A691BAB-8EC1-4B85-81CE-ECB4AE0F3444}"/>
              </a:ext>
            </a:extLst>
          </p:cNvPr>
          <p:cNvSpPr txBox="1"/>
          <p:nvPr/>
        </p:nvSpPr>
        <p:spPr>
          <a:xfrm>
            <a:off x="5571923" y="2413711"/>
            <a:ext cx="6212241"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Get some devices </a:t>
            </a:r>
            <a:r>
              <a:rPr lang="en-US" sz="2000" dirty="0">
                <a:solidFill>
                  <a:srgbClr val="2D3E50"/>
                </a:solidFill>
                <a:latin typeface="Roboto" panose="02000000000000000000" pitchFamily="2" charset="0"/>
                <a:ea typeface="Roboto" panose="02000000000000000000" pitchFamily="2" charset="0"/>
              </a:rPr>
              <a:t>that use that protocol</a:t>
            </a:r>
          </a:p>
        </p:txBody>
      </p:sp>
      <p:pic>
        <p:nvPicPr>
          <p:cNvPr id="8" name="ZWave4 Bulb">
            <a:extLst>
              <a:ext uri="{FF2B5EF4-FFF2-40B4-BE49-F238E27FC236}">
                <a16:creationId xmlns:a16="http://schemas.microsoft.com/office/drawing/2014/main" id="{FD1E9FE6-7027-F417-4F0E-B3E396390E63}"/>
              </a:ext>
            </a:extLst>
          </p:cNvPr>
          <p:cNvPicPr>
            <a:picLocks noChangeAspect="1"/>
          </p:cNvPicPr>
          <p:nvPr/>
        </p:nvPicPr>
        <p:blipFill>
          <a:blip r:embed="rId16" cstate="hqprint">
            <a:extLst>
              <a:ext uri="{28A0092B-C50C-407E-A947-70E740481C1C}">
                <a14:useLocalDpi xmlns:a14="http://schemas.microsoft.com/office/drawing/2010/main"/>
              </a:ext>
            </a:extLst>
          </a:blip>
          <a:srcRect/>
          <a:stretch/>
        </p:blipFill>
        <p:spPr>
          <a:xfrm>
            <a:off x="5072437" y="2385113"/>
            <a:ext cx="425758" cy="400110"/>
          </a:xfrm>
          <a:prstGeom prst="rect">
            <a:avLst/>
          </a:prstGeom>
        </p:spPr>
      </p:pic>
      <p:sp>
        <p:nvSpPr>
          <p:cNvPr id="9" name="ZWave3">
            <a:extLst>
              <a:ext uri="{FF2B5EF4-FFF2-40B4-BE49-F238E27FC236}">
                <a16:creationId xmlns:a16="http://schemas.microsoft.com/office/drawing/2014/main" id="{C0FB9146-7364-4CD8-B9FF-9821081E1F95}"/>
              </a:ext>
            </a:extLst>
          </p:cNvPr>
          <p:cNvSpPr txBox="1"/>
          <p:nvPr/>
        </p:nvSpPr>
        <p:spPr>
          <a:xfrm>
            <a:off x="5540604" y="4663998"/>
            <a:ext cx="5827184" cy="400110"/>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Home Assistant Cloud</a:t>
            </a:r>
            <a:r>
              <a:rPr lang="en-US" sz="2000" dirty="0">
                <a:solidFill>
                  <a:srgbClr val="2D3E50"/>
                </a:solidFill>
                <a:latin typeface="Roboto" panose="02000000000000000000" pitchFamily="2" charset="0"/>
                <a:ea typeface="Roboto" panose="02000000000000000000" pitchFamily="2" charset="0"/>
              </a:rPr>
              <a:t> for remote access + Alexa</a:t>
            </a:r>
          </a:p>
        </p:txBody>
      </p:sp>
      <p:pic>
        <p:nvPicPr>
          <p:cNvPr id="10" name="ZWave4 Bulb">
            <a:extLst>
              <a:ext uri="{FF2B5EF4-FFF2-40B4-BE49-F238E27FC236}">
                <a16:creationId xmlns:a16="http://schemas.microsoft.com/office/drawing/2014/main" id="{A34C9435-E0C5-E8F4-838A-7687EC1A806E}"/>
              </a:ext>
            </a:extLst>
          </p:cNvPr>
          <p:cNvPicPr>
            <a:picLocks noChangeAspect="1"/>
          </p:cNvPicPr>
          <p:nvPr/>
        </p:nvPicPr>
        <p:blipFill>
          <a:blip r:embed="rId16" cstate="hqprint">
            <a:extLst>
              <a:ext uri="{28A0092B-C50C-407E-A947-70E740481C1C}">
                <a14:useLocalDpi xmlns:a14="http://schemas.microsoft.com/office/drawing/2010/main"/>
              </a:ext>
            </a:extLst>
          </a:blip>
          <a:srcRect/>
          <a:stretch/>
        </p:blipFill>
        <p:spPr>
          <a:xfrm>
            <a:off x="5072437" y="4647827"/>
            <a:ext cx="425758" cy="400110"/>
          </a:xfrm>
          <a:prstGeom prst="rect">
            <a:avLst/>
          </a:prstGeom>
        </p:spPr>
      </p:pic>
      <p:sp>
        <p:nvSpPr>
          <p:cNvPr id="11" name="ZWave3">
            <a:extLst>
              <a:ext uri="{FF2B5EF4-FFF2-40B4-BE49-F238E27FC236}">
                <a16:creationId xmlns:a16="http://schemas.microsoft.com/office/drawing/2014/main" id="{307E1EB3-10F2-0CE8-2559-2A05276E9E76}"/>
              </a:ext>
            </a:extLst>
          </p:cNvPr>
          <p:cNvSpPr txBox="1"/>
          <p:nvPr/>
        </p:nvSpPr>
        <p:spPr>
          <a:xfrm>
            <a:off x="5562218" y="5337056"/>
            <a:ext cx="6212241" cy="400110"/>
          </a:xfrm>
          <a:prstGeom prst="rect">
            <a:avLst/>
          </a:prstGeom>
          <a:noFill/>
        </p:spPr>
        <p:txBody>
          <a:bodyPr wrap="square" rtlCol="0">
            <a:spAutoFit/>
          </a:bodyPr>
          <a:lstStyle/>
          <a:p>
            <a:r>
              <a:rPr lang="en-US" sz="2000" b="1" dirty="0" err="1">
                <a:solidFill>
                  <a:srgbClr val="2D3E50"/>
                </a:solidFill>
                <a:latin typeface="Roboto" panose="02000000000000000000" pitchFamily="2" charset="0"/>
                <a:ea typeface="Roboto" panose="02000000000000000000" pitchFamily="2" charset="0"/>
              </a:rPr>
              <a:t>RaspPi</a:t>
            </a:r>
            <a:r>
              <a:rPr lang="en-US" sz="2000" b="1" dirty="0">
                <a:solidFill>
                  <a:srgbClr val="2D3E50"/>
                </a:solidFill>
                <a:latin typeface="Roboto" panose="02000000000000000000" pitchFamily="2" charset="0"/>
                <a:ea typeface="Roboto" panose="02000000000000000000" pitchFamily="2" charset="0"/>
              </a:rPr>
              <a:t> + Python + MQTT</a:t>
            </a:r>
            <a:r>
              <a:rPr lang="en-US" sz="2000" dirty="0">
                <a:solidFill>
                  <a:srgbClr val="2D3E50"/>
                </a:solidFill>
                <a:latin typeface="Roboto" panose="02000000000000000000" pitchFamily="2" charset="0"/>
                <a:ea typeface="Roboto" panose="02000000000000000000" pitchFamily="2" charset="0"/>
              </a:rPr>
              <a:t> make DIY stuff easy</a:t>
            </a:r>
          </a:p>
        </p:txBody>
      </p:sp>
      <p:pic>
        <p:nvPicPr>
          <p:cNvPr id="12" name="ZWave4 Bulb">
            <a:extLst>
              <a:ext uri="{FF2B5EF4-FFF2-40B4-BE49-F238E27FC236}">
                <a16:creationId xmlns:a16="http://schemas.microsoft.com/office/drawing/2014/main" id="{D5D4C208-4888-3EB7-08DB-AA239CD57B58}"/>
              </a:ext>
            </a:extLst>
          </p:cNvPr>
          <p:cNvPicPr>
            <a:picLocks noChangeAspect="1"/>
          </p:cNvPicPr>
          <p:nvPr/>
        </p:nvPicPr>
        <p:blipFill>
          <a:blip r:embed="rId16" cstate="hqprint">
            <a:extLst>
              <a:ext uri="{28A0092B-C50C-407E-A947-70E740481C1C}">
                <a14:useLocalDpi xmlns:a14="http://schemas.microsoft.com/office/drawing/2010/main"/>
              </a:ext>
            </a:extLst>
          </a:blip>
          <a:srcRect/>
          <a:stretch/>
        </p:blipFill>
        <p:spPr>
          <a:xfrm>
            <a:off x="5072437" y="5288062"/>
            <a:ext cx="425758" cy="400110"/>
          </a:xfrm>
          <a:prstGeom prst="rect">
            <a:avLst/>
          </a:prstGeom>
        </p:spPr>
      </p:pic>
      <p:pic>
        <p:nvPicPr>
          <p:cNvPr id="13" name="Bulb">
            <a:extLst>
              <a:ext uri="{FF2B5EF4-FFF2-40B4-BE49-F238E27FC236}">
                <a16:creationId xmlns:a16="http://schemas.microsoft.com/office/drawing/2014/main" id="{534799A7-D106-B0AB-2B4A-81CD5C66DE1D}"/>
              </a:ext>
            </a:extLst>
          </p:cNvPr>
          <p:cNvPicPr>
            <a:picLocks noChangeAspect="1"/>
          </p:cNvPicPr>
          <p:nvPr/>
        </p:nvPicPr>
        <p:blipFill>
          <a:blip r:embed="rId17"/>
          <a:stretch>
            <a:fillRect/>
          </a:stretch>
        </p:blipFill>
        <p:spPr>
          <a:xfrm>
            <a:off x="2146859" y="1647210"/>
            <a:ext cx="939241" cy="986852"/>
          </a:xfrm>
          <a:prstGeom prst="rect">
            <a:avLst/>
          </a:prstGeom>
        </p:spPr>
      </p:pic>
      <p:pic>
        <p:nvPicPr>
          <p:cNvPr id="16" name="Picture 15">
            <a:extLst>
              <a:ext uri="{FF2B5EF4-FFF2-40B4-BE49-F238E27FC236}">
                <a16:creationId xmlns:a16="http://schemas.microsoft.com/office/drawing/2014/main" id="{03711366-F182-9249-C537-24C23810D3C6}"/>
              </a:ext>
            </a:extLst>
          </p:cNvPr>
          <p:cNvPicPr>
            <a:picLocks noChangeAspect="1"/>
          </p:cNvPicPr>
          <p:nvPr/>
        </p:nvPicPr>
        <p:blipFill>
          <a:blip r:embed="rId18"/>
          <a:stretch>
            <a:fillRect/>
          </a:stretch>
        </p:blipFill>
        <p:spPr>
          <a:xfrm>
            <a:off x="9025226" y="5783070"/>
            <a:ext cx="1132132" cy="533635"/>
          </a:xfrm>
          <a:prstGeom prst="rect">
            <a:avLst/>
          </a:prstGeom>
        </p:spPr>
      </p:pic>
      <p:sp>
        <p:nvSpPr>
          <p:cNvPr id="19" name="ZWave3">
            <a:extLst>
              <a:ext uri="{FF2B5EF4-FFF2-40B4-BE49-F238E27FC236}">
                <a16:creationId xmlns:a16="http://schemas.microsoft.com/office/drawing/2014/main" id="{A29A94A7-1F54-4EA0-9233-E5239E7979F4}"/>
              </a:ext>
            </a:extLst>
          </p:cNvPr>
          <p:cNvSpPr txBox="1"/>
          <p:nvPr/>
        </p:nvSpPr>
        <p:spPr>
          <a:xfrm>
            <a:off x="330301" y="6346114"/>
            <a:ext cx="4642999" cy="400110"/>
          </a:xfrm>
          <a:prstGeom prst="rect">
            <a:avLst/>
          </a:prstGeom>
          <a:noFill/>
        </p:spPr>
        <p:txBody>
          <a:bodyPr wrap="square" rtlCol="0">
            <a:spAutoFit/>
          </a:bodyPr>
          <a:lstStyle/>
          <a:p>
            <a:r>
              <a:rPr lang="en-US" sz="2000" dirty="0" err="1">
                <a:solidFill>
                  <a:srgbClr val="2D3E50"/>
                </a:solidFill>
                <a:latin typeface="Roboto" panose="02000000000000000000" pitchFamily="2" charset="0"/>
                <a:ea typeface="Roboto" panose="02000000000000000000" pitchFamily="2" charset="0"/>
              </a:rPr>
              <a:t>seth@petry-johnson</a:t>
            </a:r>
            <a:r>
              <a:rPr lang="en-US" sz="2000" dirty="0">
                <a:solidFill>
                  <a:srgbClr val="2D3E50"/>
                </a:solidFill>
                <a:latin typeface="Roboto" panose="02000000000000000000" pitchFamily="2" charset="0"/>
                <a:ea typeface="Roboto" panose="02000000000000000000" pitchFamily="2" charset="0"/>
              </a:rPr>
              <a:t> / @spetryjohnson</a:t>
            </a:r>
          </a:p>
        </p:txBody>
      </p:sp>
      <p:pic>
        <p:nvPicPr>
          <p:cNvPr id="7" name="!!HA Logo">
            <a:extLst>
              <a:ext uri="{FF2B5EF4-FFF2-40B4-BE49-F238E27FC236}">
                <a16:creationId xmlns:a16="http://schemas.microsoft.com/office/drawing/2014/main" id="{E08A7D8E-DF29-A19C-089D-B3D3E5B29ADC}"/>
              </a:ext>
            </a:extLst>
          </p:cNvPr>
          <p:cNvPicPr>
            <a:picLocks noChangeAspect="1"/>
          </p:cNvPicPr>
          <p:nvPr/>
        </p:nvPicPr>
        <p:blipFill>
          <a:blip r:embed="rId19"/>
          <a:srcRect/>
          <a:stretch/>
        </p:blipFill>
        <p:spPr>
          <a:xfrm>
            <a:off x="10346705" y="823009"/>
            <a:ext cx="423629" cy="438978"/>
          </a:xfrm>
          <a:prstGeom prst="rect">
            <a:avLst/>
          </a:prstGeom>
        </p:spPr>
      </p:pic>
      <p:pic>
        <p:nvPicPr>
          <p:cNvPr id="15" name="Picture 14">
            <a:extLst>
              <a:ext uri="{FF2B5EF4-FFF2-40B4-BE49-F238E27FC236}">
                <a16:creationId xmlns:a16="http://schemas.microsoft.com/office/drawing/2014/main" id="{6B33AFC1-0A93-C495-FD9B-672946348F52}"/>
              </a:ext>
            </a:extLst>
          </p:cNvPr>
          <p:cNvPicPr>
            <a:picLocks noChangeAspect="1"/>
          </p:cNvPicPr>
          <p:nvPr/>
        </p:nvPicPr>
        <p:blipFill>
          <a:blip r:embed="rId20"/>
          <a:stretch>
            <a:fillRect/>
          </a:stretch>
        </p:blipFill>
        <p:spPr>
          <a:xfrm>
            <a:off x="10945167" y="882801"/>
            <a:ext cx="1055991" cy="312398"/>
          </a:xfrm>
          <a:prstGeom prst="rect">
            <a:avLst/>
          </a:prstGeom>
        </p:spPr>
      </p:pic>
      <p:sp>
        <p:nvSpPr>
          <p:cNvPr id="26" name="Rectangle: Rounded Corners 25">
            <a:extLst>
              <a:ext uri="{FF2B5EF4-FFF2-40B4-BE49-F238E27FC236}">
                <a16:creationId xmlns:a16="http://schemas.microsoft.com/office/drawing/2014/main" id="{29EE36CB-146A-A17C-E65A-9FE9DA96C2D5}"/>
              </a:ext>
            </a:extLst>
          </p:cNvPr>
          <p:cNvSpPr/>
          <p:nvPr/>
        </p:nvSpPr>
        <p:spPr>
          <a:xfrm>
            <a:off x="5062732" y="3623960"/>
            <a:ext cx="7031520" cy="843510"/>
          </a:xfrm>
          <a:prstGeom prst="roundRect">
            <a:avLst>
              <a:gd name="adj" fmla="val 5644"/>
            </a:avLst>
          </a:prstGeom>
          <a:solidFill>
            <a:srgbClr val="F9F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8" name="ZWave3">
            <a:extLst>
              <a:ext uri="{FF2B5EF4-FFF2-40B4-BE49-F238E27FC236}">
                <a16:creationId xmlns:a16="http://schemas.microsoft.com/office/drawing/2014/main" id="{D0B70F83-F333-309F-48C0-C9233C765B54}"/>
              </a:ext>
            </a:extLst>
          </p:cNvPr>
          <p:cNvSpPr txBox="1"/>
          <p:nvPr/>
        </p:nvSpPr>
        <p:spPr>
          <a:xfrm>
            <a:off x="5540604" y="3730237"/>
            <a:ext cx="6433876" cy="707886"/>
          </a:xfrm>
          <a:prstGeom prst="rect">
            <a:avLst/>
          </a:prstGeom>
          <a:noFill/>
        </p:spPr>
        <p:txBody>
          <a:bodyPr wrap="square" rtlCol="0">
            <a:spAutoFit/>
          </a:bodyPr>
          <a:lstStyle/>
          <a:p>
            <a:r>
              <a:rPr lang="en-US" sz="2000" b="1" dirty="0">
                <a:solidFill>
                  <a:srgbClr val="2D3E50"/>
                </a:solidFill>
                <a:latin typeface="Roboto" panose="02000000000000000000" pitchFamily="2" charset="0"/>
                <a:ea typeface="Roboto" panose="02000000000000000000" pitchFamily="2" charset="0"/>
              </a:rPr>
              <a:t>Make smart automations </a:t>
            </a:r>
            <a:r>
              <a:rPr lang="en-US" sz="2000" dirty="0">
                <a:solidFill>
                  <a:srgbClr val="2D3E50"/>
                </a:solidFill>
                <a:latin typeface="Roboto" panose="02000000000000000000" pitchFamily="2" charset="0"/>
                <a:ea typeface="Roboto" panose="02000000000000000000" pitchFamily="2" charset="0"/>
              </a:rPr>
              <a:t>that do cool stuff </a:t>
            </a:r>
            <a:br>
              <a:rPr lang="en-US" sz="2000" dirty="0">
                <a:solidFill>
                  <a:srgbClr val="2D3E50"/>
                </a:solidFill>
                <a:latin typeface="Roboto" panose="02000000000000000000" pitchFamily="2" charset="0"/>
                <a:ea typeface="Roboto" panose="02000000000000000000" pitchFamily="2" charset="0"/>
              </a:rPr>
            </a:br>
            <a:r>
              <a:rPr lang="en-US" sz="2000" dirty="0">
                <a:solidFill>
                  <a:srgbClr val="2D3E50"/>
                </a:solidFill>
                <a:latin typeface="Roboto" panose="02000000000000000000" pitchFamily="2" charset="0"/>
                <a:ea typeface="Roboto" panose="02000000000000000000" pitchFamily="2" charset="0"/>
              </a:rPr>
              <a:t>(but don't forget the kill switch!)</a:t>
            </a:r>
          </a:p>
        </p:txBody>
      </p:sp>
      <p:pic>
        <p:nvPicPr>
          <p:cNvPr id="29" name="ZWave4 Bulb">
            <a:extLst>
              <a:ext uri="{FF2B5EF4-FFF2-40B4-BE49-F238E27FC236}">
                <a16:creationId xmlns:a16="http://schemas.microsoft.com/office/drawing/2014/main" id="{3A0C23CC-D691-6010-D462-0E79287130A9}"/>
              </a:ext>
            </a:extLst>
          </p:cNvPr>
          <p:cNvPicPr>
            <a:picLocks noChangeAspect="1"/>
          </p:cNvPicPr>
          <p:nvPr/>
        </p:nvPicPr>
        <p:blipFill>
          <a:blip r:embed="rId16" cstate="hqprint">
            <a:extLst>
              <a:ext uri="{28A0092B-C50C-407E-A947-70E740481C1C}">
                <a14:useLocalDpi xmlns:a14="http://schemas.microsoft.com/office/drawing/2010/main"/>
              </a:ext>
            </a:extLst>
          </a:blip>
          <a:srcRect/>
          <a:stretch/>
        </p:blipFill>
        <p:spPr>
          <a:xfrm>
            <a:off x="5072437" y="3703495"/>
            <a:ext cx="425758" cy="400110"/>
          </a:xfrm>
          <a:prstGeom prst="rect">
            <a:avLst/>
          </a:prstGeom>
        </p:spPr>
      </p:pic>
      <p:pic>
        <p:nvPicPr>
          <p:cNvPr id="31" name="Picture 30">
            <a:extLst>
              <a:ext uri="{FF2B5EF4-FFF2-40B4-BE49-F238E27FC236}">
                <a16:creationId xmlns:a16="http://schemas.microsoft.com/office/drawing/2014/main" id="{09E779FB-29BE-3619-C872-70FCE8D4967C}"/>
              </a:ext>
            </a:extLst>
          </p:cNvPr>
          <p:cNvPicPr>
            <a:picLocks noChangeAspect="1"/>
          </p:cNvPicPr>
          <p:nvPr/>
        </p:nvPicPr>
        <p:blipFill>
          <a:blip r:embed="rId21"/>
          <a:stretch>
            <a:fillRect/>
          </a:stretch>
        </p:blipFill>
        <p:spPr>
          <a:xfrm>
            <a:off x="10918490" y="3634434"/>
            <a:ext cx="1107474" cy="815847"/>
          </a:xfrm>
          <a:prstGeom prst="rect">
            <a:avLst/>
          </a:prstGeom>
        </p:spPr>
      </p:pic>
      <p:sp>
        <p:nvSpPr>
          <p:cNvPr id="14" name="!!Header whiteout">
            <a:extLst>
              <a:ext uri="{FF2B5EF4-FFF2-40B4-BE49-F238E27FC236}">
                <a16:creationId xmlns:a16="http://schemas.microsoft.com/office/drawing/2014/main" id="{76B7578E-790B-7873-C02C-EC96ECF401A8}"/>
              </a:ext>
            </a:extLst>
          </p:cNvPr>
          <p:cNvSpPr/>
          <p:nvPr/>
        </p:nvSpPr>
        <p:spPr>
          <a:xfrm>
            <a:off x="-10933" y="594"/>
            <a:ext cx="12202933" cy="52877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Header Text 1">
            <a:extLst>
              <a:ext uri="{FF2B5EF4-FFF2-40B4-BE49-F238E27FC236}">
                <a16:creationId xmlns:a16="http://schemas.microsoft.com/office/drawing/2014/main" id="{889C23FA-F599-C9CF-5EC9-E864F1BE0887}"/>
              </a:ext>
            </a:extLst>
          </p:cNvPr>
          <p:cNvSpPr txBox="1"/>
          <p:nvPr/>
        </p:nvSpPr>
        <p:spPr>
          <a:xfrm>
            <a:off x="2155333" y="33556"/>
            <a:ext cx="7894678" cy="461665"/>
          </a:xfrm>
          <a:prstGeom prst="rect">
            <a:avLst/>
          </a:prstGeom>
          <a:noFill/>
        </p:spPr>
        <p:txBody>
          <a:bodyPr wrap="square" rtlCol="0">
            <a:spAutoFit/>
          </a:bodyPr>
          <a:lstStyle/>
          <a:p>
            <a:pPr algn="ctr"/>
            <a:r>
              <a:rPr lang="en-US" sz="2400" dirty="0">
                <a:solidFill>
                  <a:schemeClr val="bg2"/>
                </a:solidFill>
                <a:latin typeface="Roboto Black" panose="02000000000000000000" pitchFamily="2" charset="0"/>
                <a:ea typeface="Roboto Black" panose="02000000000000000000" pitchFamily="2" charset="0"/>
              </a:rPr>
              <a:t>Home Automation </a:t>
            </a:r>
            <a:r>
              <a:rPr lang="en-US" sz="2400" dirty="0">
                <a:solidFill>
                  <a:schemeClr val="accent2">
                    <a:lumMod val="60000"/>
                    <a:lumOff val="40000"/>
                  </a:schemeClr>
                </a:solidFill>
                <a:latin typeface="Segoe Print" panose="02000600000000000000" pitchFamily="2" charset="0"/>
                <a:ea typeface="Roboto Black" panose="02000000000000000000" pitchFamily="2" charset="0"/>
              </a:rPr>
              <a:t>Without the Cloud!</a:t>
            </a:r>
          </a:p>
        </p:txBody>
      </p:sp>
    </p:spTree>
    <p:extLst>
      <p:ext uri="{BB962C8B-B14F-4D97-AF65-F5344CB8AC3E}">
        <p14:creationId xmlns:p14="http://schemas.microsoft.com/office/powerpoint/2010/main" val="17797156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111271</TotalTime>
  <Words>12844</Words>
  <Application>Microsoft Office PowerPoint</Application>
  <PresentationFormat>Widescreen</PresentationFormat>
  <Paragraphs>1492</Paragraphs>
  <Slides>135</Slides>
  <Notes>135</Notes>
  <HiddenSlides>9</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135</vt:i4>
      </vt:variant>
    </vt:vector>
  </HeadingPairs>
  <TitlesOfParts>
    <vt:vector size="149" baseType="lpstr">
      <vt:lpstr>Showcard Gothic</vt:lpstr>
      <vt:lpstr>Roboto Black</vt:lpstr>
      <vt:lpstr>Wingdings</vt:lpstr>
      <vt:lpstr>Calibri</vt:lpstr>
      <vt:lpstr>Aharoni</vt:lpstr>
      <vt:lpstr>Segoe Print</vt:lpstr>
      <vt:lpstr>Calibri Light</vt:lpstr>
      <vt:lpstr>Roboto Thin</vt:lpstr>
      <vt:lpstr>Roboto</vt:lpstr>
      <vt:lpstr>Roboto Light</vt:lpstr>
      <vt:lpstr>Candara Light</vt:lpstr>
      <vt:lpstr>Aptos Black</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Seth Petry-Johnson</dc:creator>
  <cp:lastModifiedBy>Seth Petry-Johnson</cp:lastModifiedBy>
  <cp:revision>601</cp:revision>
  <dcterms:created xsi:type="dcterms:W3CDTF">2022-03-18T00:31:32Z</dcterms:created>
  <dcterms:modified xsi:type="dcterms:W3CDTF">2025-05-01T00:33:02Z</dcterms:modified>
</cp:coreProperties>
</file>